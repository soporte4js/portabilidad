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</p:sldMasterIdLst>
  <p:notesMasterIdLst>
    <p:notesMasterId r:id="rId15"/>
  </p:notesMasterIdLst>
  <p:sldIdLst>
    <p:sldId id="256" r:id="rId5"/>
    <p:sldId id="263" r:id="rId6"/>
    <p:sldId id="270" r:id="rId7"/>
    <p:sldId id="268" r:id="rId8"/>
    <p:sldId id="272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35108D-EC51-E5D1-DB61-E3EC8BF10967}" name="Documentación Innevo" initials="DI" userId="Documentación Innev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724C0-5844-487C-BB18-D2249B6754E1}" v="2" dt="2025-02-17T15:05:35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Alatorre" userId="S::pedro@innevo.com::9d3befdc-a3aa-476f-8ce4-395f998ca365" providerId="AD" clId="Web-{AE2573CC-906E-6751-10F6-19E8C4AC2AB7}"/>
    <pc:docChg chg="modSld">
      <pc:chgData name="Pedro Alatorre" userId="S::pedro@innevo.com::9d3befdc-a3aa-476f-8ce4-395f998ca365" providerId="AD" clId="Web-{AE2573CC-906E-6751-10F6-19E8C4AC2AB7}" dt="2023-05-16T19:48:25.260" v="149" actId="20577"/>
      <pc:docMkLst>
        <pc:docMk/>
      </pc:docMkLst>
      <pc:sldChg chg="addSp modSp">
        <pc:chgData name="Pedro Alatorre" userId="S::pedro@innevo.com::9d3befdc-a3aa-476f-8ce4-395f998ca365" providerId="AD" clId="Web-{AE2573CC-906E-6751-10F6-19E8C4AC2AB7}" dt="2023-05-16T19:14:45.943" v="142" actId="20577"/>
        <pc:sldMkLst>
          <pc:docMk/>
          <pc:sldMk cId="3591639619" sldId="256"/>
        </pc:sldMkLst>
        <pc:spChg chg="mod">
          <ac:chgData name="Pedro Alatorre" userId="S::pedro@innevo.com::9d3befdc-a3aa-476f-8ce4-395f998ca365" providerId="AD" clId="Web-{AE2573CC-906E-6751-10F6-19E8C4AC2AB7}" dt="2023-05-16T18:38:11.792" v="12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S::pedro@innevo.com::9d3befdc-a3aa-476f-8ce4-395f998ca365" providerId="AD" clId="Web-{AE2573CC-906E-6751-10F6-19E8C4AC2AB7}" dt="2023-05-16T18:38:17.105" v="14" actId="20577"/>
          <ac:spMkLst>
            <pc:docMk/>
            <pc:sldMk cId="3591639619" sldId="256"/>
            <ac:spMk id="4" creationId="{0F18BF35-3A4E-A4CE-3D6F-B9AA69126CBD}"/>
          </ac:spMkLst>
        </pc:spChg>
        <pc:spChg chg="add mod">
          <ac:chgData name="Pedro Alatorre" userId="S::pedro@innevo.com::9d3befdc-a3aa-476f-8ce4-395f998ca365" providerId="AD" clId="Web-{AE2573CC-906E-6751-10F6-19E8C4AC2AB7}" dt="2023-05-16T19:14:45.943" v="142" actId="20577"/>
          <ac:spMkLst>
            <pc:docMk/>
            <pc:sldMk cId="3591639619" sldId="256"/>
            <ac:spMk id="5" creationId="{D2885FCE-B7E9-C793-E1DB-6D04408FA725}"/>
          </ac:spMkLst>
        </pc:spChg>
      </pc:sldChg>
      <pc:sldChg chg="addSp modSp">
        <pc:chgData name="Pedro Alatorre" userId="S::pedro@innevo.com::9d3befdc-a3aa-476f-8ce4-395f998ca365" providerId="AD" clId="Web-{AE2573CC-906E-6751-10F6-19E8C4AC2AB7}" dt="2023-05-16T18:48:04.344" v="96"/>
        <pc:sldMkLst>
          <pc:docMk/>
          <pc:sldMk cId="3615048108" sldId="257"/>
        </pc:sldMkLst>
        <pc:spChg chg="add mod">
          <ac:chgData name="Pedro Alatorre" userId="S::pedro@innevo.com::9d3befdc-a3aa-476f-8ce4-395f998ca365" providerId="AD" clId="Web-{AE2573CC-906E-6751-10F6-19E8C4AC2AB7}" dt="2023-05-16T18:43:20.787" v="90" actId="20577"/>
          <ac:spMkLst>
            <pc:docMk/>
            <pc:sldMk cId="3615048108" sldId="257"/>
            <ac:spMk id="3" creationId="{64130FDD-46B4-F024-AFAF-CF60DE8171D2}"/>
          </ac:spMkLst>
        </pc:spChg>
        <pc:graphicFrameChg chg="mod modGraphic">
          <ac:chgData name="Pedro Alatorre" userId="S::pedro@innevo.com::9d3befdc-a3aa-476f-8ce4-395f998ca365" providerId="AD" clId="Web-{AE2573CC-906E-6751-10F6-19E8C4AC2AB7}" dt="2023-05-16T18:48:02.094" v="94"/>
          <ac:graphicFrameMkLst>
            <pc:docMk/>
            <pc:sldMk cId="3615048108" sldId="257"/>
            <ac:graphicFrameMk id="5" creationId="{00000000-0000-0000-0000-000000000000}"/>
          </ac:graphicFrameMkLst>
        </pc:graphicFrameChg>
        <pc:graphicFrameChg chg="mod modGraphic">
          <ac:chgData name="Pedro Alatorre" userId="S::pedro@innevo.com::9d3befdc-a3aa-476f-8ce4-395f998ca365" providerId="AD" clId="Web-{AE2573CC-906E-6751-10F6-19E8C4AC2AB7}" dt="2023-05-16T18:48:04.344" v="96"/>
          <ac:graphicFrameMkLst>
            <pc:docMk/>
            <pc:sldMk cId="3615048108" sldId="257"/>
            <ac:graphicFrameMk id="7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AE2573CC-906E-6751-10F6-19E8C4AC2AB7}" dt="2023-05-16T19:26:02.773" v="144"/>
        <pc:sldMkLst>
          <pc:docMk/>
          <pc:sldMk cId="4007709345" sldId="259"/>
        </pc:sldMkLst>
        <pc:graphicFrameChg chg="modGraphic">
          <ac:chgData name="Pedro Alatorre" userId="S::pedro@innevo.com::9d3befdc-a3aa-476f-8ce4-395f998ca365" providerId="AD" clId="Web-{AE2573CC-906E-6751-10F6-19E8C4AC2AB7}" dt="2023-05-16T19:26:02.773" v="144"/>
          <ac:graphicFrameMkLst>
            <pc:docMk/>
            <pc:sldMk cId="4007709345" sldId="259"/>
            <ac:graphicFrameMk id="4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AE2573CC-906E-6751-10F6-19E8C4AC2AB7}" dt="2023-05-16T19:38:41.234" v="146"/>
        <pc:sldMkLst>
          <pc:docMk/>
          <pc:sldMk cId="4123808010" sldId="260"/>
        </pc:sldMkLst>
        <pc:graphicFrameChg chg="modGraphic">
          <ac:chgData name="Pedro Alatorre" userId="S::pedro@innevo.com::9d3befdc-a3aa-476f-8ce4-395f998ca365" providerId="AD" clId="Web-{AE2573CC-906E-6751-10F6-19E8C4AC2AB7}" dt="2023-05-16T19:38:41.234" v="146"/>
          <ac:graphicFrameMkLst>
            <pc:docMk/>
            <pc:sldMk cId="4123808010" sldId="260"/>
            <ac:graphicFrameMk id="4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AE2573CC-906E-6751-10F6-19E8C4AC2AB7}" dt="2023-05-16T19:48:25.260" v="149" actId="20577"/>
        <pc:sldMkLst>
          <pc:docMk/>
          <pc:sldMk cId="1522734716" sldId="262"/>
        </pc:sldMkLst>
        <pc:spChg chg="mod">
          <ac:chgData name="Pedro Alatorre" userId="S::pedro@innevo.com::9d3befdc-a3aa-476f-8ce4-395f998ca365" providerId="AD" clId="Web-{AE2573CC-906E-6751-10F6-19E8C4AC2AB7}" dt="2023-05-16T19:48:25.260" v="149" actId="20577"/>
          <ac:spMkLst>
            <pc:docMk/>
            <pc:sldMk cId="1522734716" sldId="262"/>
            <ac:spMk id="2" creationId="{00000000-0000-0000-0000-000000000000}"/>
          </ac:spMkLst>
        </pc:spChg>
      </pc:sldChg>
    </pc:docChg>
  </pc:docChgLst>
  <pc:docChgLst>
    <pc:chgData name="Pedro Alatorre" userId="9d3befdc-a3aa-476f-8ce4-395f998ca365" providerId="ADAL" clId="{AA990AEF-34F3-46A6-BDAB-3B100E971532}"/>
    <pc:docChg chg="undo custSel modSld">
      <pc:chgData name="Pedro Alatorre" userId="9d3befdc-a3aa-476f-8ce4-395f998ca365" providerId="ADAL" clId="{AA990AEF-34F3-46A6-BDAB-3B100E971532}" dt="2023-08-01T21:05:07.269" v="392"/>
      <pc:docMkLst>
        <pc:docMk/>
      </pc:docMkLst>
      <pc:sldChg chg="modSp mod addCm">
        <pc:chgData name="Pedro Alatorre" userId="9d3befdc-a3aa-476f-8ce4-395f998ca365" providerId="ADAL" clId="{AA990AEF-34F3-46A6-BDAB-3B100E971532}" dt="2023-08-01T17:58:23.068" v="144"/>
        <pc:sldMkLst>
          <pc:docMk/>
          <pc:sldMk cId="3615048108" sldId="257"/>
        </pc:sldMkLst>
        <pc:spChg chg="mod">
          <ac:chgData name="Pedro Alatorre" userId="9d3befdc-a3aa-476f-8ce4-395f998ca365" providerId="ADAL" clId="{AA990AEF-34F3-46A6-BDAB-3B100E971532}" dt="2023-08-01T15:05:46.425" v="47" actId="1076"/>
          <ac:spMkLst>
            <pc:docMk/>
            <pc:sldMk cId="3615048108" sldId="257"/>
            <ac:spMk id="2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5:06:34.569" v="48" actId="113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5:06:40.185" v="50" actId="14100"/>
          <ac:spMkLst>
            <pc:docMk/>
            <pc:sldMk cId="3615048108" sldId="257"/>
            <ac:spMk id="11" creationId="{00000000-0000-0000-0000-000000000000}"/>
          </ac:spMkLst>
        </pc:spChg>
        <pc:graphicFrameChg chg="mod modGraphic">
          <ac:chgData name="Pedro Alatorre" userId="9d3befdc-a3aa-476f-8ce4-395f998ca365" providerId="ADAL" clId="{AA990AEF-34F3-46A6-BDAB-3B100E971532}" dt="2023-08-01T17:46:49.085" v="137" actId="207"/>
          <ac:graphicFrameMkLst>
            <pc:docMk/>
            <pc:sldMk cId="3615048108" sldId="257"/>
            <ac:graphicFrameMk id="6" creationId="{7D08BD94-7353-7BCA-B1FF-F7634249483B}"/>
          </ac:graphicFrameMkLst>
        </pc:graphicFrameChg>
        <pc:graphicFrameChg chg="mod modGraphic">
          <ac:chgData name="Pedro Alatorre" userId="9d3befdc-a3aa-476f-8ce4-395f998ca365" providerId="ADAL" clId="{AA990AEF-34F3-46A6-BDAB-3B100E971532}" dt="2023-08-01T17:47:22.570" v="141" actId="207"/>
          <ac:graphicFrameMkLst>
            <pc:docMk/>
            <pc:sldMk cId="3615048108" sldId="257"/>
            <ac:graphicFrameMk id="20" creationId="{1C36B5E4-86A7-CFFA-C8D1-7A84CA33CF88}"/>
          </ac:graphicFrameMkLst>
        </pc:graphicFrameChg>
      </pc:sldChg>
      <pc:sldChg chg="modSp mod addCm">
        <pc:chgData name="Pedro Alatorre" userId="9d3befdc-a3aa-476f-8ce4-395f998ca365" providerId="ADAL" clId="{AA990AEF-34F3-46A6-BDAB-3B100E971532}" dt="2023-08-01T19:01:53.539" v="169"/>
        <pc:sldMkLst>
          <pc:docMk/>
          <pc:sldMk cId="391317423" sldId="258"/>
        </pc:sldMkLst>
        <pc:spChg chg="mod">
          <ac:chgData name="Pedro Alatorre" userId="9d3befdc-a3aa-476f-8ce4-395f998ca365" providerId="ADAL" clId="{AA990AEF-34F3-46A6-BDAB-3B100E971532}" dt="2023-08-01T18:06:44.251" v="167" actId="122"/>
          <ac:spMkLst>
            <pc:docMk/>
            <pc:sldMk cId="391317423" sldId="258"/>
            <ac:spMk id="2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8:06:41.780" v="166" actId="20577"/>
          <ac:spMkLst>
            <pc:docMk/>
            <pc:sldMk cId="391317423" sldId="258"/>
            <ac:spMk id="3" creationId="{00000000-0000-0000-0000-000000000000}"/>
          </ac:spMkLst>
        </pc:spChg>
      </pc:sldChg>
      <pc:sldChg chg="addSp delSp modSp mod addCm delCm">
        <pc:chgData name="Pedro Alatorre" userId="9d3befdc-a3aa-476f-8ce4-395f998ca365" providerId="ADAL" clId="{AA990AEF-34F3-46A6-BDAB-3B100E971532}" dt="2023-08-01T19:31:03.601" v="227"/>
        <pc:sldMkLst>
          <pc:docMk/>
          <pc:sldMk cId="4007709345" sldId="259"/>
        </pc:sldMkLst>
        <pc:spChg chg="add del mod">
          <ac:chgData name="Pedro Alatorre" userId="9d3befdc-a3aa-476f-8ce4-395f998ca365" providerId="ADAL" clId="{AA990AEF-34F3-46A6-BDAB-3B100E971532}" dt="2023-08-01T19:07:52.036" v="171" actId="478"/>
          <ac:spMkLst>
            <pc:docMk/>
            <pc:sldMk cId="4007709345" sldId="259"/>
            <ac:spMk id="5" creationId="{06BF9A9A-C1C9-44BE-D7BC-ADF79D59B758}"/>
          </ac:spMkLst>
        </pc:spChg>
        <pc:graphicFrameChg chg="del">
          <ac:chgData name="Pedro Alatorre" userId="9d3befdc-a3aa-476f-8ce4-395f998ca365" providerId="ADAL" clId="{AA990AEF-34F3-46A6-BDAB-3B100E971532}" dt="2023-08-01T19:07:50.111" v="170" actId="478"/>
          <ac:graphicFrameMkLst>
            <pc:docMk/>
            <pc:sldMk cId="4007709345" sldId="259"/>
            <ac:graphicFrameMk id="4" creationId="{00000000-0000-0000-0000-000000000000}"/>
          </ac:graphicFrameMkLst>
        </pc:graphicFrameChg>
        <pc:graphicFrameChg chg="add mod modGraphic">
          <ac:chgData name="Pedro Alatorre" userId="9d3befdc-a3aa-476f-8ce4-395f998ca365" providerId="ADAL" clId="{AA990AEF-34F3-46A6-BDAB-3B100E971532}" dt="2023-08-01T19:09:35.048" v="217" actId="207"/>
          <ac:graphicFrameMkLst>
            <pc:docMk/>
            <pc:sldMk cId="4007709345" sldId="259"/>
            <ac:graphicFrameMk id="6" creationId="{1CE92AAF-BEB7-9F93-51FC-1376B8DD167A}"/>
          </ac:graphicFrameMkLst>
        </pc:graphicFrameChg>
      </pc:sldChg>
      <pc:sldChg chg="addSp delSp modSp mod addCm">
        <pc:chgData name="Pedro Alatorre" userId="9d3befdc-a3aa-476f-8ce4-395f998ca365" providerId="ADAL" clId="{AA990AEF-34F3-46A6-BDAB-3B100E971532}" dt="2023-08-01T19:50:52.857" v="298" actId="207"/>
        <pc:sldMkLst>
          <pc:docMk/>
          <pc:sldMk cId="4123808010" sldId="260"/>
        </pc:sldMkLst>
        <pc:spChg chg="mod">
          <ac:chgData name="Pedro Alatorre" userId="9d3befdc-a3aa-476f-8ce4-395f998ca365" providerId="ADAL" clId="{AA990AEF-34F3-46A6-BDAB-3B100E971532}" dt="2023-08-01T19:42:44.461" v="252" actId="122"/>
          <ac:spMkLst>
            <pc:docMk/>
            <pc:sldMk cId="4123808010" sldId="260"/>
            <ac:spMk id="2" creationId="{00000000-0000-0000-0000-000000000000}"/>
          </ac:spMkLst>
        </pc:spChg>
        <pc:spChg chg="del mod">
          <ac:chgData name="Pedro Alatorre" userId="9d3befdc-a3aa-476f-8ce4-395f998ca365" providerId="ADAL" clId="{AA990AEF-34F3-46A6-BDAB-3B100E971532}" dt="2023-08-01T19:42:36.092" v="250" actId="478"/>
          <ac:spMkLst>
            <pc:docMk/>
            <pc:sldMk cId="4123808010" sldId="260"/>
            <ac:spMk id="3" creationId="{00000000-0000-0000-0000-000000000000}"/>
          </ac:spMkLst>
        </pc:spChg>
        <pc:spChg chg="add del">
          <ac:chgData name="Pedro Alatorre" userId="9d3befdc-a3aa-476f-8ce4-395f998ca365" providerId="ADAL" clId="{AA990AEF-34F3-46A6-BDAB-3B100E971532}" dt="2023-08-01T19:35:23.552" v="230" actId="22"/>
          <ac:spMkLst>
            <pc:docMk/>
            <pc:sldMk cId="4123808010" sldId="260"/>
            <ac:spMk id="6" creationId="{BF55B7AC-61C9-8B15-32DD-02FC96BF17A2}"/>
          </ac:spMkLst>
        </pc:spChg>
        <pc:spChg chg="add del mod">
          <ac:chgData name="Pedro Alatorre" userId="9d3befdc-a3aa-476f-8ce4-395f998ca365" providerId="ADAL" clId="{AA990AEF-34F3-46A6-BDAB-3B100E971532}" dt="2023-08-01T19:42:41.337" v="251" actId="478"/>
          <ac:spMkLst>
            <pc:docMk/>
            <pc:sldMk cId="4123808010" sldId="260"/>
            <ac:spMk id="9" creationId="{D43A9B71-34CC-A4AF-459F-762239EC3DD9}"/>
          </ac:spMkLst>
        </pc:spChg>
        <pc:graphicFrameChg chg="del">
          <ac:chgData name="Pedro Alatorre" userId="9d3befdc-a3aa-476f-8ce4-395f998ca365" providerId="ADAL" clId="{AA990AEF-34F3-46A6-BDAB-3B100E971532}" dt="2023-08-01T19:35:15.787" v="228" actId="478"/>
          <ac:graphicFrameMkLst>
            <pc:docMk/>
            <pc:sldMk cId="4123808010" sldId="260"/>
            <ac:graphicFrameMk id="4" creationId="{00000000-0000-0000-0000-000000000000}"/>
          </ac:graphicFrameMkLst>
        </pc:graphicFrameChg>
        <pc:graphicFrameChg chg="add mod modGraphic">
          <ac:chgData name="Pedro Alatorre" userId="9d3befdc-a3aa-476f-8ce4-395f998ca365" providerId="ADAL" clId="{AA990AEF-34F3-46A6-BDAB-3B100E971532}" dt="2023-08-01T19:50:52.857" v="298" actId="207"/>
          <ac:graphicFrameMkLst>
            <pc:docMk/>
            <pc:sldMk cId="4123808010" sldId="260"/>
            <ac:graphicFrameMk id="7" creationId="{FBA8F179-BDEA-EFA8-DE8C-541BD03AD89B}"/>
          </ac:graphicFrameMkLst>
        </pc:graphicFrameChg>
      </pc:sldChg>
      <pc:sldChg chg="modSp mod addCm">
        <pc:chgData name="Pedro Alatorre" userId="9d3befdc-a3aa-476f-8ce4-395f998ca365" providerId="ADAL" clId="{AA990AEF-34F3-46A6-BDAB-3B100E971532}" dt="2023-08-01T19:46:14.736" v="274"/>
        <pc:sldMkLst>
          <pc:docMk/>
          <pc:sldMk cId="1884370783" sldId="261"/>
        </pc:sldMkLst>
        <pc:spChg chg="mod">
          <ac:chgData name="Pedro Alatorre" userId="9d3befdc-a3aa-476f-8ce4-395f998ca365" providerId="ADAL" clId="{AA990AEF-34F3-46A6-BDAB-3B100E971532}" dt="2023-08-01T19:44:46.945" v="266" actId="122"/>
          <ac:spMkLst>
            <pc:docMk/>
            <pc:sldMk cId="1884370783" sldId="261"/>
            <ac:spMk id="2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9:46:07.816" v="273" actId="207"/>
          <ac:spMkLst>
            <pc:docMk/>
            <pc:sldMk cId="1884370783" sldId="261"/>
            <ac:spMk id="3" creationId="{00000000-0000-0000-0000-000000000000}"/>
          </ac:spMkLst>
        </pc:spChg>
      </pc:sldChg>
      <pc:sldChg chg="modSp mod addCm">
        <pc:chgData name="Pedro Alatorre" userId="9d3befdc-a3aa-476f-8ce4-395f998ca365" providerId="ADAL" clId="{AA990AEF-34F3-46A6-BDAB-3B100E971532}" dt="2023-08-01T21:05:07.269" v="392"/>
        <pc:sldMkLst>
          <pc:docMk/>
          <pc:sldMk cId="1522734716" sldId="262"/>
        </pc:sldMkLst>
        <pc:spChg chg="mod">
          <ac:chgData name="Pedro Alatorre" userId="9d3befdc-a3aa-476f-8ce4-395f998ca365" providerId="ADAL" clId="{AA990AEF-34F3-46A6-BDAB-3B100E971532}" dt="2023-08-01T21:04:41.770" v="391" actId="1076"/>
          <ac:spMkLst>
            <pc:docMk/>
            <pc:sldMk cId="1522734716" sldId="262"/>
            <ac:spMk id="2" creationId="{00000000-0000-0000-0000-000000000000}"/>
          </ac:spMkLst>
        </pc:spChg>
      </pc:sldChg>
      <pc:sldChg chg="addSp modSp mod addCm delCm modCm">
        <pc:chgData name="Pedro Alatorre" userId="9d3befdc-a3aa-476f-8ce4-395f998ca365" providerId="ADAL" clId="{AA990AEF-34F3-46A6-BDAB-3B100E971532}" dt="2023-08-01T15:54:35.761" v="135"/>
        <pc:sldMkLst>
          <pc:docMk/>
          <pc:sldMk cId="939295220" sldId="263"/>
        </pc:sldMkLst>
        <pc:spChg chg="mod">
          <ac:chgData name="Pedro Alatorre" userId="9d3befdc-a3aa-476f-8ce4-395f998ca365" providerId="ADAL" clId="{AA990AEF-34F3-46A6-BDAB-3B100E971532}" dt="2023-08-01T15:43:07.128" v="120" actId="122"/>
          <ac:spMkLst>
            <pc:docMk/>
            <pc:sldMk cId="939295220" sldId="263"/>
            <ac:spMk id="3" creationId="{B06D4B99-36A5-7C13-A7A4-1CE68C1C810F}"/>
          </ac:spMkLst>
        </pc:spChg>
        <pc:spChg chg="add mod">
          <ac:chgData name="Pedro Alatorre" userId="9d3befdc-a3aa-476f-8ce4-395f998ca365" providerId="ADAL" clId="{AA990AEF-34F3-46A6-BDAB-3B100E971532}" dt="2023-08-01T15:46:37.504" v="134" actId="20577"/>
          <ac:spMkLst>
            <pc:docMk/>
            <pc:sldMk cId="939295220" sldId="263"/>
            <ac:spMk id="4" creationId="{77B9B74E-02F3-8B47-467B-59AB25F99A86}"/>
          </ac:spMkLst>
        </pc:spChg>
      </pc:sldChg>
      <pc:sldChg chg="addSp delSp modSp mod addCm modCm">
        <pc:chgData name="Pedro Alatorre" userId="9d3befdc-a3aa-476f-8ce4-395f998ca365" providerId="ADAL" clId="{AA990AEF-34F3-46A6-BDAB-3B100E971532}" dt="2023-08-01T20:01:31.126" v="390"/>
        <pc:sldMkLst>
          <pc:docMk/>
          <pc:sldMk cId="2133727669" sldId="264"/>
        </pc:sldMkLst>
        <pc:spChg chg="mod">
          <ac:chgData name="Pedro Alatorre" userId="9d3befdc-a3aa-476f-8ce4-395f998ca365" providerId="ADAL" clId="{AA990AEF-34F3-46A6-BDAB-3B100E971532}" dt="2023-08-01T19:47:58.145" v="275" actId="122"/>
          <ac:spMkLst>
            <pc:docMk/>
            <pc:sldMk cId="2133727669" sldId="264"/>
            <ac:spMk id="2" creationId="{DA232C9A-8A72-278C-03A0-8297F92FCAB5}"/>
          </ac:spMkLst>
        </pc:spChg>
        <pc:spChg chg="mod">
          <ac:chgData name="Pedro Alatorre" userId="9d3befdc-a3aa-476f-8ce4-395f998ca365" providerId="ADAL" clId="{AA990AEF-34F3-46A6-BDAB-3B100E971532}" dt="2023-08-01T19:49:14.834" v="294" actId="114"/>
          <ac:spMkLst>
            <pc:docMk/>
            <pc:sldMk cId="2133727669" sldId="264"/>
            <ac:spMk id="3" creationId="{6B2DEA8C-61C8-66E0-A333-4289892B753A}"/>
          </ac:spMkLst>
        </pc:spChg>
        <pc:graphicFrameChg chg="add mod modGraphic">
          <ac:chgData name="Pedro Alatorre" userId="9d3befdc-a3aa-476f-8ce4-395f998ca365" providerId="ADAL" clId="{AA990AEF-34F3-46A6-BDAB-3B100E971532}" dt="2023-08-01T19:58:17.091" v="381" actId="207"/>
          <ac:graphicFrameMkLst>
            <pc:docMk/>
            <pc:sldMk cId="2133727669" sldId="264"/>
            <ac:graphicFrameMk id="4" creationId="{67D3CD35-E26E-5A62-E8E8-00EFA963FBC1}"/>
          </ac:graphicFrameMkLst>
        </pc:graphicFrameChg>
        <pc:graphicFrameChg chg="del">
          <ac:chgData name="Pedro Alatorre" userId="9d3befdc-a3aa-476f-8ce4-395f998ca365" providerId="ADAL" clId="{AA990AEF-34F3-46A6-BDAB-3B100E971532}" dt="2023-08-01T19:48:46.147" v="285" actId="478"/>
          <ac:graphicFrameMkLst>
            <pc:docMk/>
            <pc:sldMk cId="2133727669" sldId="264"/>
            <ac:graphicFrameMk id="5" creationId="{48771289-5237-D6CB-92A0-2364C70E40AE}"/>
          </ac:graphicFrameMkLst>
        </pc:graphicFrameChg>
      </pc:sldChg>
    </pc:docChg>
  </pc:docChgLst>
  <pc:docChgLst>
    <pc:chgData name="Pedro Alatorre" userId="S::pedro@innevo.com::9d3befdc-a3aa-476f-8ce4-395f998ca365" providerId="AD" clId="Web-{EA9F3B11-FBC0-3EC7-7CBD-FAD4D6F8B8CD}"/>
    <pc:docChg chg="modSld">
      <pc:chgData name="Pedro Alatorre" userId="S::pedro@innevo.com::9d3befdc-a3aa-476f-8ce4-395f998ca365" providerId="AD" clId="Web-{EA9F3B11-FBC0-3EC7-7CBD-FAD4D6F8B8CD}" dt="2023-05-16T15:51:31.868" v="41" actId="20577"/>
      <pc:docMkLst>
        <pc:docMk/>
      </pc:docMkLst>
      <pc:sldChg chg="addSp modSp">
        <pc:chgData name="Pedro Alatorre" userId="S::pedro@innevo.com::9d3befdc-a3aa-476f-8ce4-395f998ca365" providerId="AD" clId="Web-{EA9F3B11-FBC0-3EC7-7CBD-FAD4D6F8B8CD}" dt="2023-05-16T15:46:41.670" v="17" actId="20577"/>
        <pc:sldMkLst>
          <pc:docMk/>
          <pc:sldMk cId="3591639619" sldId="256"/>
        </pc:sldMkLst>
        <pc:spChg chg="mod">
          <ac:chgData name="Pedro Alatorre" userId="S::pedro@innevo.com::9d3befdc-a3aa-476f-8ce4-395f998ca365" providerId="AD" clId="Web-{EA9F3B11-FBC0-3EC7-7CBD-FAD4D6F8B8CD}" dt="2023-05-16T15:45:48.731" v="4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45:56.012" v="5" actId="20577"/>
          <ac:spMkLst>
            <pc:docMk/>
            <pc:sldMk cId="3591639619" sldId="256"/>
            <ac:spMk id="3" creationId="{00000000-0000-0000-0000-000000000000}"/>
          </ac:spMkLst>
        </pc:spChg>
        <pc:spChg chg="add mod">
          <ac:chgData name="Pedro Alatorre" userId="S::pedro@innevo.com::9d3befdc-a3aa-476f-8ce4-395f998ca365" providerId="AD" clId="Web-{EA9F3B11-FBC0-3EC7-7CBD-FAD4D6F8B8CD}" dt="2023-05-16T15:46:41.670" v="17" actId="20577"/>
          <ac:spMkLst>
            <pc:docMk/>
            <pc:sldMk cId="3591639619" sldId="256"/>
            <ac:spMk id="4" creationId="{0F18BF35-3A4E-A4CE-3D6F-B9AA69126CBD}"/>
          </ac:spMkLst>
        </pc:spChg>
      </pc:sldChg>
      <pc:sldChg chg="modSp">
        <pc:chgData name="Pedro Alatorre" userId="S::pedro@innevo.com::9d3befdc-a3aa-476f-8ce4-395f998ca365" providerId="AD" clId="Web-{EA9F3B11-FBC0-3EC7-7CBD-FAD4D6F8B8CD}" dt="2023-05-16T15:51:12.539" v="40"/>
        <pc:sldMkLst>
          <pc:docMk/>
          <pc:sldMk cId="3615048108" sldId="257"/>
        </pc:sldMkLst>
        <pc:spChg chg="mod">
          <ac:chgData name="Pedro Alatorre" userId="S::pedro@innevo.com::9d3befdc-a3aa-476f-8ce4-395f998ca365" providerId="AD" clId="Web-{EA9F3B11-FBC0-3EC7-7CBD-FAD4D6F8B8CD}" dt="2023-05-16T15:50:52.273" v="28" actId="20577"/>
          <ac:spMkLst>
            <pc:docMk/>
            <pc:sldMk cId="3615048108" sldId="257"/>
            <ac:spMk id="2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50:57.148" v="29" actId="14100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51:00.351" v="30" actId="14100"/>
          <ac:spMkLst>
            <pc:docMk/>
            <pc:sldMk cId="3615048108" sldId="257"/>
            <ac:spMk id="11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47:05.780" v="21" actId="20577"/>
          <ac:spMkLst>
            <pc:docMk/>
            <pc:sldMk cId="3615048108" sldId="257"/>
            <ac:spMk id="14" creationId="{00000000-0000-0000-0000-000000000000}"/>
          </ac:spMkLst>
        </pc:spChg>
        <pc:graphicFrameChg chg="mod modGraphic">
          <ac:chgData name="Pedro Alatorre" userId="S::pedro@innevo.com::9d3befdc-a3aa-476f-8ce4-395f998ca365" providerId="AD" clId="Web-{EA9F3B11-FBC0-3EC7-7CBD-FAD4D6F8B8CD}" dt="2023-05-16T15:51:12.539" v="40"/>
          <ac:graphicFrameMkLst>
            <pc:docMk/>
            <pc:sldMk cId="3615048108" sldId="257"/>
            <ac:graphicFrameMk id="5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EA9F3B11-FBC0-3EC7-7CBD-FAD4D6F8B8CD}" dt="2023-05-16T15:51:31.868" v="41" actId="20577"/>
        <pc:sldMkLst>
          <pc:docMk/>
          <pc:sldMk cId="1884370783" sldId="261"/>
        </pc:sldMkLst>
        <pc:spChg chg="mod">
          <ac:chgData name="Pedro Alatorre" userId="S::pedro@innevo.com::9d3befdc-a3aa-476f-8ce4-395f998ca365" providerId="AD" clId="Web-{EA9F3B11-FBC0-3EC7-7CBD-FAD4D6F8B8CD}" dt="2023-05-16T15:51:31.868" v="41" actId="20577"/>
          <ac:spMkLst>
            <pc:docMk/>
            <pc:sldMk cId="1884370783" sldId="261"/>
            <ac:spMk id="3" creationId="{00000000-0000-0000-0000-000000000000}"/>
          </ac:spMkLst>
        </pc:spChg>
      </pc:sldChg>
    </pc:docChg>
  </pc:docChgLst>
  <pc:docChgLst>
    <pc:chgData name="Pedro Alatorre" userId="9d3befdc-a3aa-476f-8ce4-395f998ca365" providerId="ADAL" clId="{AA52C9F3-293B-4A94-B994-EBF4DA1AAD2C}"/>
    <pc:docChg chg="undo redo custSel delSld modSld sldOrd">
      <pc:chgData name="Pedro Alatorre" userId="9d3befdc-a3aa-476f-8ce4-395f998ca365" providerId="ADAL" clId="{AA52C9F3-293B-4A94-B994-EBF4DA1AAD2C}" dt="2023-11-01T23:23:29.977" v="607"/>
      <pc:docMkLst>
        <pc:docMk/>
      </pc:docMkLst>
      <pc:sldChg chg="modSp mod">
        <pc:chgData name="Pedro Alatorre" userId="9d3befdc-a3aa-476f-8ce4-395f998ca365" providerId="ADAL" clId="{AA52C9F3-293B-4A94-B994-EBF4DA1AAD2C}" dt="2023-11-01T22:43:30.464" v="578" actId="20577"/>
        <pc:sldMkLst>
          <pc:docMk/>
          <pc:sldMk cId="3591639619" sldId="256"/>
        </pc:sldMkLst>
        <pc:spChg chg="mod">
          <ac:chgData name="Pedro Alatorre" userId="9d3befdc-a3aa-476f-8ce4-395f998ca365" providerId="ADAL" clId="{AA52C9F3-293B-4A94-B994-EBF4DA1AAD2C}" dt="2023-11-01T22:43:25.834" v="574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9d3befdc-a3aa-476f-8ce4-395f998ca365" providerId="ADAL" clId="{AA52C9F3-293B-4A94-B994-EBF4DA1AAD2C}" dt="2023-11-01T22:43:30.464" v="578" actId="20577"/>
          <ac:spMkLst>
            <pc:docMk/>
            <pc:sldMk cId="3591639619" sldId="256"/>
            <ac:spMk id="3" creationId="{00000000-0000-0000-0000-000000000000}"/>
          </ac:spMkLst>
        </pc:spChg>
      </pc:sldChg>
      <pc:sldChg chg="del">
        <pc:chgData name="Pedro Alatorre" userId="9d3befdc-a3aa-476f-8ce4-395f998ca365" providerId="ADAL" clId="{AA52C9F3-293B-4A94-B994-EBF4DA1AAD2C}" dt="2023-10-31T22:08:15.752" v="298" actId="47"/>
        <pc:sldMkLst>
          <pc:docMk/>
          <pc:sldMk cId="1522734716" sldId="262"/>
        </pc:sldMkLst>
      </pc:sldChg>
      <pc:sldChg chg="addSp modSp mod">
        <pc:chgData name="Pedro Alatorre" userId="9d3befdc-a3aa-476f-8ce4-395f998ca365" providerId="ADAL" clId="{AA52C9F3-293B-4A94-B994-EBF4DA1AAD2C}" dt="2023-11-01T16:58:47.994" v="572" actId="2710"/>
        <pc:sldMkLst>
          <pc:docMk/>
          <pc:sldMk cId="939295220" sldId="263"/>
        </pc:sldMkLst>
        <pc:spChg chg="mod">
          <ac:chgData name="Pedro Alatorre" userId="9d3befdc-a3aa-476f-8ce4-395f998ca365" providerId="ADAL" clId="{AA52C9F3-293B-4A94-B994-EBF4DA1AAD2C}" dt="2023-10-31T21:15:24.122" v="66" actId="1076"/>
          <ac:spMkLst>
            <pc:docMk/>
            <pc:sldMk cId="939295220" sldId="263"/>
            <ac:spMk id="2" creationId="{DF6DF0D0-8DD1-D3B8-611C-4B9393E3F0FC}"/>
          </ac:spMkLst>
        </pc:spChg>
        <pc:spChg chg="add mod">
          <ac:chgData name="Pedro Alatorre" userId="9d3befdc-a3aa-476f-8ce4-395f998ca365" providerId="ADAL" clId="{AA52C9F3-293B-4A94-B994-EBF4DA1AAD2C}" dt="2023-11-01T16:58:47.994" v="572" actId="2710"/>
          <ac:spMkLst>
            <pc:docMk/>
            <pc:sldMk cId="939295220" sldId="263"/>
            <ac:spMk id="3" creationId="{6964D1B7-695B-B870-8BF9-36F43DC2F86A}"/>
          </ac:spMkLst>
        </pc:spChg>
        <pc:spChg chg="mod">
          <ac:chgData name="Pedro Alatorre" userId="9d3befdc-a3aa-476f-8ce4-395f998ca365" providerId="ADAL" clId="{AA52C9F3-293B-4A94-B994-EBF4DA1AAD2C}" dt="2023-11-01T16:56:05.804" v="570" actId="1076"/>
          <ac:spMkLst>
            <pc:docMk/>
            <pc:sldMk cId="939295220" sldId="263"/>
            <ac:spMk id="6" creationId="{AC56605A-031D-D2C4-AAAF-35F14BD20DAE}"/>
          </ac:spMkLst>
        </pc:spChg>
      </pc:sldChg>
      <pc:sldChg chg="addSp delSp modSp mod">
        <pc:chgData name="Pedro Alatorre" userId="9d3befdc-a3aa-476f-8ce4-395f998ca365" providerId="ADAL" clId="{AA52C9F3-293B-4A94-B994-EBF4DA1AAD2C}" dt="2023-10-31T22:17:01.029" v="358" actId="1076"/>
        <pc:sldMkLst>
          <pc:docMk/>
          <pc:sldMk cId="967073581" sldId="264"/>
        </pc:sldMkLst>
        <pc:spChg chg="mod">
          <ac:chgData name="Pedro Alatorre" userId="9d3befdc-a3aa-476f-8ce4-395f998ca365" providerId="ADAL" clId="{AA52C9F3-293B-4A94-B994-EBF4DA1AAD2C}" dt="2023-10-31T21:15:47.352" v="81" actId="1076"/>
          <ac:spMkLst>
            <pc:docMk/>
            <pc:sldMk cId="967073581" sldId="264"/>
            <ac:spMk id="2" creationId="{56E5FB80-EAB1-51F6-0F39-E933F89AD3D7}"/>
          </ac:spMkLst>
        </pc:spChg>
        <pc:spChg chg="del">
          <ac:chgData name="Pedro Alatorre" userId="9d3befdc-a3aa-476f-8ce4-395f998ca365" providerId="ADAL" clId="{AA52C9F3-293B-4A94-B994-EBF4DA1AAD2C}" dt="2023-10-31T21:15:52.422" v="82" actId="478"/>
          <ac:spMkLst>
            <pc:docMk/>
            <pc:sldMk cId="967073581" sldId="264"/>
            <ac:spMk id="3" creationId="{BB75DC9F-1D34-223D-27CC-775272C05E15}"/>
          </ac:spMkLst>
        </pc:spChg>
        <pc:spChg chg="add del mod">
          <ac:chgData name="Pedro Alatorre" userId="9d3befdc-a3aa-476f-8ce4-395f998ca365" providerId="ADAL" clId="{AA52C9F3-293B-4A94-B994-EBF4DA1AAD2C}" dt="2023-10-31T21:15:54.832" v="83" actId="478"/>
          <ac:spMkLst>
            <pc:docMk/>
            <pc:sldMk cId="967073581" sldId="264"/>
            <ac:spMk id="5" creationId="{98A12A96-BE5F-65EC-06AC-E507D2223C4D}"/>
          </ac:spMkLst>
        </pc:spChg>
        <pc:spChg chg="add mod">
          <ac:chgData name="Pedro Alatorre" userId="9d3befdc-a3aa-476f-8ce4-395f998ca365" providerId="ADAL" clId="{AA52C9F3-293B-4A94-B994-EBF4DA1AAD2C}" dt="2023-10-31T21:16:22.162" v="90" actId="14100"/>
          <ac:spMkLst>
            <pc:docMk/>
            <pc:sldMk cId="967073581" sldId="264"/>
            <ac:spMk id="7" creationId="{DC5D7036-4808-7B8D-8648-77A16DA6B2C8}"/>
          </ac:spMkLst>
        </pc:spChg>
        <pc:graphicFrameChg chg="add del mod modGraphic">
          <ac:chgData name="Pedro Alatorre" userId="9d3befdc-a3aa-476f-8ce4-395f998ca365" providerId="ADAL" clId="{AA52C9F3-293B-4A94-B994-EBF4DA1AAD2C}" dt="2023-10-31T22:16:49.319" v="354" actId="478"/>
          <ac:graphicFrameMkLst>
            <pc:docMk/>
            <pc:sldMk cId="967073581" sldId="264"/>
            <ac:graphicFrameMk id="6" creationId="{13EB3771-9F77-5111-2EE1-A3FDE3BFCB88}"/>
          </ac:graphicFrameMkLst>
        </pc:graphicFrameChg>
        <pc:picChg chg="add mod">
          <ac:chgData name="Pedro Alatorre" userId="9d3befdc-a3aa-476f-8ce4-395f998ca365" providerId="ADAL" clId="{AA52C9F3-293B-4A94-B994-EBF4DA1AAD2C}" dt="2023-10-31T22:17:01.029" v="358" actId="1076"/>
          <ac:picMkLst>
            <pc:docMk/>
            <pc:sldMk cId="967073581" sldId="264"/>
            <ac:picMk id="9" creationId="{4DB6F90E-B8B1-1D4C-88B6-659DF684A386}"/>
          </ac:picMkLst>
        </pc:picChg>
      </pc:sldChg>
      <pc:sldChg chg="addSp delSp modSp mod">
        <pc:chgData name="Pedro Alatorre" userId="9d3befdc-a3aa-476f-8ce4-395f998ca365" providerId="ADAL" clId="{AA52C9F3-293B-4A94-B994-EBF4DA1AAD2C}" dt="2023-11-01T22:46:08.204" v="580" actId="1076"/>
        <pc:sldMkLst>
          <pc:docMk/>
          <pc:sldMk cId="3068521344" sldId="265"/>
        </pc:sldMkLst>
        <pc:spChg chg="mod">
          <ac:chgData name="Pedro Alatorre" userId="9d3befdc-a3aa-476f-8ce4-395f998ca365" providerId="ADAL" clId="{AA52C9F3-293B-4A94-B994-EBF4DA1AAD2C}" dt="2023-10-31T21:18:29.422" v="103" actId="1076"/>
          <ac:spMkLst>
            <pc:docMk/>
            <pc:sldMk cId="3068521344" sldId="265"/>
            <ac:spMk id="2" creationId="{B1A0D64E-AFF0-511B-8428-0FA389AE3642}"/>
          </ac:spMkLst>
        </pc:spChg>
        <pc:spChg chg="del">
          <ac:chgData name="Pedro Alatorre" userId="9d3befdc-a3aa-476f-8ce4-395f998ca365" providerId="ADAL" clId="{AA52C9F3-293B-4A94-B994-EBF4DA1AAD2C}" dt="2023-10-31T21:18:11.434" v="91" actId="478"/>
          <ac:spMkLst>
            <pc:docMk/>
            <pc:sldMk cId="3068521344" sldId="265"/>
            <ac:spMk id="3" creationId="{C6121FDC-99CA-CA28-9C06-B44441B70589}"/>
          </ac:spMkLst>
        </pc:spChg>
        <pc:spChg chg="add del mod">
          <ac:chgData name="Pedro Alatorre" userId="9d3befdc-a3aa-476f-8ce4-395f998ca365" providerId="ADAL" clId="{AA52C9F3-293B-4A94-B994-EBF4DA1AAD2C}" dt="2023-10-31T21:18:12.242" v="92" actId="478"/>
          <ac:spMkLst>
            <pc:docMk/>
            <pc:sldMk cId="3068521344" sldId="265"/>
            <ac:spMk id="5" creationId="{C4520EDC-96CF-AC01-F6FC-812109574A52}"/>
          </ac:spMkLst>
        </pc:spChg>
        <pc:graphicFrameChg chg="add del mod modGraphic">
          <ac:chgData name="Pedro Alatorre" userId="9d3befdc-a3aa-476f-8ce4-395f998ca365" providerId="ADAL" clId="{AA52C9F3-293B-4A94-B994-EBF4DA1AAD2C}" dt="2023-10-31T22:17:34.124" v="360" actId="478"/>
          <ac:graphicFrameMkLst>
            <pc:docMk/>
            <pc:sldMk cId="3068521344" sldId="265"/>
            <ac:graphicFrameMk id="6" creationId="{1E2DBC20-311B-9B57-589F-BCB0721328CA}"/>
          </ac:graphicFrameMkLst>
        </pc:graphicFrameChg>
        <pc:picChg chg="add mod">
          <ac:chgData name="Pedro Alatorre" userId="9d3befdc-a3aa-476f-8ce4-395f998ca365" providerId="ADAL" clId="{AA52C9F3-293B-4A94-B994-EBF4DA1AAD2C}" dt="2023-11-01T22:46:08.204" v="580" actId="1076"/>
          <ac:picMkLst>
            <pc:docMk/>
            <pc:sldMk cId="3068521344" sldId="265"/>
            <ac:picMk id="8" creationId="{BBEEE654-2632-0BAB-EE75-BCF362E36791}"/>
          </ac:picMkLst>
        </pc:picChg>
      </pc:sldChg>
      <pc:sldChg chg="addSp delSp modSp mod">
        <pc:chgData name="Pedro Alatorre" userId="9d3befdc-a3aa-476f-8ce4-395f998ca365" providerId="ADAL" clId="{AA52C9F3-293B-4A94-B994-EBF4DA1AAD2C}" dt="2023-10-31T21:19:59.581" v="127" actId="1076"/>
        <pc:sldMkLst>
          <pc:docMk/>
          <pc:sldMk cId="3808432513" sldId="266"/>
        </pc:sldMkLst>
        <pc:spChg chg="mod">
          <ac:chgData name="Pedro Alatorre" userId="9d3befdc-a3aa-476f-8ce4-395f998ca365" providerId="ADAL" clId="{AA52C9F3-293B-4A94-B994-EBF4DA1AAD2C}" dt="2023-10-31T21:19:37.341" v="120" actId="1076"/>
          <ac:spMkLst>
            <pc:docMk/>
            <pc:sldMk cId="3808432513" sldId="266"/>
            <ac:spMk id="2" creationId="{3C2139B6-F120-F7EA-A07B-ECB409557C54}"/>
          </ac:spMkLst>
        </pc:spChg>
        <pc:spChg chg="del mod">
          <ac:chgData name="Pedro Alatorre" userId="9d3befdc-a3aa-476f-8ce4-395f998ca365" providerId="ADAL" clId="{AA52C9F3-293B-4A94-B994-EBF4DA1AAD2C}" dt="2023-10-31T21:19:47.595" v="123" actId="478"/>
          <ac:spMkLst>
            <pc:docMk/>
            <pc:sldMk cId="3808432513" sldId="266"/>
            <ac:spMk id="3" creationId="{91033393-9B05-6BD0-ADA2-4E7D2A8B1921}"/>
          </ac:spMkLst>
        </pc:spChg>
        <pc:picChg chg="add mod">
          <ac:chgData name="Pedro Alatorre" userId="9d3befdc-a3aa-476f-8ce4-395f998ca365" providerId="ADAL" clId="{AA52C9F3-293B-4A94-B994-EBF4DA1AAD2C}" dt="2023-10-31T21:19:59.581" v="127" actId="1076"/>
          <ac:picMkLst>
            <pc:docMk/>
            <pc:sldMk cId="3808432513" sldId="266"/>
            <ac:picMk id="4" creationId="{C3775E0B-CE6E-E69C-DA47-82037EE5AED4}"/>
          </ac:picMkLst>
        </pc:picChg>
      </pc:sldChg>
      <pc:sldChg chg="addSp delSp modSp mod setBg">
        <pc:chgData name="Pedro Alatorre" userId="9d3befdc-a3aa-476f-8ce4-395f998ca365" providerId="ADAL" clId="{AA52C9F3-293B-4A94-B994-EBF4DA1AAD2C}" dt="2023-10-31T21:34:28.211" v="154" actId="1076"/>
        <pc:sldMkLst>
          <pc:docMk/>
          <pc:sldMk cId="3786270076" sldId="267"/>
        </pc:sldMkLst>
        <pc:spChg chg="mod">
          <ac:chgData name="Pedro Alatorre" userId="9d3befdc-a3aa-476f-8ce4-395f998ca365" providerId="ADAL" clId="{AA52C9F3-293B-4A94-B994-EBF4DA1AAD2C}" dt="2023-10-31T21:34:20.905" v="149" actId="26606"/>
          <ac:spMkLst>
            <pc:docMk/>
            <pc:sldMk cId="3786270076" sldId="267"/>
            <ac:spMk id="2" creationId="{9C26732B-1EA9-5D52-7212-D5BD2569AF17}"/>
          </ac:spMkLst>
        </pc:spChg>
        <pc:spChg chg="del">
          <ac:chgData name="Pedro Alatorre" userId="9d3befdc-a3aa-476f-8ce4-395f998ca365" providerId="ADAL" clId="{AA52C9F3-293B-4A94-B994-EBF4DA1AAD2C}" dt="2023-10-31T21:20:40.091" v="140" actId="478"/>
          <ac:spMkLst>
            <pc:docMk/>
            <pc:sldMk cId="3786270076" sldId="267"/>
            <ac:spMk id="3" creationId="{189E663A-70B7-8AB0-69EE-D8733B44209B}"/>
          </ac:spMkLst>
        </pc:spChg>
        <pc:spChg chg="add del mod">
          <ac:chgData name="Pedro Alatorre" userId="9d3befdc-a3aa-476f-8ce4-395f998ca365" providerId="ADAL" clId="{AA52C9F3-293B-4A94-B994-EBF4DA1AAD2C}" dt="2023-10-31T21:20:41.011" v="142" actId="478"/>
          <ac:spMkLst>
            <pc:docMk/>
            <pc:sldMk cId="3786270076" sldId="267"/>
            <ac:spMk id="5" creationId="{D2835FE6-7FF6-06CD-778C-B27809ECE9F1}"/>
          </ac:spMkLst>
        </pc:spChg>
        <pc:spChg chg="add del">
          <ac:chgData name="Pedro Alatorre" userId="9d3befdc-a3aa-476f-8ce4-395f998ca365" providerId="ADAL" clId="{AA52C9F3-293B-4A94-B994-EBF4DA1AAD2C}" dt="2023-10-31T21:33:21.539" v="145" actId="26606"/>
          <ac:spMkLst>
            <pc:docMk/>
            <pc:sldMk cId="3786270076" sldId="267"/>
            <ac:spMk id="11" creationId="{D12DDE76-C203-4047-9998-63900085B5E8}"/>
          </ac:spMkLst>
        </pc:spChg>
        <pc:spChg chg="add del">
          <ac:chgData name="Pedro Alatorre" userId="9d3befdc-a3aa-476f-8ce4-395f998ca365" providerId="ADAL" clId="{AA52C9F3-293B-4A94-B994-EBF4DA1AAD2C}" dt="2023-10-31T21:34:20.905" v="149" actId="26606"/>
          <ac:spMkLst>
            <pc:docMk/>
            <pc:sldMk cId="3786270076" sldId="267"/>
            <ac:spMk id="12" creationId="{A4AC5506-6312-4701-8D3C-40187889A947}"/>
          </ac:spMkLst>
        </pc:spChg>
        <pc:graphicFrameChg chg="add del mod modGraphic">
          <ac:chgData name="Pedro Alatorre" userId="9d3befdc-a3aa-476f-8ce4-395f998ca365" providerId="ADAL" clId="{AA52C9F3-293B-4A94-B994-EBF4DA1AAD2C}" dt="2023-10-31T21:33:22.598" v="146"/>
          <ac:graphicFrameMkLst>
            <pc:docMk/>
            <pc:sldMk cId="3786270076" sldId="267"/>
            <ac:graphicFrameMk id="6" creationId="{51F19529-61F7-82F6-A580-39B6566C7419}"/>
          </ac:graphicFrameMkLst>
        </pc:graphicFrameChg>
        <pc:graphicFrameChg chg="add del mod modGraphic">
          <ac:chgData name="Pedro Alatorre" userId="9d3befdc-a3aa-476f-8ce4-395f998ca365" providerId="ADAL" clId="{AA52C9F3-293B-4A94-B994-EBF4DA1AAD2C}" dt="2023-10-31T21:34:21.078" v="150"/>
          <ac:graphicFrameMkLst>
            <pc:docMk/>
            <pc:sldMk cId="3786270076" sldId="267"/>
            <ac:graphicFrameMk id="7" creationId="{7A940B8C-7B3A-072D-DD98-B75353BE1B69}"/>
          </ac:graphicFrameMkLst>
        </pc:graphicFrameChg>
        <pc:picChg chg="add mod">
          <ac:chgData name="Pedro Alatorre" userId="9d3befdc-a3aa-476f-8ce4-395f998ca365" providerId="ADAL" clId="{AA52C9F3-293B-4A94-B994-EBF4DA1AAD2C}" dt="2023-10-31T21:34:28.211" v="154" actId="1076"/>
          <ac:picMkLst>
            <pc:docMk/>
            <pc:sldMk cId="3786270076" sldId="267"/>
            <ac:picMk id="9" creationId="{AB25C394-F1C9-D763-8F7E-D6B8C60989AC}"/>
          </ac:picMkLst>
        </pc:picChg>
      </pc:sldChg>
      <pc:sldChg chg="addSp delSp modSp mod ord">
        <pc:chgData name="Pedro Alatorre" userId="9d3befdc-a3aa-476f-8ce4-395f998ca365" providerId="ADAL" clId="{AA52C9F3-293B-4A94-B994-EBF4DA1AAD2C}" dt="2023-11-01T23:23:05.122" v="603"/>
        <pc:sldMkLst>
          <pc:docMk/>
          <pc:sldMk cId="2501312562" sldId="268"/>
        </pc:sldMkLst>
        <pc:spChg chg="mod">
          <ac:chgData name="Pedro Alatorre" userId="9d3befdc-a3aa-476f-8ce4-395f998ca365" providerId="ADAL" clId="{AA52C9F3-293B-4A94-B994-EBF4DA1AAD2C}" dt="2023-10-31T22:01:56.070" v="252" actId="14100"/>
          <ac:spMkLst>
            <pc:docMk/>
            <pc:sldMk cId="2501312562" sldId="268"/>
            <ac:spMk id="2" creationId="{0DC58264-52D8-BE16-27DB-C319C6BBBAA1}"/>
          </ac:spMkLst>
        </pc:spChg>
        <pc:spChg chg="del">
          <ac:chgData name="Pedro Alatorre" userId="9d3befdc-a3aa-476f-8ce4-395f998ca365" providerId="ADAL" clId="{AA52C9F3-293B-4A94-B994-EBF4DA1AAD2C}" dt="2023-10-31T21:56:22.816" v="182" actId="478"/>
          <ac:spMkLst>
            <pc:docMk/>
            <pc:sldMk cId="2501312562" sldId="268"/>
            <ac:spMk id="3" creationId="{FC46FE66-3508-0791-1B2D-A424B78A6FBE}"/>
          </ac:spMkLst>
        </pc:spChg>
        <pc:spChg chg="add del mod">
          <ac:chgData name="Pedro Alatorre" userId="9d3befdc-a3aa-476f-8ce4-395f998ca365" providerId="ADAL" clId="{AA52C9F3-293B-4A94-B994-EBF4DA1AAD2C}" dt="2023-10-31T21:56:23.180" v="183" actId="478"/>
          <ac:spMkLst>
            <pc:docMk/>
            <pc:sldMk cId="2501312562" sldId="268"/>
            <ac:spMk id="5" creationId="{861CE668-3DB7-FFCE-DA80-C712AC5D56B6}"/>
          </ac:spMkLst>
        </pc:spChg>
        <pc:spChg chg="add del mod">
          <ac:chgData name="Pedro Alatorre" userId="9d3befdc-a3aa-476f-8ce4-395f998ca365" providerId="ADAL" clId="{AA52C9F3-293B-4A94-B994-EBF4DA1AAD2C}" dt="2023-10-31T21:58:15.570" v="185"/>
          <ac:spMkLst>
            <pc:docMk/>
            <pc:sldMk cId="2501312562" sldId="268"/>
            <ac:spMk id="7" creationId="{EC17595A-E865-1EC5-F48A-E68659833E9C}"/>
          </ac:spMkLst>
        </pc:spChg>
        <pc:spChg chg="add del mod">
          <ac:chgData name="Pedro Alatorre" userId="9d3befdc-a3aa-476f-8ce4-395f998ca365" providerId="ADAL" clId="{AA52C9F3-293B-4A94-B994-EBF4DA1AAD2C}" dt="2023-10-31T21:58:15.570" v="185"/>
          <ac:spMkLst>
            <pc:docMk/>
            <pc:sldMk cId="2501312562" sldId="268"/>
            <ac:spMk id="8" creationId="{D0D031E9-3839-B6C5-C07D-CB93AF011FCB}"/>
          </ac:spMkLst>
        </pc:spChg>
        <pc:graphicFrameChg chg="add del mod">
          <ac:chgData name="Pedro Alatorre" userId="9d3befdc-a3aa-476f-8ce4-395f998ca365" providerId="ADAL" clId="{AA52C9F3-293B-4A94-B994-EBF4DA1AAD2C}" dt="2023-10-31T21:58:15.570" v="185"/>
          <ac:graphicFrameMkLst>
            <pc:docMk/>
            <pc:sldMk cId="2501312562" sldId="268"/>
            <ac:graphicFrameMk id="6" creationId="{6D209CDA-1D04-19FE-148C-968C394BF81B}"/>
          </ac:graphicFrameMkLst>
        </pc:graphicFrameChg>
        <pc:graphicFrameChg chg="add del mod modGraphic">
          <ac:chgData name="Pedro Alatorre" userId="9d3befdc-a3aa-476f-8ce4-395f998ca365" providerId="ADAL" clId="{AA52C9F3-293B-4A94-B994-EBF4DA1AAD2C}" dt="2023-10-31T21:59:51.910" v="243" actId="478"/>
          <ac:graphicFrameMkLst>
            <pc:docMk/>
            <pc:sldMk cId="2501312562" sldId="268"/>
            <ac:graphicFrameMk id="9" creationId="{D01DAFF6-4C6A-F175-3D0F-B3E2D7EE9CD2}"/>
          </ac:graphicFrameMkLst>
        </pc:graphicFrameChg>
        <pc:picChg chg="add del mod">
          <ac:chgData name="Pedro Alatorre" userId="9d3befdc-a3aa-476f-8ce4-395f998ca365" providerId="ADAL" clId="{AA52C9F3-293B-4A94-B994-EBF4DA1AAD2C}" dt="2023-10-31T22:02:42.350" v="258" actId="478"/>
          <ac:picMkLst>
            <pc:docMk/>
            <pc:sldMk cId="2501312562" sldId="268"/>
            <ac:picMk id="11" creationId="{2EC28E24-97CC-C954-B2E9-3F5D3D34814D}"/>
          </ac:picMkLst>
        </pc:picChg>
        <pc:picChg chg="add del mod">
          <ac:chgData name="Pedro Alatorre" userId="9d3befdc-a3aa-476f-8ce4-395f998ca365" providerId="ADAL" clId="{AA52C9F3-293B-4A94-B994-EBF4DA1AAD2C}" dt="2023-10-31T22:02:44.830" v="260" actId="478"/>
          <ac:picMkLst>
            <pc:docMk/>
            <pc:sldMk cId="2501312562" sldId="268"/>
            <ac:picMk id="13" creationId="{5F749F26-FBBC-C97E-C617-817C824CE982}"/>
          </ac:picMkLst>
        </pc:picChg>
        <pc:picChg chg="add del mod">
          <ac:chgData name="Pedro Alatorre" userId="9d3befdc-a3aa-476f-8ce4-395f998ca365" providerId="ADAL" clId="{AA52C9F3-293B-4A94-B994-EBF4DA1AAD2C}" dt="2023-10-31T22:02:43.070" v="259" actId="478"/>
          <ac:picMkLst>
            <pc:docMk/>
            <pc:sldMk cId="2501312562" sldId="268"/>
            <ac:picMk id="14" creationId="{25BD7246-1A5E-E6EB-312F-5BC8D0B5C636}"/>
          </ac:picMkLst>
        </pc:picChg>
        <pc:picChg chg="add del mod">
          <ac:chgData name="Pedro Alatorre" userId="9d3befdc-a3aa-476f-8ce4-395f998ca365" providerId="ADAL" clId="{AA52C9F3-293B-4A94-B994-EBF4DA1AAD2C}" dt="2023-10-31T22:33:57.365" v="363" actId="478"/>
          <ac:picMkLst>
            <pc:docMk/>
            <pc:sldMk cId="2501312562" sldId="268"/>
            <ac:picMk id="16" creationId="{AE90EFEF-0619-CE0B-987B-774A3EA11E50}"/>
          </ac:picMkLst>
        </pc:picChg>
        <pc:picChg chg="add mod">
          <ac:chgData name="Pedro Alatorre" userId="9d3befdc-a3aa-476f-8ce4-395f998ca365" providerId="ADAL" clId="{AA52C9F3-293B-4A94-B994-EBF4DA1AAD2C}" dt="2023-10-31T22:34:10.705" v="368" actId="1076"/>
          <ac:picMkLst>
            <pc:docMk/>
            <pc:sldMk cId="2501312562" sldId="268"/>
            <ac:picMk id="18" creationId="{F9986DCC-23F7-D1F4-FE8C-E486303337C4}"/>
          </ac:picMkLst>
        </pc:picChg>
      </pc:sldChg>
      <pc:sldChg chg="addSp delSp modSp mod">
        <pc:chgData name="Pedro Alatorre" userId="9d3befdc-a3aa-476f-8ce4-395f998ca365" providerId="ADAL" clId="{AA52C9F3-293B-4A94-B994-EBF4DA1AAD2C}" dt="2023-11-01T22:59:09.264" v="599" actId="1076"/>
        <pc:sldMkLst>
          <pc:docMk/>
          <pc:sldMk cId="92542267" sldId="269"/>
        </pc:sldMkLst>
        <pc:spChg chg="mod">
          <ac:chgData name="Pedro Alatorre" userId="9d3befdc-a3aa-476f-8ce4-395f998ca365" providerId="ADAL" clId="{AA52C9F3-293B-4A94-B994-EBF4DA1AAD2C}" dt="2023-10-31T22:56:38.294" v="399" actId="1076"/>
          <ac:spMkLst>
            <pc:docMk/>
            <pc:sldMk cId="92542267" sldId="269"/>
            <ac:spMk id="2" creationId="{5012E693-E75F-D8D0-2F4E-07807BE4F10D}"/>
          </ac:spMkLst>
        </pc:spChg>
        <pc:spChg chg="add del mod">
          <ac:chgData name="Pedro Alatorre" userId="9d3befdc-a3aa-476f-8ce4-395f998ca365" providerId="ADAL" clId="{AA52C9F3-293B-4A94-B994-EBF4DA1AAD2C}" dt="2023-10-31T18:57:06.138" v="3" actId="478"/>
          <ac:spMkLst>
            <pc:docMk/>
            <pc:sldMk cId="92542267" sldId="269"/>
            <ac:spMk id="3" creationId="{F24D5893-CCBF-7F15-7D0E-0327F109AA3A}"/>
          </ac:spMkLst>
        </pc:spChg>
        <pc:spChg chg="add del mod">
          <ac:chgData name="Pedro Alatorre" userId="9d3befdc-a3aa-476f-8ce4-395f998ca365" providerId="ADAL" clId="{AA52C9F3-293B-4A94-B994-EBF4DA1AAD2C}" dt="2023-10-31T18:57:03.968" v="2"/>
          <ac:spMkLst>
            <pc:docMk/>
            <pc:sldMk cId="92542267" sldId="269"/>
            <ac:spMk id="5" creationId="{4C4E4F46-1FBE-5E1B-0607-0556514F8736}"/>
          </ac:spMkLst>
        </pc:spChg>
        <pc:spChg chg="add del mod">
          <ac:chgData name="Pedro Alatorre" userId="9d3befdc-a3aa-476f-8ce4-395f998ca365" providerId="ADAL" clId="{AA52C9F3-293B-4A94-B994-EBF4DA1AAD2C}" dt="2023-10-31T18:57:03.968" v="2"/>
          <ac:spMkLst>
            <pc:docMk/>
            <pc:sldMk cId="92542267" sldId="269"/>
            <ac:spMk id="6" creationId="{90E29887-802A-A2A6-5907-00EC85C8B69A}"/>
          </ac:spMkLst>
        </pc:spChg>
        <pc:spChg chg="add del mod">
          <ac:chgData name="Pedro Alatorre" userId="9d3befdc-a3aa-476f-8ce4-395f998ca365" providerId="ADAL" clId="{AA52C9F3-293B-4A94-B994-EBF4DA1AAD2C}" dt="2023-10-31T18:57:03.968" v="2"/>
          <ac:spMkLst>
            <pc:docMk/>
            <pc:sldMk cId="92542267" sldId="269"/>
            <ac:spMk id="7" creationId="{86DA7476-8827-E5A5-A51B-30F291ED9992}"/>
          </ac:spMkLst>
        </pc:spChg>
        <pc:spChg chg="add mod">
          <ac:chgData name="Pedro Alatorre" userId="9d3befdc-a3aa-476f-8ce4-395f998ca365" providerId="ADAL" clId="{AA52C9F3-293B-4A94-B994-EBF4DA1AAD2C}" dt="2023-10-31T22:56:22.894" v="393" actId="1076"/>
          <ac:spMkLst>
            <pc:docMk/>
            <pc:sldMk cId="92542267" sldId="269"/>
            <ac:spMk id="9" creationId="{2F540AB8-74BA-C525-FE01-A6EADFFAD87E}"/>
          </ac:spMkLst>
        </pc:spChg>
        <pc:spChg chg="add del mod">
          <ac:chgData name="Pedro Alatorre" userId="9d3befdc-a3aa-476f-8ce4-395f998ca365" providerId="ADAL" clId="{AA52C9F3-293B-4A94-B994-EBF4DA1AAD2C}" dt="2023-10-31T18:58:20.757" v="34" actId="478"/>
          <ac:spMkLst>
            <pc:docMk/>
            <pc:sldMk cId="92542267" sldId="269"/>
            <ac:spMk id="10" creationId="{C0C63A98-CE33-59B7-A389-9DBD102EA495}"/>
          </ac:spMkLst>
        </pc:spChg>
        <pc:spChg chg="add del mod">
          <ac:chgData name="Pedro Alatorre" userId="9d3befdc-a3aa-476f-8ce4-395f998ca365" providerId="ADAL" clId="{AA52C9F3-293B-4A94-B994-EBF4DA1AAD2C}" dt="2023-10-31T22:55:53.709" v="381" actId="478"/>
          <ac:spMkLst>
            <pc:docMk/>
            <pc:sldMk cId="92542267" sldId="269"/>
            <ac:spMk id="11" creationId="{BC1B526F-F228-4258-FE65-50597B77B06D}"/>
          </ac:spMkLst>
        </pc:spChg>
        <pc:spChg chg="add del mod">
          <ac:chgData name="Pedro Alatorre" userId="9d3befdc-a3aa-476f-8ce4-395f998ca365" providerId="ADAL" clId="{AA52C9F3-293B-4A94-B994-EBF4DA1AAD2C}" dt="2023-10-31T22:47:44.966" v="372"/>
          <ac:spMkLst>
            <pc:docMk/>
            <pc:sldMk cId="92542267" sldId="269"/>
            <ac:spMk id="13" creationId="{BEB380D2-070F-C760-F915-4FE066505770}"/>
          </ac:spMkLst>
        </pc:spChg>
        <pc:graphicFrameChg chg="add del mod">
          <ac:chgData name="Pedro Alatorre" userId="9d3befdc-a3aa-476f-8ce4-395f998ca365" providerId="ADAL" clId="{AA52C9F3-293B-4A94-B994-EBF4DA1AAD2C}" dt="2023-10-31T18:57:03.968" v="2"/>
          <ac:graphicFrameMkLst>
            <pc:docMk/>
            <pc:sldMk cId="92542267" sldId="269"/>
            <ac:graphicFrameMk id="4" creationId="{5A08483D-B15B-57B8-4B66-4521E21DEE85}"/>
          </ac:graphicFrameMkLst>
        </pc:graphicFrameChg>
        <pc:graphicFrameChg chg="add del mod modGraphic">
          <ac:chgData name="Pedro Alatorre" userId="9d3befdc-a3aa-476f-8ce4-395f998ca365" providerId="ADAL" clId="{AA52C9F3-293B-4A94-B994-EBF4DA1AAD2C}" dt="2023-10-31T22:47:41.318" v="370" actId="478"/>
          <ac:graphicFrameMkLst>
            <pc:docMk/>
            <pc:sldMk cId="92542267" sldId="269"/>
            <ac:graphicFrameMk id="8" creationId="{E75FAFD6-EB19-F7D8-BB55-1DCDFB018AC7}"/>
          </ac:graphicFrameMkLst>
        </pc:graphicFrameChg>
        <pc:graphicFrameChg chg="add del mod">
          <ac:chgData name="Pedro Alatorre" userId="9d3befdc-a3aa-476f-8ce4-395f998ca365" providerId="ADAL" clId="{AA52C9F3-293B-4A94-B994-EBF4DA1AAD2C}" dt="2023-10-31T22:47:44.966" v="372"/>
          <ac:graphicFrameMkLst>
            <pc:docMk/>
            <pc:sldMk cId="92542267" sldId="269"/>
            <ac:graphicFrameMk id="12" creationId="{5A4DAEED-71A1-652A-AAAF-254E81E59547}"/>
          </ac:graphicFrameMkLst>
        </pc:graphicFrameChg>
        <pc:picChg chg="add mod">
          <ac:chgData name="Pedro Alatorre" userId="9d3befdc-a3aa-476f-8ce4-395f998ca365" providerId="ADAL" clId="{AA52C9F3-293B-4A94-B994-EBF4DA1AAD2C}" dt="2023-11-01T22:59:09.264" v="599" actId="1076"/>
          <ac:picMkLst>
            <pc:docMk/>
            <pc:sldMk cId="92542267" sldId="269"/>
            <ac:picMk id="4" creationId="{4F4465D1-F0CD-0EB5-D42B-E12473AC2430}"/>
          </ac:picMkLst>
        </pc:picChg>
        <pc:picChg chg="add del mod">
          <ac:chgData name="Pedro Alatorre" userId="9d3befdc-a3aa-476f-8ce4-395f998ca365" providerId="ADAL" clId="{AA52C9F3-293B-4A94-B994-EBF4DA1AAD2C}" dt="2023-10-31T22:51:12.124" v="375" actId="478"/>
          <ac:picMkLst>
            <pc:docMk/>
            <pc:sldMk cId="92542267" sldId="269"/>
            <ac:picMk id="15" creationId="{E91E5806-160A-7BDB-1319-D193EE6DAE2A}"/>
          </ac:picMkLst>
        </pc:picChg>
        <pc:picChg chg="add del mod">
          <ac:chgData name="Pedro Alatorre" userId="9d3befdc-a3aa-476f-8ce4-395f998ca365" providerId="ADAL" clId="{AA52C9F3-293B-4A94-B994-EBF4DA1AAD2C}" dt="2023-10-31T22:55:47.824" v="378" actId="478"/>
          <ac:picMkLst>
            <pc:docMk/>
            <pc:sldMk cId="92542267" sldId="269"/>
            <ac:picMk id="17" creationId="{2DD7420B-0474-0215-A39A-F109AC8A7328}"/>
          </ac:picMkLst>
        </pc:picChg>
        <pc:picChg chg="add del mod">
          <ac:chgData name="Pedro Alatorre" userId="9d3befdc-a3aa-476f-8ce4-395f998ca365" providerId="ADAL" clId="{AA52C9F3-293B-4A94-B994-EBF4DA1AAD2C}" dt="2023-11-01T22:59:01.005" v="596" actId="478"/>
          <ac:picMkLst>
            <pc:docMk/>
            <pc:sldMk cId="92542267" sldId="269"/>
            <ac:picMk id="19" creationId="{E29E8922-00F6-BE26-2B82-574703D6BB0F}"/>
          </ac:picMkLst>
        </pc:picChg>
      </pc:sldChg>
      <pc:sldChg chg="addSp delSp modSp mod ord">
        <pc:chgData name="Pedro Alatorre" userId="9d3befdc-a3aa-476f-8ce4-395f998ca365" providerId="ADAL" clId="{AA52C9F3-293B-4A94-B994-EBF4DA1AAD2C}" dt="2023-11-01T23:23:12.197" v="605"/>
        <pc:sldMkLst>
          <pc:docMk/>
          <pc:sldMk cId="611865832" sldId="270"/>
        </pc:sldMkLst>
        <pc:spChg chg="mod">
          <ac:chgData name="Pedro Alatorre" userId="9d3befdc-a3aa-476f-8ce4-395f998ca365" providerId="ADAL" clId="{AA52C9F3-293B-4A94-B994-EBF4DA1AAD2C}" dt="2023-10-31T22:07:03.994" v="292" actId="1076"/>
          <ac:spMkLst>
            <pc:docMk/>
            <pc:sldMk cId="611865832" sldId="270"/>
            <ac:spMk id="2" creationId="{01802427-002F-E874-E2E6-364587508981}"/>
          </ac:spMkLst>
        </pc:spChg>
        <pc:spChg chg="del">
          <ac:chgData name="Pedro Alatorre" userId="9d3befdc-a3aa-476f-8ce4-395f998ca365" providerId="ADAL" clId="{AA52C9F3-293B-4A94-B994-EBF4DA1AAD2C}" dt="2023-10-31T22:07:06.016" v="293" actId="478"/>
          <ac:spMkLst>
            <pc:docMk/>
            <pc:sldMk cId="611865832" sldId="270"/>
            <ac:spMk id="3" creationId="{2406DF60-CEA0-B2CB-2A70-67CBD0E6DE85}"/>
          </ac:spMkLst>
        </pc:spChg>
        <pc:spChg chg="add mod">
          <ac:chgData name="Pedro Alatorre" userId="9d3befdc-a3aa-476f-8ce4-395f998ca365" providerId="ADAL" clId="{AA52C9F3-293B-4A94-B994-EBF4DA1AAD2C}" dt="2023-11-01T22:50:01.363" v="595" actId="1076"/>
          <ac:spMkLst>
            <pc:docMk/>
            <pc:sldMk cId="611865832" sldId="270"/>
            <ac:spMk id="3" creationId="{81EDEFB1-93A6-FFB5-E7BB-CFCF1569DBE0}"/>
          </ac:spMkLst>
        </pc:spChg>
        <pc:spChg chg="add del mod">
          <ac:chgData name="Pedro Alatorre" userId="9d3befdc-a3aa-476f-8ce4-395f998ca365" providerId="ADAL" clId="{AA52C9F3-293B-4A94-B994-EBF4DA1AAD2C}" dt="2023-10-31T22:07:06.764" v="294" actId="478"/>
          <ac:spMkLst>
            <pc:docMk/>
            <pc:sldMk cId="611865832" sldId="270"/>
            <ac:spMk id="5" creationId="{AD0ED132-4630-DD19-A4F6-5209F6E78C6B}"/>
          </ac:spMkLst>
        </pc:spChg>
        <pc:picChg chg="add mod">
          <ac:chgData name="Pedro Alatorre" userId="9d3befdc-a3aa-476f-8ce4-395f998ca365" providerId="ADAL" clId="{AA52C9F3-293B-4A94-B994-EBF4DA1AAD2C}" dt="2023-10-31T22:07:31.056" v="297" actId="1076"/>
          <ac:picMkLst>
            <pc:docMk/>
            <pc:sldMk cId="611865832" sldId="270"/>
            <ac:picMk id="7" creationId="{2B8D5240-196B-D991-E9F2-1AA6389BDB87}"/>
          </ac:picMkLst>
        </pc:picChg>
      </pc:sldChg>
      <pc:sldChg chg="modSp mod">
        <pc:chgData name="Pedro Alatorre" userId="9d3befdc-a3aa-476f-8ce4-395f998ca365" providerId="ADAL" clId="{AA52C9F3-293B-4A94-B994-EBF4DA1AAD2C}" dt="2023-10-31T22:58:25.493" v="508" actId="1076"/>
        <pc:sldMkLst>
          <pc:docMk/>
          <pc:sldMk cId="184574413" sldId="271"/>
        </pc:sldMkLst>
        <pc:spChg chg="mod">
          <ac:chgData name="Pedro Alatorre" userId="9d3befdc-a3aa-476f-8ce4-395f998ca365" providerId="ADAL" clId="{AA52C9F3-293B-4A94-B994-EBF4DA1AAD2C}" dt="2023-10-31T22:58:25.493" v="508" actId="1076"/>
          <ac:spMkLst>
            <pc:docMk/>
            <pc:sldMk cId="184574413" sldId="271"/>
            <ac:spMk id="2" creationId="{06AAFC29-7508-CFC2-C9B6-612D00473355}"/>
          </ac:spMkLst>
        </pc:spChg>
        <pc:spChg chg="mod">
          <ac:chgData name="Pedro Alatorre" userId="9d3befdc-a3aa-476f-8ce4-395f998ca365" providerId="ADAL" clId="{AA52C9F3-293B-4A94-B994-EBF4DA1AAD2C}" dt="2023-10-31T22:58:18.594" v="506" actId="5793"/>
          <ac:spMkLst>
            <pc:docMk/>
            <pc:sldMk cId="184574413" sldId="271"/>
            <ac:spMk id="3" creationId="{63ABA31B-74C4-00CB-4FAF-61CC9140B3B7}"/>
          </ac:spMkLst>
        </pc:spChg>
      </pc:sldChg>
      <pc:sldChg chg="addSp delSp modSp mod ord">
        <pc:chgData name="Pedro Alatorre" userId="9d3befdc-a3aa-476f-8ce4-395f998ca365" providerId="ADAL" clId="{AA52C9F3-293B-4A94-B994-EBF4DA1AAD2C}" dt="2023-11-01T23:23:29.977" v="607"/>
        <pc:sldMkLst>
          <pc:docMk/>
          <pc:sldMk cId="380594163" sldId="272"/>
        </pc:sldMkLst>
        <pc:spChg chg="mod">
          <ac:chgData name="Pedro Alatorre" userId="9d3befdc-a3aa-476f-8ce4-395f998ca365" providerId="ADAL" clId="{AA52C9F3-293B-4A94-B994-EBF4DA1AAD2C}" dt="2023-10-31T22:08:54.949" v="347" actId="1076"/>
          <ac:spMkLst>
            <pc:docMk/>
            <pc:sldMk cId="380594163" sldId="272"/>
            <ac:spMk id="2" creationId="{CF3D2ABF-E1FB-398D-61D6-B26E9BDCEFA5}"/>
          </ac:spMkLst>
        </pc:spChg>
        <pc:spChg chg="del">
          <ac:chgData name="Pedro Alatorre" userId="9d3befdc-a3aa-476f-8ce4-395f998ca365" providerId="ADAL" clId="{AA52C9F3-293B-4A94-B994-EBF4DA1AAD2C}" dt="2023-10-31T22:08:57.094" v="348" actId="478"/>
          <ac:spMkLst>
            <pc:docMk/>
            <pc:sldMk cId="380594163" sldId="272"/>
            <ac:spMk id="3" creationId="{8EB424C3-53AF-AF1E-9102-7AA7EF998C28}"/>
          </ac:spMkLst>
        </pc:spChg>
        <pc:spChg chg="add del mod">
          <ac:chgData name="Pedro Alatorre" userId="9d3befdc-a3aa-476f-8ce4-395f998ca365" providerId="ADAL" clId="{AA52C9F3-293B-4A94-B994-EBF4DA1AAD2C}" dt="2023-10-31T22:08:57.739" v="349" actId="478"/>
          <ac:spMkLst>
            <pc:docMk/>
            <pc:sldMk cId="380594163" sldId="272"/>
            <ac:spMk id="5" creationId="{F2C6751F-EEB3-FF99-880C-F88284059D7F}"/>
          </ac:spMkLst>
        </pc:spChg>
        <pc:picChg chg="add del mod">
          <ac:chgData name="Pedro Alatorre" userId="9d3befdc-a3aa-476f-8ce4-395f998ca365" providerId="ADAL" clId="{AA52C9F3-293B-4A94-B994-EBF4DA1AAD2C}" dt="2023-10-31T22:57:22.874" v="401" actId="478"/>
          <ac:picMkLst>
            <pc:docMk/>
            <pc:sldMk cId="380594163" sldId="272"/>
            <ac:picMk id="7" creationId="{D745AD92-A108-402E-F76E-0544F28C5F37}"/>
          </ac:picMkLst>
        </pc:picChg>
        <pc:picChg chg="add mod">
          <ac:chgData name="Pedro Alatorre" userId="9d3befdc-a3aa-476f-8ce4-395f998ca365" providerId="ADAL" clId="{AA52C9F3-293B-4A94-B994-EBF4DA1AAD2C}" dt="2023-10-31T22:57:28.453" v="404" actId="1076"/>
          <ac:picMkLst>
            <pc:docMk/>
            <pc:sldMk cId="380594163" sldId="272"/>
            <ac:picMk id="9" creationId="{796F2983-ED90-219B-46DE-6E0B5EB0DC9B}"/>
          </ac:picMkLst>
        </pc:picChg>
      </pc:sldChg>
    </pc:docChg>
  </pc:docChgLst>
  <pc:docChgLst>
    <pc:chgData name="Pedro Alatorre" userId="S::pedro@innevo.com::9d3befdc-a3aa-476f-8ce4-395f998ca365" providerId="AD" clId="Web-{AD0DB2D2-3D86-4A89-F0E2-9862BB094471}"/>
    <pc:docChg chg="sldOrd">
      <pc:chgData name="Pedro Alatorre" userId="S::pedro@innevo.com::9d3befdc-a3aa-476f-8ce4-395f998ca365" providerId="AD" clId="Web-{AD0DB2D2-3D86-4A89-F0E2-9862BB094471}" dt="2023-08-01T21:05:48.501" v="0"/>
      <pc:docMkLst>
        <pc:docMk/>
      </pc:docMkLst>
      <pc:sldChg chg="ord">
        <pc:chgData name="Pedro Alatorre" userId="S::pedro@innevo.com::9d3befdc-a3aa-476f-8ce4-395f998ca365" providerId="AD" clId="Web-{AD0DB2D2-3D86-4A89-F0E2-9862BB094471}" dt="2023-08-01T21:05:48.501" v="0"/>
        <pc:sldMkLst>
          <pc:docMk/>
          <pc:sldMk cId="3615048108" sldId="257"/>
        </pc:sldMkLst>
      </pc:sldChg>
    </pc:docChg>
  </pc:docChgLst>
  <pc:docChgLst>
    <pc:chgData name="Pedro Alatorre" userId="S::pedro@innevo.com::9d3befdc-a3aa-476f-8ce4-395f998ca365" providerId="AD" clId="Web-{9256DD85-D787-DEA8-1F09-8C7B9274671C}"/>
    <pc:docChg chg="modSld">
      <pc:chgData name="Pedro Alatorre" userId="S::pedro@innevo.com::9d3befdc-a3aa-476f-8ce4-395f998ca365" providerId="AD" clId="Web-{9256DD85-D787-DEA8-1F09-8C7B9274671C}" dt="2023-05-19T17:28:23.612" v="433"/>
      <pc:docMkLst>
        <pc:docMk/>
      </pc:docMkLst>
      <pc:sldChg chg="modSp">
        <pc:chgData name="Pedro Alatorre" userId="S::pedro@innevo.com::9d3befdc-a3aa-476f-8ce4-395f998ca365" providerId="AD" clId="Web-{9256DD85-D787-DEA8-1F09-8C7B9274671C}" dt="2023-05-19T15:51:55.982" v="7" actId="20577"/>
        <pc:sldMkLst>
          <pc:docMk/>
          <pc:sldMk cId="4123808010" sldId="260"/>
        </pc:sldMkLst>
        <pc:spChg chg="mod">
          <ac:chgData name="Pedro Alatorre" userId="S::pedro@innevo.com::9d3befdc-a3aa-476f-8ce4-395f998ca365" providerId="AD" clId="Web-{9256DD85-D787-DEA8-1F09-8C7B9274671C}" dt="2023-05-19T15:51:55.982" v="7" actId="20577"/>
          <ac:spMkLst>
            <pc:docMk/>
            <pc:sldMk cId="4123808010" sldId="260"/>
            <ac:spMk id="3" creationId="{00000000-0000-0000-0000-000000000000}"/>
          </ac:spMkLst>
        </pc:spChg>
      </pc:sldChg>
      <pc:sldChg chg="addSp modSp">
        <pc:chgData name="Pedro Alatorre" userId="S::pedro@innevo.com::9d3befdc-a3aa-476f-8ce4-395f998ca365" providerId="AD" clId="Web-{9256DD85-D787-DEA8-1F09-8C7B9274671C}" dt="2023-05-19T17:28:23.612" v="433"/>
        <pc:sldMkLst>
          <pc:docMk/>
          <pc:sldMk cId="2133727669" sldId="264"/>
        </pc:sldMkLst>
        <pc:graphicFrameChg chg="add mod modGraphic">
          <ac:chgData name="Pedro Alatorre" userId="S::pedro@innevo.com::9d3befdc-a3aa-476f-8ce4-395f998ca365" providerId="AD" clId="Web-{9256DD85-D787-DEA8-1F09-8C7B9274671C}" dt="2023-05-19T17:28:23.612" v="433"/>
          <ac:graphicFrameMkLst>
            <pc:docMk/>
            <pc:sldMk cId="2133727669" sldId="264"/>
            <ac:graphicFrameMk id="5" creationId="{48771289-5237-D6CB-92A0-2364C70E40AE}"/>
          </ac:graphicFrameMkLst>
        </pc:graphicFrameChg>
      </pc:sldChg>
    </pc:docChg>
  </pc:docChgLst>
  <pc:docChgLst>
    <pc:chgData name="Tania López" userId="77f58189-e01e-4d35-9d35-b5786e1d02a6" providerId="ADAL" clId="{6D0471F0-3368-4A37-AF8B-666032A94AEB}"/>
    <pc:docChg chg="undo custSel addSld modSld">
      <pc:chgData name="Tania López" userId="77f58189-e01e-4d35-9d35-b5786e1d02a6" providerId="ADAL" clId="{6D0471F0-3368-4A37-AF8B-666032A94AEB}" dt="2023-08-03T19:36:22.535" v="102" actId="20577"/>
      <pc:docMkLst>
        <pc:docMk/>
      </pc:docMkLst>
      <pc:sldChg chg="addSp delSp modSp add mod">
        <pc:chgData name="Tania López" userId="77f58189-e01e-4d35-9d35-b5786e1d02a6" providerId="ADAL" clId="{6D0471F0-3368-4A37-AF8B-666032A94AEB}" dt="2023-08-03T19:36:09.685" v="81" actId="20577"/>
        <pc:sldMkLst>
          <pc:docMk/>
          <pc:sldMk cId="4149631728" sldId="265"/>
        </pc:sldMkLst>
        <pc:spChg chg="mod">
          <ac:chgData name="Tania López" userId="77f58189-e01e-4d35-9d35-b5786e1d02a6" providerId="ADAL" clId="{6D0471F0-3368-4A37-AF8B-666032A94AEB}" dt="2023-08-03T19:36:09.685" v="81" actId="20577"/>
          <ac:spMkLst>
            <pc:docMk/>
            <pc:sldMk cId="4149631728" sldId="265"/>
            <ac:spMk id="2" creationId="{00000000-0000-0000-0000-000000000000}"/>
          </ac:spMkLst>
        </pc:spChg>
        <pc:spChg chg="del mod">
          <ac:chgData name="Tania López" userId="77f58189-e01e-4d35-9d35-b5786e1d02a6" providerId="ADAL" clId="{6D0471F0-3368-4A37-AF8B-666032A94AEB}" dt="2023-08-03T19:30:04.271" v="5"/>
          <ac:spMkLst>
            <pc:docMk/>
            <pc:sldMk cId="4149631728" sldId="265"/>
            <ac:spMk id="8" creationId="{00000000-0000-0000-0000-000000000000}"/>
          </ac:spMkLst>
        </pc:spChg>
        <pc:spChg chg="del">
          <ac:chgData name="Tania López" userId="77f58189-e01e-4d35-9d35-b5786e1d02a6" providerId="ADAL" clId="{6D0471F0-3368-4A37-AF8B-666032A94AEB}" dt="2023-08-03T19:30:06.700" v="7" actId="478"/>
          <ac:spMkLst>
            <pc:docMk/>
            <pc:sldMk cId="4149631728" sldId="265"/>
            <ac:spMk id="11" creationId="{00000000-0000-0000-0000-000000000000}"/>
          </ac:spMkLst>
        </pc:spChg>
        <pc:spChg chg="del">
          <ac:chgData name="Tania López" userId="77f58189-e01e-4d35-9d35-b5786e1d02a6" providerId="ADAL" clId="{6D0471F0-3368-4A37-AF8B-666032A94AEB}" dt="2023-08-03T19:30:05.660" v="6" actId="478"/>
          <ac:spMkLst>
            <pc:docMk/>
            <pc:sldMk cId="4149631728" sldId="265"/>
            <ac:spMk id="12" creationId="{00000000-0000-0000-0000-000000000000}"/>
          </ac:spMkLst>
        </pc:spChg>
        <pc:spChg chg="del">
          <ac:chgData name="Tania López" userId="77f58189-e01e-4d35-9d35-b5786e1d02a6" providerId="ADAL" clId="{6D0471F0-3368-4A37-AF8B-666032A94AEB}" dt="2023-08-03T19:30:05.660" v="6" actId="478"/>
          <ac:spMkLst>
            <pc:docMk/>
            <pc:sldMk cId="4149631728" sldId="265"/>
            <ac:spMk id="14" creationId="{00000000-0000-0000-0000-000000000000}"/>
          </ac:spMkLst>
        </pc:spChg>
        <pc:graphicFrameChg chg="add mod modGraphic">
          <ac:chgData name="Tania López" userId="77f58189-e01e-4d35-9d35-b5786e1d02a6" providerId="ADAL" clId="{6D0471F0-3368-4A37-AF8B-666032A94AEB}" dt="2023-08-03T19:30:30.417" v="12" actId="14100"/>
          <ac:graphicFrameMkLst>
            <pc:docMk/>
            <pc:sldMk cId="4149631728" sldId="265"/>
            <ac:graphicFrameMk id="3" creationId="{CA0C8194-6F0F-64C7-A7BD-FEE1541BBAD8}"/>
          </ac:graphicFrameMkLst>
        </pc:graphicFrameChg>
        <pc:graphicFrameChg chg="add mod modGraphic">
          <ac:chgData name="Tania López" userId="77f58189-e01e-4d35-9d35-b5786e1d02a6" providerId="ADAL" clId="{6D0471F0-3368-4A37-AF8B-666032A94AEB}" dt="2023-08-03T19:30:55.310" v="25" actId="20577"/>
          <ac:graphicFrameMkLst>
            <pc:docMk/>
            <pc:sldMk cId="4149631728" sldId="265"/>
            <ac:graphicFrameMk id="4" creationId="{F2F4DBC9-6B79-AA1A-7CFE-48758E10E70A}"/>
          </ac:graphicFrameMkLst>
        </pc:graphicFrameChg>
        <pc:graphicFrameChg chg="del">
          <ac:chgData name="Tania López" userId="77f58189-e01e-4d35-9d35-b5786e1d02a6" providerId="ADAL" clId="{6D0471F0-3368-4A37-AF8B-666032A94AEB}" dt="2023-08-03T19:30:01.278" v="2" actId="478"/>
          <ac:graphicFrameMkLst>
            <pc:docMk/>
            <pc:sldMk cId="4149631728" sldId="265"/>
            <ac:graphicFrameMk id="6" creationId="{7D08BD94-7353-7BCA-B1FF-F7634249483B}"/>
          </ac:graphicFrameMkLst>
        </pc:graphicFrameChg>
        <pc:graphicFrameChg chg="del">
          <ac:chgData name="Tania López" userId="77f58189-e01e-4d35-9d35-b5786e1d02a6" providerId="ADAL" clId="{6D0471F0-3368-4A37-AF8B-666032A94AEB}" dt="2023-08-03T19:30:01.278" v="2" actId="478"/>
          <ac:graphicFrameMkLst>
            <pc:docMk/>
            <pc:sldMk cId="4149631728" sldId="265"/>
            <ac:graphicFrameMk id="20" creationId="{1C36B5E4-86A7-CFFA-C8D1-7A84CA33CF88}"/>
          </ac:graphicFrameMkLst>
        </pc:graphicFrameChg>
        <pc:graphicFrameChg chg="mod">
          <ac:chgData name="Tania López" userId="77f58189-e01e-4d35-9d35-b5786e1d02a6" providerId="ADAL" clId="{6D0471F0-3368-4A37-AF8B-666032A94AEB}" dt="2023-08-03T19:31:26.960" v="56"/>
          <ac:graphicFrameMkLst>
            <pc:docMk/>
            <pc:sldMk cId="4149631728" sldId="265"/>
            <ac:graphicFrameMk id="21" creationId="{2B1E8BB4-E96B-3F7C-D48E-9032CD1D5F44}"/>
          </ac:graphicFrameMkLst>
        </pc:graphicFrameChg>
        <pc:picChg chg="del">
          <ac:chgData name="Tania López" userId="77f58189-e01e-4d35-9d35-b5786e1d02a6" providerId="ADAL" clId="{6D0471F0-3368-4A37-AF8B-666032A94AEB}" dt="2023-08-03T19:30:05.660" v="6" actId="478"/>
          <ac:picMkLst>
            <pc:docMk/>
            <pc:sldMk cId="4149631728" sldId="265"/>
            <ac:picMk id="13" creationId="{00000000-0000-0000-0000-000000000000}"/>
          </ac:picMkLst>
        </pc:picChg>
      </pc:sldChg>
      <pc:sldChg chg="modSp add mod">
        <pc:chgData name="Tania López" userId="77f58189-e01e-4d35-9d35-b5786e1d02a6" providerId="ADAL" clId="{6D0471F0-3368-4A37-AF8B-666032A94AEB}" dt="2023-08-03T19:36:16.951" v="94" actId="20577"/>
        <pc:sldMkLst>
          <pc:docMk/>
          <pc:sldMk cId="2811342843" sldId="266"/>
        </pc:sldMkLst>
        <pc:spChg chg="mod">
          <ac:chgData name="Tania López" userId="77f58189-e01e-4d35-9d35-b5786e1d02a6" providerId="ADAL" clId="{6D0471F0-3368-4A37-AF8B-666032A94AEB}" dt="2023-08-03T19:36:16.951" v="94" actId="20577"/>
          <ac:spMkLst>
            <pc:docMk/>
            <pc:sldMk cId="2811342843" sldId="266"/>
            <ac:spMk id="2" creationId="{00000000-0000-0000-0000-000000000000}"/>
          </ac:spMkLst>
        </pc:spChg>
      </pc:sldChg>
      <pc:sldChg chg="modSp add mod">
        <pc:chgData name="Tania López" userId="77f58189-e01e-4d35-9d35-b5786e1d02a6" providerId="ADAL" clId="{6D0471F0-3368-4A37-AF8B-666032A94AEB}" dt="2023-08-03T19:36:22.535" v="102" actId="20577"/>
        <pc:sldMkLst>
          <pc:docMk/>
          <pc:sldMk cId="265329229" sldId="267"/>
        </pc:sldMkLst>
        <pc:spChg chg="mod">
          <ac:chgData name="Tania López" userId="77f58189-e01e-4d35-9d35-b5786e1d02a6" providerId="ADAL" clId="{6D0471F0-3368-4A37-AF8B-666032A94AEB}" dt="2023-08-03T19:36:22.535" v="102" actId="20577"/>
          <ac:spMkLst>
            <pc:docMk/>
            <pc:sldMk cId="265329229" sldId="267"/>
            <ac:spMk id="2" creationId="{00000000-0000-0000-0000-000000000000}"/>
          </ac:spMkLst>
        </pc:spChg>
      </pc:sldChg>
    </pc:docChg>
  </pc:docChgLst>
  <pc:docChgLst>
    <pc:chgData name="Pedro Alatorre" userId="9d3befdc-a3aa-476f-8ce4-395f998ca365" providerId="ADAL" clId="{D5F2C756-97B7-4E24-B9EB-508F844C390B}"/>
    <pc:docChg chg="custSel addSld delSld modSld">
      <pc:chgData name="Pedro Alatorre" userId="9d3befdc-a3aa-476f-8ce4-395f998ca365" providerId="ADAL" clId="{D5F2C756-97B7-4E24-B9EB-508F844C390B}" dt="2023-05-19T17:31:27.352" v="1577" actId="20577"/>
      <pc:docMkLst>
        <pc:docMk/>
      </pc:docMkLst>
      <pc:sldChg chg="modSp mod">
        <pc:chgData name="Pedro Alatorre" userId="9d3befdc-a3aa-476f-8ce4-395f998ca365" providerId="ADAL" clId="{D5F2C756-97B7-4E24-B9EB-508F844C390B}" dt="2023-05-18T23:27:18.407" v="1352" actId="207"/>
        <pc:sldMkLst>
          <pc:docMk/>
          <pc:sldMk cId="3591639619" sldId="256"/>
        </pc:sldMkLst>
        <pc:spChg chg="mod">
          <ac:chgData name="Pedro Alatorre" userId="9d3befdc-a3aa-476f-8ce4-395f998ca365" providerId="ADAL" clId="{D5F2C756-97B7-4E24-B9EB-508F844C390B}" dt="2023-05-18T23:27:18.407" v="1352" actId="20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9d3befdc-a3aa-476f-8ce4-395f998ca365" providerId="ADAL" clId="{D5F2C756-97B7-4E24-B9EB-508F844C390B}" dt="2023-05-18T23:27:14.511" v="1351" actId="207"/>
          <ac:spMkLst>
            <pc:docMk/>
            <pc:sldMk cId="3591639619" sldId="256"/>
            <ac:spMk id="3" creationId="{00000000-0000-0000-0000-000000000000}"/>
          </ac:spMkLst>
        </pc:spChg>
      </pc:sldChg>
      <pc:sldChg chg="modSp mod">
        <pc:chgData name="Pedro Alatorre" userId="9d3befdc-a3aa-476f-8ce4-395f998ca365" providerId="ADAL" clId="{D5F2C756-97B7-4E24-B9EB-508F844C390B}" dt="2023-05-18T23:13:58.461" v="681" actId="313"/>
        <pc:sldMkLst>
          <pc:docMk/>
          <pc:sldMk cId="3615048108" sldId="257"/>
        </pc:sldMkLst>
        <pc:spChg chg="mod">
          <ac:chgData name="Pedro Alatorre" userId="9d3befdc-a3aa-476f-8ce4-395f998ca365" providerId="ADAL" clId="{D5F2C756-97B7-4E24-B9EB-508F844C390B}" dt="2023-05-18T23:13:58.461" v="681" actId="313"/>
          <ac:spMkLst>
            <pc:docMk/>
            <pc:sldMk cId="3615048108" sldId="257"/>
            <ac:spMk id="3" creationId="{64130FDD-46B4-F024-AFAF-CF60DE8171D2}"/>
          </ac:spMkLst>
        </pc:spChg>
        <pc:spChg chg="mod">
          <ac:chgData name="Pedro Alatorre" userId="9d3befdc-a3aa-476f-8ce4-395f998ca365" providerId="ADAL" clId="{D5F2C756-97B7-4E24-B9EB-508F844C390B}" dt="2023-05-18T23:12:11.042" v="424" actId="1076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9d3befdc-a3aa-476f-8ce4-395f998ca365" providerId="ADAL" clId="{D5F2C756-97B7-4E24-B9EB-508F844C390B}" dt="2023-05-18T23:12:33.178" v="468" actId="14100"/>
          <ac:spMkLst>
            <pc:docMk/>
            <pc:sldMk cId="3615048108" sldId="257"/>
            <ac:spMk id="11" creationId="{00000000-0000-0000-0000-000000000000}"/>
          </ac:spMkLst>
        </pc:spChg>
      </pc:sldChg>
      <pc:sldChg chg="modSp mod">
        <pc:chgData name="Pedro Alatorre" userId="9d3befdc-a3aa-476f-8ce4-395f998ca365" providerId="ADAL" clId="{D5F2C756-97B7-4E24-B9EB-508F844C390B}" dt="2023-05-18T23:18:45.399" v="1050" actId="20577"/>
        <pc:sldMkLst>
          <pc:docMk/>
          <pc:sldMk cId="391317423" sldId="258"/>
        </pc:sldMkLst>
        <pc:spChg chg="mod">
          <ac:chgData name="Pedro Alatorre" userId="9d3befdc-a3aa-476f-8ce4-395f998ca365" providerId="ADAL" clId="{D5F2C756-97B7-4E24-B9EB-508F844C390B}" dt="2023-05-18T23:15:13.182" v="698" actId="20577"/>
          <ac:spMkLst>
            <pc:docMk/>
            <pc:sldMk cId="391317423" sldId="258"/>
            <ac:spMk id="2" creationId="{00000000-0000-0000-0000-000000000000}"/>
          </ac:spMkLst>
        </pc:spChg>
        <pc:spChg chg="mod">
          <ac:chgData name="Pedro Alatorre" userId="9d3befdc-a3aa-476f-8ce4-395f998ca365" providerId="ADAL" clId="{D5F2C756-97B7-4E24-B9EB-508F844C390B}" dt="2023-05-18T23:18:45.399" v="1050" actId="20577"/>
          <ac:spMkLst>
            <pc:docMk/>
            <pc:sldMk cId="391317423" sldId="258"/>
            <ac:spMk id="3" creationId="{00000000-0000-0000-0000-000000000000}"/>
          </ac:spMkLst>
        </pc:spChg>
      </pc:sldChg>
      <pc:sldChg chg="modSp mod">
        <pc:chgData name="Pedro Alatorre" userId="9d3befdc-a3aa-476f-8ce4-395f998ca365" providerId="ADAL" clId="{D5F2C756-97B7-4E24-B9EB-508F844C390B}" dt="2023-05-19T17:31:27.352" v="1577" actId="20577"/>
        <pc:sldMkLst>
          <pc:docMk/>
          <pc:sldMk cId="4007709345" sldId="259"/>
        </pc:sldMkLst>
        <pc:spChg chg="mod">
          <ac:chgData name="Pedro Alatorre" userId="9d3befdc-a3aa-476f-8ce4-395f998ca365" providerId="ADAL" clId="{D5F2C756-97B7-4E24-B9EB-508F844C390B}" dt="2023-05-18T23:19:01.302" v="1071" actId="20577"/>
          <ac:spMkLst>
            <pc:docMk/>
            <pc:sldMk cId="4007709345" sldId="259"/>
            <ac:spMk id="2" creationId="{00000000-0000-0000-0000-000000000000}"/>
          </ac:spMkLst>
        </pc:spChg>
        <pc:graphicFrameChg chg="modGraphic">
          <ac:chgData name="Pedro Alatorre" userId="9d3befdc-a3aa-476f-8ce4-395f998ca365" providerId="ADAL" clId="{D5F2C756-97B7-4E24-B9EB-508F844C390B}" dt="2023-05-19T17:31:27.352" v="1577" actId="20577"/>
          <ac:graphicFrameMkLst>
            <pc:docMk/>
            <pc:sldMk cId="4007709345" sldId="259"/>
            <ac:graphicFrameMk id="4" creationId="{00000000-0000-0000-0000-000000000000}"/>
          </ac:graphicFrameMkLst>
        </pc:graphicFrameChg>
      </pc:sldChg>
      <pc:sldChg chg="modSp mod">
        <pc:chgData name="Pedro Alatorre" userId="9d3befdc-a3aa-476f-8ce4-395f998ca365" providerId="ADAL" clId="{D5F2C756-97B7-4E24-B9EB-508F844C390B}" dt="2023-05-19T17:31:01.015" v="1517" actId="114"/>
        <pc:sldMkLst>
          <pc:docMk/>
          <pc:sldMk cId="4123808010" sldId="260"/>
        </pc:sldMkLst>
        <pc:spChg chg="mod">
          <ac:chgData name="Pedro Alatorre" userId="9d3befdc-a3aa-476f-8ce4-395f998ca365" providerId="ADAL" clId="{D5F2C756-97B7-4E24-B9EB-508F844C390B}" dt="2023-05-19T17:30:10.127" v="1403" actId="20577"/>
          <ac:spMkLst>
            <pc:docMk/>
            <pc:sldMk cId="4123808010" sldId="260"/>
            <ac:spMk id="3" creationId="{00000000-0000-0000-0000-000000000000}"/>
          </ac:spMkLst>
        </pc:spChg>
        <pc:graphicFrameChg chg="modGraphic">
          <ac:chgData name="Pedro Alatorre" userId="9d3befdc-a3aa-476f-8ce4-395f998ca365" providerId="ADAL" clId="{D5F2C756-97B7-4E24-B9EB-508F844C390B}" dt="2023-05-19T17:31:01.015" v="1517" actId="114"/>
          <ac:graphicFrameMkLst>
            <pc:docMk/>
            <pc:sldMk cId="4123808010" sldId="260"/>
            <ac:graphicFrameMk id="4" creationId="{00000000-0000-0000-0000-000000000000}"/>
          </ac:graphicFrameMkLst>
        </pc:graphicFrameChg>
      </pc:sldChg>
      <pc:sldChg chg="addSp delSp modSp new mod">
        <pc:chgData name="Pedro Alatorre" userId="9d3befdc-a3aa-476f-8ce4-395f998ca365" providerId="ADAL" clId="{D5F2C756-97B7-4E24-B9EB-508F844C390B}" dt="2023-05-18T23:40:19.902" v="1382" actId="20577"/>
        <pc:sldMkLst>
          <pc:docMk/>
          <pc:sldMk cId="939295220" sldId="263"/>
        </pc:sldMkLst>
        <pc:spChg chg="mod">
          <ac:chgData name="Pedro Alatorre" userId="9d3befdc-a3aa-476f-8ce4-395f998ca365" providerId="ADAL" clId="{D5F2C756-97B7-4E24-B9EB-508F844C390B}" dt="2023-05-18T23:40:02.725" v="1358" actId="1076"/>
          <ac:spMkLst>
            <pc:docMk/>
            <pc:sldMk cId="939295220" sldId="263"/>
            <ac:spMk id="2" creationId="{DF6DF0D0-8DD1-D3B8-611C-4B9393E3F0FC}"/>
          </ac:spMkLst>
        </pc:spChg>
        <pc:spChg chg="mod">
          <ac:chgData name="Pedro Alatorre" userId="9d3befdc-a3aa-476f-8ce4-395f998ca365" providerId="ADAL" clId="{D5F2C756-97B7-4E24-B9EB-508F844C390B}" dt="2023-05-18T23:40:19.902" v="1382" actId="20577"/>
          <ac:spMkLst>
            <pc:docMk/>
            <pc:sldMk cId="939295220" sldId="263"/>
            <ac:spMk id="3" creationId="{B06D4B99-36A5-7C13-A7A4-1CE68C1C810F}"/>
          </ac:spMkLst>
        </pc:spChg>
        <pc:spChg chg="add del mod">
          <ac:chgData name="Pedro Alatorre" userId="9d3befdc-a3aa-476f-8ce4-395f998ca365" providerId="ADAL" clId="{D5F2C756-97B7-4E24-B9EB-508F844C390B}" dt="2023-05-18T23:39:48.575" v="1353" actId="478"/>
          <ac:spMkLst>
            <pc:docMk/>
            <pc:sldMk cId="939295220" sldId="263"/>
            <ac:spMk id="4" creationId="{D0BB2E10-042C-E65C-3FC4-04321329A4CC}"/>
          </ac:spMkLst>
        </pc:spChg>
        <pc:spChg chg="add del mod">
          <ac:chgData name="Pedro Alatorre" userId="9d3befdc-a3aa-476f-8ce4-395f998ca365" providerId="ADAL" clId="{D5F2C756-97B7-4E24-B9EB-508F844C390B}" dt="2023-05-18T23:39:51.479" v="1354" actId="478"/>
          <ac:spMkLst>
            <pc:docMk/>
            <pc:sldMk cId="939295220" sldId="263"/>
            <ac:spMk id="5" creationId="{5404BFE1-CBCD-17E0-B9E5-6149D17DFAB6}"/>
          </ac:spMkLst>
        </pc:spChg>
      </pc:sldChg>
      <pc:sldChg chg="modSp new mod">
        <pc:chgData name="Pedro Alatorre" userId="9d3befdc-a3aa-476f-8ce4-395f998ca365" providerId="ADAL" clId="{D5F2C756-97B7-4E24-B9EB-508F844C390B}" dt="2023-05-19T17:29:59.295" v="1392" actId="12385"/>
        <pc:sldMkLst>
          <pc:docMk/>
          <pc:sldMk cId="2133727669" sldId="264"/>
        </pc:sldMkLst>
        <pc:spChg chg="mod">
          <ac:chgData name="Pedro Alatorre" userId="9d3befdc-a3aa-476f-8ce4-395f998ca365" providerId="ADAL" clId="{D5F2C756-97B7-4E24-B9EB-508F844C390B}" dt="2023-05-18T23:20:06.390" v="1118" actId="20577"/>
          <ac:spMkLst>
            <pc:docMk/>
            <pc:sldMk cId="2133727669" sldId="264"/>
            <ac:spMk id="2" creationId="{DA232C9A-8A72-278C-03A0-8297F92FCAB5}"/>
          </ac:spMkLst>
        </pc:spChg>
        <pc:spChg chg="mod">
          <ac:chgData name="Pedro Alatorre" userId="9d3befdc-a3aa-476f-8ce4-395f998ca365" providerId="ADAL" clId="{D5F2C756-97B7-4E24-B9EB-508F844C390B}" dt="2023-05-18T23:22:11.846" v="1331" actId="20577"/>
          <ac:spMkLst>
            <pc:docMk/>
            <pc:sldMk cId="2133727669" sldId="264"/>
            <ac:spMk id="3" creationId="{6B2DEA8C-61C8-66E0-A333-4289892B753A}"/>
          </ac:spMkLst>
        </pc:spChg>
        <pc:graphicFrameChg chg="modGraphic">
          <ac:chgData name="Pedro Alatorre" userId="9d3befdc-a3aa-476f-8ce4-395f998ca365" providerId="ADAL" clId="{D5F2C756-97B7-4E24-B9EB-508F844C390B}" dt="2023-05-19T17:29:59.295" v="1392" actId="12385"/>
          <ac:graphicFrameMkLst>
            <pc:docMk/>
            <pc:sldMk cId="2133727669" sldId="264"/>
            <ac:graphicFrameMk id="5" creationId="{48771289-5237-D6CB-92A0-2364C70E40AE}"/>
          </ac:graphicFrameMkLst>
        </pc:graphicFrameChg>
      </pc:sldChg>
      <pc:sldChg chg="new del">
        <pc:chgData name="Pedro Alatorre" userId="9d3befdc-a3aa-476f-8ce4-395f998ca365" providerId="ADAL" clId="{D5F2C756-97B7-4E24-B9EB-508F844C390B}" dt="2023-05-18T23:09:04.256" v="146" actId="47"/>
        <pc:sldMkLst>
          <pc:docMk/>
          <pc:sldMk cId="4240976028" sldId="264"/>
        </pc:sldMkLst>
      </pc:sldChg>
    </pc:docChg>
  </pc:docChgLst>
  <pc:docChgLst>
    <pc:chgData name="Adolfo Mota" userId="2f7203d3-7281-4617-b4dd-a40c4e1be407" providerId="ADAL" clId="{06F724C0-5844-487C-BB18-D2249B6754E1}"/>
    <pc:docChg chg="undo custSel modSld">
      <pc:chgData name="Adolfo Mota" userId="2f7203d3-7281-4617-b4dd-a40c4e1be407" providerId="ADAL" clId="{06F724C0-5844-487C-BB18-D2249B6754E1}" dt="2025-02-17T15:04:39.334" v="134" actId="14100"/>
      <pc:docMkLst>
        <pc:docMk/>
      </pc:docMkLst>
      <pc:sldChg chg="modSp mod">
        <pc:chgData name="Adolfo Mota" userId="2f7203d3-7281-4617-b4dd-a40c4e1be407" providerId="ADAL" clId="{06F724C0-5844-487C-BB18-D2249B6754E1}" dt="2025-02-17T15:02:28.685" v="31" actId="20577"/>
        <pc:sldMkLst>
          <pc:docMk/>
          <pc:sldMk cId="3591639619" sldId="256"/>
        </pc:sldMkLst>
        <pc:spChg chg="mod">
          <ac:chgData name="Adolfo Mota" userId="2f7203d3-7281-4617-b4dd-a40c4e1be407" providerId="ADAL" clId="{06F724C0-5844-487C-BB18-D2249B6754E1}" dt="2025-02-17T15:02:28.685" v="31" actId="20577"/>
          <ac:spMkLst>
            <pc:docMk/>
            <pc:sldMk cId="3591639619" sldId="256"/>
            <ac:spMk id="5" creationId="{D2885FCE-B7E9-C793-E1DB-6D04408FA725}"/>
          </ac:spMkLst>
        </pc:spChg>
      </pc:sldChg>
      <pc:sldChg chg="modSp mod">
        <pc:chgData name="Adolfo Mota" userId="2f7203d3-7281-4617-b4dd-a40c4e1be407" providerId="ADAL" clId="{06F724C0-5844-487C-BB18-D2249B6754E1}" dt="2025-02-17T15:04:39.334" v="134" actId="14100"/>
        <pc:sldMkLst>
          <pc:docMk/>
          <pc:sldMk cId="611865832" sldId="270"/>
        </pc:sldMkLst>
        <pc:spChg chg="mod">
          <ac:chgData name="Adolfo Mota" userId="2f7203d3-7281-4617-b4dd-a40c4e1be407" providerId="ADAL" clId="{06F724C0-5844-487C-BB18-D2249B6754E1}" dt="2025-02-17T15:03:51.142" v="126" actId="1076"/>
          <ac:spMkLst>
            <pc:docMk/>
            <pc:sldMk cId="611865832" sldId="270"/>
            <ac:spMk id="2" creationId="{01802427-002F-E874-E2E6-364587508981}"/>
          </ac:spMkLst>
        </pc:spChg>
        <pc:spChg chg="mod">
          <ac:chgData name="Adolfo Mota" userId="2f7203d3-7281-4617-b4dd-a40c4e1be407" providerId="ADAL" clId="{06F724C0-5844-487C-BB18-D2249B6754E1}" dt="2025-02-17T15:04:39.334" v="134" actId="14100"/>
          <ac:spMkLst>
            <pc:docMk/>
            <pc:sldMk cId="611865832" sldId="270"/>
            <ac:spMk id="3" creationId="{81EDEFB1-93A6-FFB5-E7BB-CFCF1569DBE0}"/>
          </ac:spMkLst>
        </pc:spChg>
      </pc:sldChg>
    </pc:docChg>
  </pc:docChgLst>
  <pc:docChgLst>
    <pc:chgData name="Pedro Alatorre" userId="S::pedro@innevo.com::9d3befdc-a3aa-476f-8ce4-395f998ca365" providerId="AD" clId="Web-{2BC2B275-C6D1-7585-9049-63B342B02AE7}"/>
    <pc:docChg chg="modSld">
      <pc:chgData name="Pedro Alatorre" userId="S::pedro@innevo.com::9d3befdc-a3aa-476f-8ce4-395f998ca365" providerId="AD" clId="Web-{2BC2B275-C6D1-7585-9049-63B342B02AE7}" dt="2023-07-31T17:03:54.223" v="8" actId="1076"/>
      <pc:docMkLst>
        <pc:docMk/>
      </pc:docMkLst>
      <pc:sldChg chg="modSp">
        <pc:chgData name="Pedro Alatorre" userId="S::pedro@innevo.com::9d3befdc-a3aa-476f-8ce4-395f998ca365" providerId="AD" clId="Web-{2BC2B275-C6D1-7585-9049-63B342B02AE7}" dt="2023-07-31T17:03:54.223" v="8" actId="1076"/>
        <pc:sldMkLst>
          <pc:docMk/>
          <pc:sldMk cId="3615048108" sldId="257"/>
        </pc:sldMkLst>
        <pc:spChg chg="mod">
          <ac:chgData name="Pedro Alatorre" userId="S::pedro@innevo.com::9d3befdc-a3aa-476f-8ce4-395f998ca365" providerId="AD" clId="Web-{2BC2B275-C6D1-7585-9049-63B342B02AE7}" dt="2023-07-31T17:02:53.471" v="1" actId="20577"/>
          <ac:spMkLst>
            <pc:docMk/>
            <pc:sldMk cId="3615048108" sldId="257"/>
            <ac:spMk id="3" creationId="{64130FDD-46B4-F024-AFAF-CF60DE8171D2}"/>
          </ac:spMkLst>
        </pc:spChg>
        <pc:spChg chg="mod">
          <ac:chgData name="Pedro Alatorre" userId="S::pedro@innevo.com::9d3befdc-a3aa-476f-8ce4-395f998ca365" providerId="AD" clId="Web-{2BC2B275-C6D1-7585-9049-63B342B02AE7}" dt="2023-07-31T17:03:54.223" v="8" actId="1076"/>
          <ac:spMkLst>
            <pc:docMk/>
            <pc:sldMk cId="3615048108" sldId="257"/>
            <ac:spMk id="14" creationId="{00000000-0000-0000-0000-000000000000}"/>
          </ac:spMkLst>
        </pc:spChg>
      </pc:sldChg>
    </pc:docChg>
  </pc:docChgLst>
  <pc:docChgLst>
    <pc:chgData name="Pedro Alatorre" userId="S::pedro@innevo.com::9d3befdc-a3aa-476f-8ce4-395f998ca365" providerId="AD" clId="Web-{9D00DDD7-9B87-FD07-1F3D-93EA88428DFC}"/>
    <pc:docChg chg="modSld sldOrd">
      <pc:chgData name="Pedro Alatorre" userId="S::pedro@innevo.com::9d3befdc-a3aa-476f-8ce4-395f998ca365" providerId="AD" clId="Web-{9D00DDD7-9B87-FD07-1F3D-93EA88428DFC}" dt="2023-08-03T19:27:43.953" v="18"/>
      <pc:docMkLst>
        <pc:docMk/>
      </pc:docMkLst>
      <pc:sldChg chg="ord">
        <pc:chgData name="Pedro Alatorre" userId="S::pedro@innevo.com::9d3befdc-a3aa-476f-8ce4-395f998ca365" providerId="AD" clId="Web-{9D00DDD7-9B87-FD07-1F3D-93EA88428DFC}" dt="2023-08-03T19:25:13.103" v="0"/>
        <pc:sldMkLst>
          <pc:docMk/>
          <pc:sldMk cId="391317423" sldId="258"/>
        </pc:sldMkLst>
      </pc:sldChg>
      <pc:sldChg chg="modSp delCm modCm">
        <pc:chgData name="Pedro Alatorre" userId="S::pedro@innevo.com::9d3befdc-a3aa-476f-8ce4-395f998ca365" providerId="AD" clId="Web-{9D00DDD7-9B87-FD07-1F3D-93EA88428DFC}" dt="2023-08-03T19:27:43.953" v="18"/>
        <pc:sldMkLst>
          <pc:docMk/>
          <pc:sldMk cId="2133727669" sldId="264"/>
        </pc:sldMkLst>
        <pc:graphicFrameChg chg="mod modGraphic">
          <ac:chgData name="Pedro Alatorre" userId="S::pedro@innevo.com::9d3befdc-a3aa-476f-8ce4-395f998ca365" providerId="AD" clId="Web-{9D00DDD7-9B87-FD07-1F3D-93EA88428DFC}" dt="2023-08-03T19:27:38.531" v="17"/>
          <ac:graphicFrameMkLst>
            <pc:docMk/>
            <pc:sldMk cId="2133727669" sldId="264"/>
            <ac:graphicFrameMk id="4" creationId="{67D3CD35-E26E-5A62-E8E8-00EFA963FBC1}"/>
          </ac:graphicFrameMkLst>
        </pc:graphicFrameChg>
      </pc:sldChg>
    </pc:docChg>
  </pc:docChgLst>
  <pc:docChgLst>
    <pc:chgData name="Pedro Alatorre" userId="S::pedro@innevo.com::9d3befdc-a3aa-476f-8ce4-395f998ca365" providerId="AD" clId="Web-{B4D2F560-29D1-24D9-EA52-3420A26066C9}"/>
    <pc:docChg chg="modSld">
      <pc:chgData name="Pedro Alatorre" userId="S::pedro@innevo.com::9d3befdc-a3aa-476f-8ce4-395f998ca365" providerId="AD" clId="Web-{B4D2F560-29D1-24D9-EA52-3420A26066C9}" dt="2023-07-24T21:11:43.531" v="0" actId="20577"/>
      <pc:docMkLst>
        <pc:docMk/>
      </pc:docMkLst>
      <pc:sldChg chg="modSp">
        <pc:chgData name="Pedro Alatorre" userId="S::pedro@innevo.com::9d3befdc-a3aa-476f-8ce4-395f998ca365" providerId="AD" clId="Web-{B4D2F560-29D1-24D9-EA52-3420A26066C9}" dt="2023-07-24T21:11:43.531" v="0" actId="20577"/>
        <pc:sldMkLst>
          <pc:docMk/>
          <pc:sldMk cId="939295220" sldId="263"/>
        </pc:sldMkLst>
        <pc:spChg chg="mod">
          <ac:chgData name="Pedro Alatorre" userId="S::pedro@innevo.com::9d3befdc-a3aa-476f-8ce4-395f998ca365" providerId="AD" clId="Web-{B4D2F560-29D1-24D9-EA52-3420A26066C9}" dt="2023-07-24T21:11:43.531" v="0" actId="20577"/>
          <ac:spMkLst>
            <pc:docMk/>
            <pc:sldMk cId="939295220" sldId="263"/>
            <ac:spMk id="2" creationId="{DF6DF0D0-8DD1-D3B8-611C-4B9393E3F0FC}"/>
          </ac:spMkLst>
        </pc:spChg>
      </pc:sldChg>
    </pc:docChg>
  </pc:docChgLst>
  <pc:docChgLst>
    <pc:chgData name="Pedro Alatorre" userId="S::pedro@innevo.com::9d3befdc-a3aa-476f-8ce4-395f998ca365" providerId="AD" clId="Web-{DF4D64F7-3684-E0F7-AE16-23EE69CD1047}"/>
    <pc:docChg chg="modSld">
      <pc:chgData name="Pedro Alatorre" userId="S::pedro@innevo.com::9d3befdc-a3aa-476f-8ce4-395f998ca365" providerId="AD" clId="Web-{DF4D64F7-3684-E0F7-AE16-23EE69CD1047}" dt="2023-08-01T00:37:30.663" v="49"/>
      <pc:docMkLst>
        <pc:docMk/>
      </pc:docMkLst>
      <pc:sldChg chg="addSp delSp modSp">
        <pc:chgData name="Pedro Alatorre" userId="S::pedro@innevo.com::9d3befdc-a3aa-476f-8ce4-395f998ca365" providerId="AD" clId="Web-{DF4D64F7-3684-E0F7-AE16-23EE69CD1047}" dt="2023-08-01T00:37:30.663" v="49"/>
        <pc:sldMkLst>
          <pc:docMk/>
          <pc:sldMk cId="3615048108" sldId="257"/>
        </pc:sldMkLst>
        <pc:spChg chg="del mod">
          <ac:chgData name="Pedro Alatorre" userId="S::pedro@innevo.com::9d3befdc-a3aa-476f-8ce4-395f998ca365" providerId="AD" clId="Web-{DF4D64F7-3684-E0F7-AE16-23EE69CD1047}" dt="2023-08-01T00:35:21.159" v="30"/>
          <ac:spMkLst>
            <pc:docMk/>
            <pc:sldMk cId="3615048108" sldId="257"/>
            <ac:spMk id="3" creationId="{64130FDD-46B4-F024-AFAF-CF60DE8171D2}"/>
          </ac:spMkLst>
        </pc:spChg>
        <pc:spChg chg="mod">
          <ac:chgData name="Pedro Alatorre" userId="S::pedro@innevo.com::9d3befdc-a3aa-476f-8ce4-395f998ca365" providerId="AD" clId="Web-{DF4D64F7-3684-E0F7-AE16-23EE69CD1047}" dt="2023-08-01T00:35:25.784" v="32" actId="1076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S::pedro@innevo.com::9d3befdc-a3aa-476f-8ce4-395f998ca365" providerId="AD" clId="Web-{DF4D64F7-3684-E0F7-AE16-23EE69CD1047}" dt="2023-08-01T00:36:15.848" v="42" actId="1076"/>
          <ac:spMkLst>
            <pc:docMk/>
            <pc:sldMk cId="3615048108" sldId="257"/>
            <ac:spMk id="11" creationId="{00000000-0000-0000-0000-000000000000}"/>
          </ac:spMkLst>
        </pc:spChg>
        <pc:graphicFrameChg chg="del">
          <ac:chgData name="Pedro Alatorre" userId="S::pedro@innevo.com::9d3befdc-a3aa-476f-8ce4-395f998ca365" providerId="AD" clId="Web-{DF4D64F7-3684-E0F7-AE16-23EE69CD1047}" dt="2023-08-01T00:33:00.171" v="0"/>
          <ac:graphicFrameMkLst>
            <pc:docMk/>
            <pc:sldMk cId="3615048108" sldId="257"/>
            <ac:graphicFrameMk id="5" creationId="{00000000-0000-0000-0000-000000000000}"/>
          </ac:graphicFrameMkLst>
        </pc:graphicFrameChg>
        <pc:graphicFrameChg chg="add mod modGraphic">
          <ac:chgData name="Pedro Alatorre" userId="S::pedro@innevo.com::9d3befdc-a3aa-476f-8ce4-395f998ca365" providerId="AD" clId="Web-{DF4D64F7-3684-E0F7-AE16-23EE69CD1047}" dt="2023-08-01T00:37:30.663" v="49"/>
          <ac:graphicFrameMkLst>
            <pc:docMk/>
            <pc:sldMk cId="3615048108" sldId="257"/>
            <ac:graphicFrameMk id="6" creationId="{7D08BD94-7353-7BCA-B1FF-F7634249483B}"/>
          </ac:graphicFrameMkLst>
        </pc:graphicFrameChg>
        <pc:graphicFrameChg chg="del mod modGraphic">
          <ac:chgData name="Pedro Alatorre" userId="S::pedro@innevo.com::9d3befdc-a3aa-476f-8ce4-395f998ca365" providerId="AD" clId="Web-{DF4D64F7-3684-E0F7-AE16-23EE69CD1047}" dt="2023-08-01T00:33:26.765" v="12"/>
          <ac:graphicFrameMkLst>
            <pc:docMk/>
            <pc:sldMk cId="3615048108" sldId="257"/>
            <ac:graphicFrameMk id="7" creationId="{00000000-0000-0000-0000-000000000000}"/>
          </ac:graphicFrameMkLst>
        </pc:graphicFrameChg>
        <pc:graphicFrameChg chg="add del mod modGraphic">
          <ac:chgData name="Pedro Alatorre" userId="S::pedro@innevo.com::9d3befdc-a3aa-476f-8ce4-395f998ca365" providerId="AD" clId="Web-{DF4D64F7-3684-E0F7-AE16-23EE69CD1047}" dt="2023-08-01T00:34:05.985" v="19"/>
          <ac:graphicFrameMkLst>
            <pc:docMk/>
            <pc:sldMk cId="3615048108" sldId="257"/>
            <ac:graphicFrameMk id="10" creationId="{E3A84BB4-D182-2DD7-98AD-F741D3E0BC98}"/>
          </ac:graphicFrameMkLst>
        </pc:graphicFrameChg>
        <pc:graphicFrameChg chg="add del mod">
          <ac:chgData name="Pedro Alatorre" userId="S::pedro@innevo.com::9d3befdc-a3aa-476f-8ce4-395f998ca365" providerId="AD" clId="Web-{DF4D64F7-3684-E0F7-AE16-23EE69CD1047}" dt="2023-08-01T00:34:10.938" v="21"/>
          <ac:graphicFrameMkLst>
            <pc:docMk/>
            <pc:sldMk cId="3615048108" sldId="257"/>
            <ac:graphicFrameMk id="16" creationId="{3767D16E-8C87-5E10-9E69-98193E68A8A0}"/>
          </ac:graphicFrameMkLst>
        </pc:graphicFrameChg>
        <pc:graphicFrameChg chg="add del mod">
          <ac:chgData name="Pedro Alatorre" userId="S::pedro@innevo.com::9d3befdc-a3aa-476f-8ce4-395f998ca365" providerId="AD" clId="Web-{DF4D64F7-3684-E0F7-AE16-23EE69CD1047}" dt="2023-08-01T00:34:30.267" v="24"/>
          <ac:graphicFrameMkLst>
            <pc:docMk/>
            <pc:sldMk cId="3615048108" sldId="257"/>
            <ac:graphicFrameMk id="18" creationId="{047F3988-B3A2-490C-D605-763BF21A6C32}"/>
          </ac:graphicFrameMkLst>
        </pc:graphicFrameChg>
        <pc:graphicFrameChg chg="add mod modGraphic">
          <ac:chgData name="Pedro Alatorre" userId="S::pedro@innevo.com::9d3befdc-a3aa-476f-8ce4-395f998ca365" providerId="AD" clId="Web-{DF4D64F7-3684-E0F7-AE16-23EE69CD1047}" dt="2023-08-01T00:37:28.319" v="47"/>
          <ac:graphicFrameMkLst>
            <pc:docMk/>
            <pc:sldMk cId="3615048108" sldId="257"/>
            <ac:graphicFrameMk id="20" creationId="{1C36B5E4-86A7-CFFA-C8D1-7A84CA33CF88}"/>
          </ac:graphicFrameMkLst>
        </pc:graphicFrameChg>
        <pc:graphicFrameChg chg="add mod">
          <ac:chgData name="Pedro Alatorre" userId="S::pedro@innevo.com::9d3befdc-a3aa-476f-8ce4-395f998ca365" providerId="AD" clId="Web-{DF4D64F7-3684-E0F7-AE16-23EE69CD1047}" dt="2023-08-01T00:37:08.600" v="43" actId="1076"/>
          <ac:graphicFrameMkLst>
            <pc:docMk/>
            <pc:sldMk cId="3615048108" sldId="257"/>
            <ac:graphicFrameMk id="21" creationId="{2B1E8BB4-E96B-3F7C-D48E-9032CD1D5F44}"/>
          </ac:graphicFrameMkLst>
        </pc:graphicFrameChg>
        <pc:picChg chg="mod">
          <ac:chgData name="Pedro Alatorre" userId="S::pedro@innevo.com::9d3befdc-a3aa-476f-8ce4-395f998ca365" providerId="AD" clId="Web-{DF4D64F7-3684-E0F7-AE16-23EE69CD1047}" dt="2023-08-01T00:37:13.288" v="45" actId="14100"/>
          <ac:picMkLst>
            <pc:docMk/>
            <pc:sldMk cId="3615048108" sldId="257"/>
            <ac:picMk id="13" creationId="{00000000-0000-0000-0000-000000000000}"/>
          </ac:picMkLst>
        </pc:picChg>
      </pc:sldChg>
    </pc:docChg>
  </pc:docChgLst>
  <pc:docChgLst>
    <pc:chgData name="Tania López" userId="77f58189-e01e-4d35-9d35-b5786e1d02a6" providerId="ADAL" clId="{D986B882-0713-4321-92C8-5680F4BDE335}"/>
    <pc:docChg chg="undo custSel delSld modSld">
      <pc:chgData name="Tania López" userId="77f58189-e01e-4d35-9d35-b5786e1d02a6" providerId="ADAL" clId="{D986B882-0713-4321-92C8-5680F4BDE335}" dt="2023-11-10T16:31:47.060" v="139" actId="790"/>
      <pc:docMkLst>
        <pc:docMk/>
      </pc:docMkLst>
      <pc:sldChg chg="modSp mod">
        <pc:chgData name="Tania López" userId="77f58189-e01e-4d35-9d35-b5786e1d02a6" providerId="ADAL" clId="{D986B882-0713-4321-92C8-5680F4BDE335}" dt="2023-11-10T16:31:47.060" v="139" actId="790"/>
        <pc:sldMkLst>
          <pc:docMk/>
          <pc:sldMk cId="3591639619" sldId="256"/>
        </pc:sldMkLst>
        <pc:spChg chg="mod">
          <ac:chgData name="Tania López" userId="77f58189-e01e-4d35-9d35-b5786e1d02a6" providerId="ADAL" clId="{D986B882-0713-4321-92C8-5680F4BDE335}" dt="2023-11-10T16:31:13.409" v="132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Tania López" userId="77f58189-e01e-4d35-9d35-b5786e1d02a6" providerId="ADAL" clId="{D986B882-0713-4321-92C8-5680F4BDE335}" dt="2023-11-10T16:29:47.646" v="110" actId="20577"/>
          <ac:spMkLst>
            <pc:docMk/>
            <pc:sldMk cId="3591639619" sldId="256"/>
            <ac:spMk id="3" creationId="{00000000-0000-0000-0000-000000000000}"/>
          </ac:spMkLst>
        </pc:spChg>
        <pc:spChg chg="mod">
          <ac:chgData name="Tania López" userId="77f58189-e01e-4d35-9d35-b5786e1d02a6" providerId="ADAL" clId="{D986B882-0713-4321-92C8-5680F4BDE335}" dt="2023-11-10T16:31:25.429" v="134" actId="790"/>
          <ac:spMkLst>
            <pc:docMk/>
            <pc:sldMk cId="3591639619" sldId="256"/>
            <ac:spMk id="4" creationId="{0F18BF35-3A4E-A4CE-3D6F-B9AA69126CBD}"/>
          </ac:spMkLst>
        </pc:spChg>
        <pc:spChg chg="mod">
          <ac:chgData name="Tania López" userId="77f58189-e01e-4d35-9d35-b5786e1d02a6" providerId="ADAL" clId="{D986B882-0713-4321-92C8-5680F4BDE335}" dt="2023-11-10T16:31:47.060" v="139" actId="790"/>
          <ac:spMkLst>
            <pc:docMk/>
            <pc:sldMk cId="3591639619" sldId="256"/>
            <ac:spMk id="5" creationId="{D2885FCE-B7E9-C793-E1DB-6D04408FA725}"/>
          </ac:spMkLst>
        </pc:spChg>
      </pc:sldChg>
      <pc:sldChg chg="del">
        <pc:chgData name="Tania López" userId="77f58189-e01e-4d35-9d35-b5786e1d02a6" providerId="ADAL" clId="{D986B882-0713-4321-92C8-5680F4BDE335}" dt="2023-11-10T16:28:44.952" v="0" actId="47"/>
        <pc:sldMkLst>
          <pc:docMk/>
          <pc:sldMk cId="184574413" sldId="271"/>
        </pc:sldMkLst>
      </pc:sldChg>
    </pc:docChg>
  </pc:docChgLst>
  <pc:docChgLst>
    <pc:chgData name="Pedro Alatorre" userId="9d3befdc-a3aa-476f-8ce4-395f998ca365" providerId="ADAL" clId="{E7CFB8E0-E87A-40CD-B778-187B85ED9691}"/>
    <pc:docChg chg="custSel modSld">
      <pc:chgData name="Pedro Alatorre" userId="9d3befdc-a3aa-476f-8ce4-395f998ca365" providerId="ADAL" clId="{E7CFB8E0-E87A-40CD-B778-187B85ED9691}" dt="2024-07-12T17:19:31.236" v="95" actId="14100"/>
      <pc:docMkLst>
        <pc:docMk/>
      </pc:docMkLst>
      <pc:sldChg chg="modSp mod">
        <pc:chgData name="Pedro Alatorre" userId="9d3befdc-a3aa-476f-8ce4-395f998ca365" providerId="ADAL" clId="{E7CFB8E0-E87A-40CD-B778-187B85ED9691}" dt="2024-07-12T17:19:31.236" v="95" actId="14100"/>
        <pc:sldMkLst>
          <pc:docMk/>
          <pc:sldMk cId="3591639619" sldId="256"/>
        </pc:sldMkLst>
        <pc:spChg chg="mod">
          <ac:chgData name="Pedro Alatorre" userId="9d3befdc-a3aa-476f-8ce4-395f998ca365" providerId="ADAL" clId="{E7CFB8E0-E87A-40CD-B778-187B85ED9691}" dt="2024-07-12T17:19:31.236" v="95" actId="14100"/>
          <ac:spMkLst>
            <pc:docMk/>
            <pc:sldMk cId="3591639619" sldId="256"/>
            <ac:spMk id="5" creationId="{D2885FCE-B7E9-C793-E1DB-6D04408FA7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865F3-102B-4EE3-A011-8216430B1C83}" type="datetimeFigureOut">
              <a:rPr lang="es-MX" smtClean="0"/>
              <a:t>29/09/2026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03722F-119A-4DFC-85C3-53074EA03D7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9629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1923DFC-A32B-B3E6-6EBF-09BA2686C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90" y="130176"/>
            <a:ext cx="1428750" cy="44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8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2175669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F61D1F3-20B4-E633-DEC8-FBA90AB8EC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97" y="238124"/>
            <a:ext cx="1428750" cy="44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7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3599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901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70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8049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195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8102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8490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5911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993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DAB19-D868-4620-A06A-DD1486530B4C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BA771-16A8-4BE6-AB28-974A037EDCF7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4609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r>
              <a:rPr lang="es-MX" dirty="0">
                <a:solidFill>
                  <a:schemeClr val="accent1"/>
                </a:solidFill>
              </a:rPr>
              <a:t>Kick off del proyecto</a:t>
            </a:r>
            <a:endParaRPr lang="es-MX" dirty="0">
              <a:cs typeface="Calibri Ligh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solidFill>
                  <a:schemeClr val="accent1"/>
                </a:solidFill>
              </a:rPr>
              <a:t>Portabilidad de Derechos Pensionarios entre ISSSTE e IMSS</a:t>
            </a:r>
            <a:br>
              <a:rPr lang="es-MX" dirty="0">
                <a:solidFill>
                  <a:schemeClr val="accent1"/>
                </a:solidFill>
              </a:rPr>
            </a:br>
            <a:r>
              <a:rPr lang="es-MX" dirty="0">
                <a:solidFill>
                  <a:schemeClr val="accent1"/>
                </a:solidFill>
              </a:rPr>
              <a:t>Fecha de inicio del proyecto: 25/01/2026</a:t>
            </a:r>
          </a:p>
        </p:txBody>
      </p:sp>
    </p:spTree>
    <p:extLst>
      <p:ext uri="{BB962C8B-B14F-4D97-AF65-F5344CB8AC3E}">
        <p14:creationId xmlns:p14="http://schemas.microsoft.com/office/powerpoint/2010/main" val="3591639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DF0D0-8DD1-D3B8-611C-4B9393E3F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7255" y="345568"/>
            <a:ext cx="3297490" cy="1074860"/>
          </a:xfrm>
        </p:spPr>
        <p:txBody>
          <a:bodyPr wrap="square">
            <a:normAutofit/>
          </a:bodyPr>
          <a:lstStyle/>
          <a:p>
            <a:r>
              <a:rPr lang="es-ES" sz="2800" dirty="0"/>
              <a:t>Alcance del proyecto</a:t>
            </a:r>
            <a:endParaRPr lang="es-MX" sz="2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964D1B7-695B-B870-8BF9-36F43DC2F86A}"/>
              </a:ext>
            </a:extLst>
          </p:cNvPr>
          <p:cNvSpPr txBox="1"/>
          <p:nvPr/>
        </p:nvSpPr>
        <p:spPr>
          <a:xfrm>
            <a:off x="838200" y="2071855"/>
            <a:ext cx="10338786" cy="2129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endParaRPr dirty="0"/>
          </a:p>
          <a:p>
            <a:pPr>
              <a:spcAft>
                <a:spcPts val="1000"/>
              </a:spcAft>
            </a:pPr>
            <a:r>
              <a:rPr lang="es-MX" sz="1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Incluye: el proceso saliente (ISSSTE inicia y da seguimiento a una solicitud de portabilidad hacia IMSS, coordinándose con ProceSAR).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Incluye: el proceso entrante (IMSS inicia una solicitud de portabilidad hacia ISSSTE).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Incluye: la interoperabilidad con RENAPO, el servicio de firma electrónica y la CNSF.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Incluye: la habilitación de la re-portabilidad para derechohabientes con un trámite previo concluido.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 incluye: la portabilidad con institutos de seguridad social distintos de IMSS.</a:t>
            </a:r>
          </a:p>
        </p:txBody>
      </p:sp>
    </p:spTree>
    <p:extLst>
      <p:ext uri="{BB962C8B-B14F-4D97-AF65-F5344CB8AC3E}">
        <p14:creationId xmlns:p14="http://schemas.microsoft.com/office/powerpoint/2010/main" val="939295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02427-002F-E874-E2E6-364587508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182" y="292417"/>
            <a:ext cx="7139634" cy="791871"/>
          </a:xfrm>
        </p:spPr>
        <p:txBody>
          <a:bodyPr wrap="square">
            <a:normAutofit fontScale="90000"/>
          </a:bodyPr>
          <a:lstStyle/>
          <a:p>
            <a:r>
              <a:rPr lang="es-ES" dirty="0"/>
              <a:t>Estructura del equipo de trabajo</a:t>
            </a:r>
            <a:endParaRPr lang="es-MX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1EDEFB1-93A6-FFB5-E7BB-CFCF1569DBE0}"/>
              </a:ext>
            </a:extLst>
          </p:cNvPr>
          <p:cNvSpPr txBox="1"/>
          <p:nvPr/>
        </p:nvSpPr>
        <p:spPr>
          <a:xfrm>
            <a:off x="2712722" y="2552011"/>
            <a:ext cx="1427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 descr="Image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299" y="1750000"/>
            <a:ext cx="4757401" cy="4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65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58264-52D8-BE16-27DB-C319C6BBB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100" y="141192"/>
            <a:ext cx="5257800" cy="577266"/>
          </a:xfrm>
        </p:spPr>
        <p:txBody>
          <a:bodyPr wrap="square">
            <a:normAutofit fontScale="90000"/>
          </a:bodyPr>
          <a:lstStyle/>
          <a:p>
            <a:r>
              <a:rPr lang="es-ES" dirty="0"/>
              <a:t>Plan de comunicación</a:t>
            </a:r>
            <a:endParaRPr lang="es-MX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034437"/>
              </p:ext>
            </p:extLst>
          </p:nvPr>
        </p:nvGraphicFramePr>
        <p:xfrm>
          <a:off x="927101" y="1130137"/>
          <a:ext cx="10337798" cy="4940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9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6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09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8940">
                <a:tc>
                  <a:txBody>
                    <a:bodyPr/>
                    <a:lstStyle/>
                    <a:p>
                      <a:r>
                        <a:rPr sz="1100" b="1" dirty="0"/>
                        <a:t>Tema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b="1" dirty="0" err="1"/>
                        <a:t>Responsable</a:t>
                      </a:r>
                      <a:endParaRPr sz="1100" b="1" dirty="0"/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b="1" dirty="0" err="1"/>
                        <a:t>Participantes</a:t>
                      </a:r>
                      <a:endParaRPr sz="1100" b="1" dirty="0"/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b="1" dirty="0" err="1"/>
                        <a:t>Objetivo</a:t>
                      </a:r>
                      <a:endParaRPr sz="1100" b="1" dirty="0"/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b="1" dirty="0" err="1"/>
                        <a:t>Frecuencia</a:t>
                      </a:r>
                      <a:endParaRPr sz="1100" b="1" dirty="0"/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b="1" dirty="0" err="1"/>
                        <a:t>Mecanismo</a:t>
                      </a:r>
                      <a:endParaRPr sz="1100" b="1" dirty="0"/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b="1" dirty="0" err="1"/>
                        <a:t>Resultado</a:t>
                      </a:r>
                      <a:endParaRPr sz="1100" b="1" dirty="0"/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940">
                <a:tc>
                  <a:txBody>
                    <a:bodyPr/>
                    <a:lstStyle/>
                    <a:p>
                      <a:r>
                        <a:rPr sz="1100"/>
                        <a:t>Inicio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Involucrados identificados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Informar el inicio y garantizar el compromiso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Al inicio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Minuta</a:t>
                      </a:r>
                      <a:endParaRPr sz="1100" dirty="0"/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940">
                <a:tc>
                  <a:txBody>
                    <a:bodyPr/>
                    <a:lstStyle/>
                    <a:p>
                      <a:r>
                        <a:rPr sz="1100"/>
                        <a:t>Validación de especificación de requisitos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Analista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Proveedores de requisitos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Validar que los requisitos fueron comprendidos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Por evento según cronograma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Especificación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firmada</a:t>
                      </a:r>
                      <a:r>
                        <a:rPr sz="1100" dirty="0"/>
                        <a:t> / </a:t>
                      </a:r>
                      <a:r>
                        <a:rPr sz="1100" dirty="0" err="1"/>
                        <a:t>Minuta</a:t>
                      </a:r>
                      <a:endParaRPr sz="1100" dirty="0"/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40">
                <a:tc>
                  <a:txBody>
                    <a:bodyPr/>
                    <a:lstStyle/>
                    <a:p>
                      <a:r>
                        <a:rPr sz="1100"/>
                        <a:t>Revisión de estado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Equipo de trabajo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Revisar avances, riesgos y problemas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Semanal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Minuta</a:t>
                      </a:r>
                      <a:endParaRPr sz="1100" dirty="0"/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940">
                <a:tc>
                  <a:txBody>
                    <a:bodyPr/>
                    <a:lstStyle/>
                    <a:p>
                      <a:r>
                        <a:rPr sz="1100"/>
                        <a:t>Revisión del estado (patrocinador)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Patrocinador / 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Mantener informado al cliente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Quincenal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Video conferencia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Informe de </a:t>
                      </a:r>
                      <a:r>
                        <a:rPr sz="1100" dirty="0" err="1"/>
                        <a:t>avance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firmado</a:t>
                      </a:r>
                      <a:r>
                        <a:rPr sz="1100" dirty="0"/>
                        <a:t> / </a:t>
                      </a:r>
                      <a:r>
                        <a:rPr sz="1100" dirty="0" err="1"/>
                        <a:t>Minuta</a:t>
                      </a:r>
                      <a:endParaRPr sz="1100" dirty="0"/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940">
                <a:tc>
                  <a:txBody>
                    <a:bodyPr/>
                    <a:lstStyle/>
                    <a:p>
                      <a:r>
                        <a:rPr sz="1100"/>
                        <a:t>Recepción del producto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Líder técnico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Responsable de TI del cliente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Entregar el producto para despliegue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Por evento según cronograma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Video </a:t>
                      </a:r>
                      <a:r>
                        <a:rPr sz="1100" dirty="0" err="1"/>
                        <a:t>conferencia</a:t>
                      </a:r>
                      <a:endParaRPr sz="1100" dirty="0"/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Formulario</a:t>
                      </a:r>
                      <a:r>
                        <a:rPr sz="1100" dirty="0"/>
                        <a:t> de </a:t>
                      </a:r>
                      <a:r>
                        <a:rPr sz="1100" dirty="0" err="1"/>
                        <a:t>entrega</a:t>
                      </a:r>
                      <a:r>
                        <a:rPr sz="1100" dirty="0"/>
                        <a:t> con </a:t>
                      </a:r>
                      <a:r>
                        <a:rPr sz="1100" dirty="0" err="1"/>
                        <a:t>fecha</a:t>
                      </a:r>
                      <a:endParaRPr sz="1100" dirty="0"/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940">
                <a:tc>
                  <a:txBody>
                    <a:bodyPr/>
                    <a:lstStyle/>
                    <a:p>
                      <a:r>
                        <a:rPr sz="1100"/>
                        <a:t>Aceptación del producto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Patrocinador / Líder del proyecto (cliente)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Aprobar la entrega del producto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Por evento según cronograma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Video conferencia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dirty="0" err="1"/>
                        <a:t>Formulario</a:t>
                      </a:r>
                      <a:r>
                        <a:rPr sz="1100" dirty="0"/>
                        <a:t> de </a:t>
                      </a:r>
                      <a:r>
                        <a:rPr sz="1100" dirty="0" err="1"/>
                        <a:t>entrega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aprobado</a:t>
                      </a:r>
                      <a:endParaRPr sz="1100" dirty="0"/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940">
                <a:tc>
                  <a:txBody>
                    <a:bodyPr/>
                    <a:lstStyle/>
                    <a:p>
                      <a:r>
                        <a:rPr sz="1100"/>
                        <a:t>Lecciones aprendidas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Equipo de trabajo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Mejorar planeación y disminuir riesgos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Cierre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Registro de </a:t>
                      </a:r>
                      <a:r>
                        <a:rPr sz="1100" dirty="0" err="1"/>
                        <a:t>lecciones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aprendidas</a:t>
                      </a:r>
                      <a:endParaRPr sz="1100" dirty="0"/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940">
                <a:tc>
                  <a:txBody>
                    <a:bodyPr/>
                    <a:lstStyle/>
                    <a:p>
                      <a:r>
                        <a:rPr sz="1100"/>
                        <a:t>Cierre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Patrocinador / Líder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Formalizar el cierre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Cierre del proyecto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/>
                        <a:t>Reunión presencial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Carta de </a:t>
                      </a:r>
                      <a:r>
                        <a:rPr sz="1100" dirty="0" err="1"/>
                        <a:t>cierre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firmada</a:t>
                      </a:r>
                      <a:endParaRPr sz="1100" dirty="0"/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31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D2ABF-E1FB-398D-61D6-B26E9BDCE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650" y="810685"/>
            <a:ext cx="8648700" cy="625475"/>
          </a:xfrm>
        </p:spPr>
        <p:txBody>
          <a:bodyPr wrap="square">
            <a:normAutofit fontScale="90000"/>
          </a:bodyPr>
          <a:lstStyle/>
          <a:p>
            <a:r>
              <a:rPr lang="es-ES" dirty="0"/>
              <a:t>Funciones y responsabilidades del cliente</a:t>
            </a:r>
            <a:endParaRPr lang="es-MX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76935" y="1904027"/>
          <a:ext cx="9436308" cy="2798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4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1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9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Función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Responsable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Patrocinador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Por confirmar con ISSSTE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6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Líder del proyecto (cliente)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Miriam Ivonne Nuñez Zavala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65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Proveedores de requisitos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Área de Pensiones y Área de Afiliación y Vigencia ISSSTE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9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5FB80-EAB1-51F6-0F39-E933F89AD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084" y="329614"/>
            <a:ext cx="3005831" cy="931015"/>
          </a:xfrm>
        </p:spPr>
        <p:txBody>
          <a:bodyPr wrap="none">
            <a:normAutofit/>
          </a:bodyPr>
          <a:lstStyle/>
          <a:p>
            <a:r>
              <a:rPr lang="es-ES" sz="2400" dirty="0"/>
              <a:t>Entregables</a:t>
            </a:r>
            <a:endParaRPr lang="es-MX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C5D7036-4808-7B8D-8648-77A16DA6B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441" y="1954848"/>
            <a:ext cx="7163117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Describir los criterios de aceptación por cada entregable para aprobación por parte del cliente.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386708" y="2462679"/>
          <a:ext cx="7290848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993">
                <a:tc>
                  <a:txBody>
                    <a:bodyPr/>
                    <a:lstStyle/>
                    <a:p>
                      <a:r>
                        <a:rPr sz="1100" b="1"/>
                        <a:t>Entregable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Criterio de aceptación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/>
                        <a:t>Aprobación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993">
                <a:tc>
                  <a:txBody>
                    <a:bodyPr/>
                    <a:lstStyle/>
                    <a:p>
                      <a:r>
                        <a:rPr sz="1100"/>
                        <a:t>Especificación de requisitos (FJL-F02)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Requisitos revisados y validados con el área usuaria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Líder del proyecto (cliente)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993">
                <a:tc>
                  <a:txBody>
                    <a:bodyPr/>
                    <a:lstStyle/>
                    <a:p>
                      <a:r>
                        <a:rPr sz="1100"/>
                        <a:t>Diseño de software (FJL-F07)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Incluye la habilitación de la re-portabilidad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Líder técnico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993">
                <a:tc>
                  <a:txBody>
                    <a:bodyPr/>
                    <a:lstStyle/>
                    <a:p>
                      <a:r>
                        <a:rPr sz="1100"/>
                        <a:t>Código fuente (FJL-F11)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Corresponde a lo implementado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Líder técnico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993">
                <a:tc>
                  <a:txBody>
                    <a:bodyPr/>
                    <a:lstStyle/>
                    <a:p>
                      <a:r>
                        <a:rPr sz="1100"/>
                        <a:t>Plan de calidad y escenarios de prueba (FJL-F12/F13)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Un escenario de prueba por requerimiento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Líder del proyecto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998">
                <a:tc>
                  <a:txBody>
                    <a:bodyPr/>
                    <a:lstStyle/>
                    <a:p>
                      <a:r>
                        <a:rPr sz="1100"/>
                        <a:t>Solicitud y Resolución de Transferencia de Derechos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Con folio, firma y sello digital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Área de Pensiones ISSSTE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073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0D64E-AFF0-511B-8428-0FA389AE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443" y="318473"/>
            <a:ext cx="1513114" cy="717225"/>
          </a:xfrm>
        </p:spPr>
        <p:txBody>
          <a:bodyPr wrap="square">
            <a:normAutofit/>
          </a:bodyPr>
          <a:lstStyle/>
          <a:p>
            <a:r>
              <a:rPr lang="es-ES" dirty="0"/>
              <a:t>Hitos</a:t>
            </a:r>
            <a:endParaRPr lang="es-MX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35543" y="2403583"/>
          <a:ext cx="7520913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3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6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8069">
                <a:tc>
                  <a:txBody>
                    <a:bodyPr/>
                    <a:lstStyle/>
                    <a:p>
                      <a:r>
                        <a:rPr sz="1300" b="1"/>
                        <a:t>Hito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Fecha planeada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Kick off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25/01/2026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Aprobación de especificación de requisitos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18/02/2026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Aprobación de diseño de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08/04/2026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Incorporación de la habilitación de la re-portabilidad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27/07/2026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069">
                <a:tc>
                  <a:txBody>
                    <a:bodyPr/>
                    <a:lstStyle/>
                    <a:p>
                      <a:r>
                        <a:rPr sz="1300"/>
                        <a:t>Versión construida lista para pruebas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01/09/2026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073">
                <a:tc>
                  <a:txBody>
                    <a:bodyPr/>
                    <a:lstStyle/>
                    <a:p>
                      <a:r>
                        <a:rPr sz="1300"/>
                        <a:t>Entrega final y puesta en producción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25/09/2026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8521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139B6-F120-F7EA-A07B-ECB40955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022" y="289767"/>
            <a:ext cx="3201955" cy="782540"/>
          </a:xfrm>
        </p:spPr>
        <p:txBody>
          <a:bodyPr wrap="none">
            <a:normAutofit/>
          </a:bodyPr>
          <a:lstStyle/>
          <a:p>
            <a:r>
              <a:rPr lang="es-ES" sz="2400" dirty="0"/>
              <a:t>Ciclo de vida</a:t>
            </a:r>
            <a:endParaRPr lang="es-MX"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87" y="2015413"/>
            <a:ext cx="10176179" cy="321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32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6732B-1EA9-5D52-7212-D5BD2569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6990" y="365125"/>
            <a:ext cx="2978020" cy="847855"/>
          </a:xfrm>
        </p:spPr>
        <p:txBody>
          <a:bodyPr wrap="none">
            <a:normAutofit/>
          </a:bodyPr>
          <a:lstStyle/>
          <a:p>
            <a:r>
              <a:rPr lang="es-ES" sz="2400" dirty="0"/>
              <a:t>Cronograma</a:t>
            </a:r>
            <a:endParaRPr lang="es-MX" dirty="0"/>
          </a:p>
        </p:txBody>
      </p:sp>
      <p:pic>
        <p:nvPicPr>
          <p:cNvPr id="3" name="Picture 2" descr="cronograma_alto_ni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867" y="1566539"/>
            <a:ext cx="8895145" cy="38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70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2E693-E75F-D8D0-2F4E-07807BE4F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587" y="517525"/>
            <a:ext cx="2028825" cy="777875"/>
          </a:xfrm>
        </p:spPr>
        <p:txBody>
          <a:bodyPr wrap="none">
            <a:normAutofit/>
          </a:bodyPr>
          <a:lstStyle/>
          <a:p>
            <a:r>
              <a:rPr lang="es-ES" sz="2400" dirty="0"/>
              <a:t>Riesgos</a:t>
            </a:r>
            <a:endParaRPr lang="es-MX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F540AB8-74BA-C525-FE01-A6EADFFAD87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6002" y="6377459"/>
            <a:ext cx="5188998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00400" algn="l"/>
              </a:tabLst>
            </a:pPr>
            <a:r>
              <a:rPr kumimoji="0" lang="es-MX" altLang="es-MX" sz="900" b="1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Nota: la identificación y seguimiento se gestionarán en la matriz de riesgos y oportunidades del proyecto</a:t>
            </a:r>
            <a:r>
              <a:rPr kumimoji="0" lang="es-MX" altLang="es-MX" sz="9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86205" y="2440533"/>
          <a:ext cx="8572899" cy="1629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657">
                <a:tc>
                  <a:txBody>
                    <a:bodyPr/>
                    <a:lstStyle/>
                    <a:p>
                      <a:r>
                        <a:rPr sz="1300" b="1"/>
                        <a:t>Riesgo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Categoría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657">
                <a:tc>
                  <a:txBody>
                    <a:bodyPr/>
                    <a:lstStyle/>
                    <a:p>
                      <a:r>
                        <a:rPr sz="1300"/>
                        <a:t>Dependencia de disponibilidad de servicios externos (IMSS, ProceSAR, RENAPO, CNSF)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Técnico / Externo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657">
                <a:tc>
                  <a:txBody>
                    <a:bodyPr/>
                    <a:lstStyle/>
                    <a:p>
                      <a:r>
                        <a:rPr sz="1300"/>
                        <a:t>Concentración del conocimiento técnico en un único recurso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Recursos humanos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657">
                <a:tc>
                  <a:txBody>
                    <a:bodyPr/>
                    <a:lstStyle/>
                    <a:p>
                      <a:r>
                        <a:rPr sz="1300"/>
                        <a:t>Cambios normativos en materia de portabilidad de derechos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/>
                        <a:t>Normativo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422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9CA91C779E94BAF39074ADA180F65" ma:contentTypeVersion="14" ma:contentTypeDescription="Create a new document." ma:contentTypeScope="" ma:versionID="e317a7924b2544239d4f057d999310ac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7d42326814b3c435e052ee9b8530a2a2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  <Estado xmlns="f1020bcf-9500-4749-8c84-b23cf1385772" xsi:nil="true"/>
  </documentManagement>
</p:properties>
</file>

<file path=customXml/itemProps1.xml><?xml version="1.0" encoding="utf-8"?>
<ds:datastoreItem xmlns:ds="http://schemas.openxmlformats.org/officeDocument/2006/customXml" ds:itemID="{367E8C23-511F-4398-A40E-DF941BE676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020bcf-9500-4749-8c84-b23cf1385772"/>
    <ds:schemaRef ds:uri="7a0a35da-276e-4c8e-b365-e7c47df808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7038EA-02CC-43BD-A7ED-3849389374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0F59D7-BA64-45C9-AC2D-B7635254298D}">
  <ds:schemaRefs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a0a35da-276e-4c8e-b365-e7c47df80865"/>
    <ds:schemaRef ds:uri="f1020bcf-9500-4749-8c84-b23cf1385772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560</Words>
  <Application>Microsoft Office PowerPoint</Application>
  <PresentationFormat>Panorámica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Segoe UI</vt:lpstr>
      <vt:lpstr>Tema de Office</vt:lpstr>
      <vt:lpstr>Kick off del proyecto</vt:lpstr>
      <vt:lpstr>Alcance del proyecto</vt:lpstr>
      <vt:lpstr>Estructura del equipo de trabajo</vt:lpstr>
      <vt:lpstr>Plan de comunicación</vt:lpstr>
      <vt:lpstr>Funciones y responsabilidades del cliente</vt:lpstr>
      <vt:lpstr>Entregables</vt:lpstr>
      <vt:lpstr>Hitos</vt:lpstr>
      <vt:lpstr>Ciclo de vida</vt:lpstr>
      <vt:lpstr>Cronograma</vt:lpstr>
      <vt:lpstr>Riesgos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</dc:title>
  <dc:creator>Carlos Quintero N.</dc:creator>
  <cp:lastModifiedBy>Carlos Quintero</cp:lastModifiedBy>
  <cp:revision>3</cp:revision>
  <dcterms:created xsi:type="dcterms:W3CDTF">2023-05-15T19:23:45Z</dcterms:created>
  <dcterms:modified xsi:type="dcterms:W3CDTF">2026-09-30T00:52:13Z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
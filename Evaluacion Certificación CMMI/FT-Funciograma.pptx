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5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ia López" initials="TL" lastIdx="1" clrIdx="0">
    <p:extLst>
      <p:ext uri="{19B8F6BF-5375-455C-9EA6-DF929625EA0E}">
        <p15:presenceInfo xmlns:p15="http://schemas.microsoft.com/office/powerpoint/2012/main" userId="S::tlopez@innevo.com::77f58189-e01e-4d35-9d35-b5786e1d02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6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1E1AE-75B0-4D7C-B542-5E0F2197AFE0}" v="2" dt="2025-10-13T13:44:31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4249" autoAdjust="0"/>
  </p:normalViewPr>
  <p:slideViewPr>
    <p:cSldViewPr snapToGrid="0">
      <p:cViewPr varScale="1">
        <p:scale>
          <a:sx n="95" d="100"/>
          <a:sy n="95" d="100"/>
        </p:scale>
        <p:origin x="552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ia López" userId="77f58189-e01e-4d35-9d35-b5786e1d02a6" providerId="ADAL" clId="{0BE972CD-F0B1-4046-9294-9CD8DFC8B906}"/>
    <pc:docChg chg="custSel modSld">
      <pc:chgData name="Tania López" userId="77f58189-e01e-4d35-9d35-b5786e1d02a6" providerId="ADAL" clId="{0BE972CD-F0B1-4046-9294-9CD8DFC8B906}" dt="2024-05-14T15:33:10.025" v="0" actId="478"/>
      <pc:docMkLst>
        <pc:docMk/>
      </pc:docMkLst>
      <pc:sldChg chg="delSp mod">
        <pc:chgData name="Tania López" userId="77f58189-e01e-4d35-9d35-b5786e1d02a6" providerId="ADAL" clId="{0BE972CD-F0B1-4046-9294-9CD8DFC8B906}" dt="2024-05-14T15:33:10.025" v="0" actId="478"/>
        <pc:sldMkLst>
          <pc:docMk/>
          <pc:sldMk cId="1162260093" sldId="264"/>
        </pc:sldMkLst>
      </pc:sldChg>
    </pc:docChg>
  </pc:docChgLst>
  <pc:docChgLst>
    <pc:chgData name="Tania López" userId="77f58189-e01e-4d35-9d35-b5786e1d02a6" providerId="ADAL" clId="{13A27A49-83C3-4FDC-996B-565458F4EA3E}"/>
    <pc:docChg chg="undo custSel addSld delSld modSld">
      <pc:chgData name="Tania López" userId="77f58189-e01e-4d35-9d35-b5786e1d02a6" providerId="ADAL" clId="{13A27A49-83C3-4FDC-996B-565458F4EA3E}" dt="2023-08-07T17:05:51.923" v="249" actId="1076"/>
      <pc:docMkLst>
        <pc:docMk/>
      </pc:docMkLst>
      <pc:sldChg chg="addSp delSp modSp mod">
        <pc:chgData name="Tania López" userId="77f58189-e01e-4d35-9d35-b5786e1d02a6" providerId="ADAL" clId="{13A27A49-83C3-4FDC-996B-565458F4EA3E}" dt="2023-08-07T17:05:51.923" v="249" actId="1076"/>
        <pc:sldMkLst>
          <pc:docMk/>
          <pc:sldMk cId="1162260093" sldId="264"/>
        </pc:sldMkLst>
      </pc:sldChg>
      <pc:sldChg chg="addSp modSp new del mod">
        <pc:chgData name="Tania López" userId="77f58189-e01e-4d35-9d35-b5786e1d02a6" providerId="ADAL" clId="{13A27A49-83C3-4FDC-996B-565458F4EA3E}" dt="2023-08-07T17:00:34.801" v="52" actId="47"/>
        <pc:sldMkLst>
          <pc:docMk/>
          <pc:sldMk cId="2305630286" sldId="265"/>
        </pc:sldMkLst>
      </pc:sldChg>
    </pc:docChg>
  </pc:docChgLst>
  <pc:docChgLst>
    <pc:chgData name="Tania López" userId="77f58189-e01e-4d35-9d35-b5786e1d02a6" providerId="ADAL" clId="{BA7DFACB-09CF-49FE-9F9D-A59AE9EE7E46}"/>
    <pc:docChg chg="delSld">
      <pc:chgData name="Tania López" userId="77f58189-e01e-4d35-9d35-b5786e1d02a6" providerId="ADAL" clId="{BA7DFACB-09CF-49FE-9F9D-A59AE9EE7E46}" dt="2023-08-07T16:55:07.092" v="3" actId="47"/>
      <pc:docMkLst>
        <pc:docMk/>
      </pc:docMkLst>
      <pc:sldChg chg="del">
        <pc:chgData name="Tania López" userId="77f58189-e01e-4d35-9d35-b5786e1d02a6" providerId="ADAL" clId="{BA7DFACB-09CF-49FE-9F9D-A59AE9EE7E46}" dt="2023-08-07T16:55:07.092" v="3" actId="47"/>
        <pc:sldMkLst>
          <pc:docMk/>
          <pc:sldMk cId="2174234186" sldId="256"/>
        </pc:sldMkLst>
      </pc:sldChg>
      <pc:sldChg chg="del">
        <pc:chgData name="Tania López" userId="77f58189-e01e-4d35-9d35-b5786e1d02a6" providerId="ADAL" clId="{BA7DFACB-09CF-49FE-9F9D-A59AE9EE7E46}" dt="2023-08-07T16:55:04.665" v="0" actId="47"/>
        <pc:sldMkLst>
          <pc:docMk/>
          <pc:sldMk cId="1341773723" sldId="257"/>
        </pc:sldMkLst>
      </pc:sldChg>
      <pc:sldChg chg="del">
        <pc:chgData name="Tania López" userId="77f58189-e01e-4d35-9d35-b5786e1d02a6" providerId="ADAL" clId="{BA7DFACB-09CF-49FE-9F9D-A59AE9EE7E46}" dt="2023-08-07T16:55:04.854" v="1" actId="47"/>
        <pc:sldMkLst>
          <pc:docMk/>
          <pc:sldMk cId="2718271593" sldId="259"/>
        </pc:sldMkLst>
      </pc:sldChg>
      <pc:sldChg chg="del">
        <pc:chgData name="Tania López" userId="77f58189-e01e-4d35-9d35-b5786e1d02a6" providerId="ADAL" clId="{BA7DFACB-09CF-49FE-9F9D-A59AE9EE7E46}" dt="2023-08-07T16:55:06.268" v="2" actId="47"/>
        <pc:sldMkLst>
          <pc:docMk/>
          <pc:sldMk cId="3718218077" sldId="261"/>
        </pc:sldMkLst>
      </pc:sldChg>
    </pc:docChg>
  </pc:docChgLst>
  <pc:docChgLst>
    <pc:chgData name="Adolfo Mota" userId="2f7203d3-7281-4617-b4dd-a40c4e1be407" providerId="ADAL" clId="{80C1E1AE-75B0-4D7C-B542-5E0F2197AFE0}"/>
    <pc:docChg chg="undo custSel modSld">
      <pc:chgData name="Adolfo Mota" userId="2f7203d3-7281-4617-b4dd-a40c4e1be407" providerId="ADAL" clId="{80C1E1AE-75B0-4D7C-B542-5E0F2197AFE0}" dt="2025-10-13T14:19:07.390" v="23" actId="20577"/>
      <pc:docMkLst>
        <pc:docMk/>
      </pc:docMkLst>
      <pc:sldChg chg="modSp mod">
        <pc:chgData name="Adolfo Mota" userId="2f7203d3-7281-4617-b4dd-a40c4e1be407" providerId="ADAL" clId="{80C1E1AE-75B0-4D7C-B542-5E0F2197AFE0}" dt="2025-10-13T14:19:07.390" v="23" actId="20577"/>
        <pc:sldMkLst>
          <pc:docMk/>
          <pc:sldMk cId="1162260093" sldId="264"/>
        </pc:sldMkLst>
        <pc:spChg chg="mod">
          <ac:chgData name="Adolfo Mota" userId="2f7203d3-7281-4617-b4dd-a40c4e1be407" providerId="ADAL" clId="{80C1E1AE-75B0-4D7C-B542-5E0F2197AFE0}" dt="2025-10-13T14:19:07.390" v="23" actId="20577"/>
          <ac:spMkLst>
            <pc:docMk/>
            <pc:sldMk cId="1162260093" sldId="264"/>
            <ac:spMk id="47" creationId="{EB120349-26CA-421E-9C49-78F8EB41D6B7}"/>
          </ac:spMkLst>
        </pc:spChg>
        <pc:cxnChg chg="mod">
          <ac:chgData name="Adolfo Mota" userId="2f7203d3-7281-4617-b4dd-a40c4e1be407" providerId="ADAL" clId="{80C1E1AE-75B0-4D7C-B542-5E0F2197AFE0}" dt="2025-10-13T14:18:33.297" v="15" actId="14100"/>
          <ac:cxnSpMkLst>
            <pc:docMk/>
            <pc:sldMk cId="1162260093" sldId="264"/>
            <ac:cxnSpMk id="33" creationId="{8EFB8D83-22DA-0597-461A-7ECF264ABDB3}"/>
          </ac:cxnSpMkLst>
        </pc:cxnChg>
        <pc:cxnChg chg="mod">
          <ac:chgData name="Adolfo Mota" userId="2f7203d3-7281-4617-b4dd-a40c4e1be407" providerId="ADAL" clId="{80C1E1AE-75B0-4D7C-B542-5E0F2197AFE0}" dt="2025-10-13T14:16:47.032" v="4" actId="14100"/>
          <ac:cxnSpMkLst>
            <pc:docMk/>
            <pc:sldMk cId="1162260093" sldId="264"/>
            <ac:cxnSpMk id="55" creationId="{A6F249CD-A805-4F26-BA57-C23811197B0E}"/>
          </ac:cxnSpMkLst>
        </pc:cxnChg>
        <pc:cxnChg chg="mod">
          <ac:chgData name="Adolfo Mota" userId="2f7203d3-7281-4617-b4dd-a40c4e1be407" providerId="ADAL" clId="{80C1E1AE-75B0-4D7C-B542-5E0F2197AFE0}" dt="2025-10-13T14:17:55.589" v="10" actId="14100"/>
          <ac:cxnSpMkLst>
            <pc:docMk/>
            <pc:sldMk cId="1162260093" sldId="264"/>
            <ac:cxnSpMk id="57" creationId="{1C454706-B58B-476C-BF99-51B17590EB5D}"/>
          </ac:cxnSpMkLst>
        </pc:cxnChg>
        <pc:cxnChg chg="mod">
          <ac:chgData name="Adolfo Mota" userId="2f7203d3-7281-4617-b4dd-a40c4e1be407" providerId="ADAL" clId="{80C1E1AE-75B0-4D7C-B542-5E0F2197AFE0}" dt="2025-10-13T14:17:00.056" v="6" actId="14100"/>
          <ac:cxnSpMkLst>
            <pc:docMk/>
            <pc:sldMk cId="1162260093" sldId="264"/>
            <ac:cxnSpMk id="59" creationId="{2C12D984-28C0-416A-82BD-B41B2DC94BF8}"/>
          </ac:cxnSpMkLst>
        </pc:cxnChg>
        <pc:cxnChg chg="mod">
          <ac:chgData name="Adolfo Mota" userId="2f7203d3-7281-4617-b4dd-a40c4e1be407" providerId="ADAL" clId="{80C1E1AE-75B0-4D7C-B542-5E0F2197AFE0}" dt="2025-10-13T14:18:36.894" v="16" actId="14100"/>
          <ac:cxnSpMkLst>
            <pc:docMk/>
            <pc:sldMk cId="1162260093" sldId="264"/>
            <ac:cxnSpMk id="74" creationId="{270CA0B7-1B16-4AB4-9795-E35615DBCDC0}"/>
          </ac:cxnSpMkLst>
        </pc:cxnChg>
      </pc:sldChg>
    </pc:docChg>
  </pc:docChgLst>
  <pc:docChgLst>
    <pc:chgData name="Pedro Alatorre" userId="9d3befdc-a3aa-476f-8ce4-395f998ca365" providerId="ADAL" clId="{F96E1584-F4CF-469C-B28C-D10D95F3D98B}"/>
    <pc:docChg chg="modSld">
      <pc:chgData name="Pedro Alatorre" userId="9d3befdc-a3aa-476f-8ce4-395f998ca365" providerId="ADAL" clId="{F96E1584-F4CF-469C-B28C-D10D95F3D98B}" dt="2023-11-23T17:59:59.071" v="19" actId="1076"/>
      <pc:docMkLst>
        <pc:docMk/>
      </pc:docMkLst>
      <pc:sldChg chg="addSp modSp mod">
        <pc:chgData name="Pedro Alatorre" userId="9d3befdc-a3aa-476f-8ce4-395f998ca365" providerId="ADAL" clId="{F96E1584-F4CF-469C-B28C-D10D95F3D98B}" dt="2023-11-23T17:59:59.071" v="19" actId="1076"/>
        <pc:sldMkLst>
          <pc:docMk/>
          <pc:sldMk cId="116226009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283FD-AC59-4EA1-8EC9-F791350B16DF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862EA-BD3E-4B12-9B80-B706F0A5B5B1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884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073EE-E929-494A-B6A8-C02CFF95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FAC9AA-8735-476F-A647-BE917257C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56BBC6-E5A0-4D95-8920-F45905B60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044CCE-C5F8-436A-88A8-B9012CE9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37D9AD-3FA7-4F46-8426-672380E8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533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6D474-C05D-4A12-BE23-537DA26A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2FF81A-02E3-4F77-8474-A2A887095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76FC3-AEC6-445B-A9E3-B34C169D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307A0-4C73-4BCF-BF5C-1CC9980A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8A21EF-E5C6-4465-B260-A52DF5F8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3057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F0348-A4FE-4B52-8FEF-175BF8308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E91809-633E-4773-93C3-6A42AFCB0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20A593-7C6B-4430-9C99-6294679B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98CC1-0327-4972-B90E-CDCFAC02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0E19F0-A93E-4825-9C93-5BE4D31B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320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C9BF3-04D9-46C2-AF2D-D5AABEE1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132AE8-988D-4FBC-806E-34B010E46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6FF69F-28B3-4BCE-B9E2-84F4A796C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3A58AF-5A41-4CD0-9FB0-0DFFC7EC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949024-8857-48CE-9CE8-368FF910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23B4F7-EDE6-472F-9B5E-CA3607FB4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569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90DF0-8A9A-47E4-B2B0-80616EBA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E94E33-D2A7-45AF-8CEC-D41487B09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7C8D97-52C1-4CA2-ADCE-ECAEC7264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2D1935-C03D-42CD-901F-38A66D225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633EE2-58E3-4B3A-B0D0-AE950A409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DA8121-DB50-4268-8D1D-6C6D8ECB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921C77-AED0-4FA2-8F0A-F3F8ED82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4DE528-B76A-4D51-9F8F-ECB5011A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843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0CE35-690B-4B3C-B997-D110576B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C578DF-F80B-407F-9918-B8B1962E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08973B0-0F55-4183-94FF-29DFCC6C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7702D4-3252-4EB6-9A88-F74E3F9D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21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FBAFC78-DD93-47AA-818C-B476C26B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57AA25-1A6B-4265-BC9D-BFE67E5D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14927F-3A59-41C5-8C16-B4570B99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1201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78738-7FD5-4AB2-A72B-07695F08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F5C81A-FEA5-4840-8D57-77C579EFE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A12E57-9FB8-4BF3-82A6-E683B221D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8B4DAD-4246-4822-9FD1-8C43A6C6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D36FD2-DD99-4454-B647-E7D5EF56A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B07A0C-7BB8-48B5-97C9-6FDF9E485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9896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80948-D92E-44F8-BD48-CC71BA66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AA92DFA-A735-4760-8DC1-58D4AD71F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4200E4-10E3-44F9-A5C8-1D79A4DFC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7A9279-1FE7-4ED6-B450-788C9DD0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D26597-2C33-4290-99F4-CF442AB8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6329DD-D324-47C0-B8AF-82A2C3D1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19137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32A6F-755E-4AEF-AEA9-101BDFC3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063A5F-84DB-4302-B698-6B66B695E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7E3CC5-9971-4F6E-B495-41700B4A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9D5D96-46F9-4E94-AFA6-739DC48B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988A16-0FFF-4DE2-BC69-01F31A29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2913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A94CC7-B179-457F-B732-C660F291E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F66C08-7BBA-4046-9543-DBEF7C605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2D14B6-0728-4B05-9A0C-28CE54D5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6C83C4-7592-4991-A953-2F9794EFE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E4BF5-BE8E-4AAD-80F3-12F2EA501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854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A77F77-9CA8-4263-982F-10CFE8C01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F96219-1BE6-45CB-B49E-1EA778B56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F67E09-CB53-446C-A5B1-2AB1E0A3D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9C331-9F2B-4951-9830-5275B4C25EFD}" type="datetimeFigureOut">
              <a:rPr lang="es-MX" smtClean="0"/>
              <a:t>01/10/2026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094358-9D0B-46EE-B99E-74CA51377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0948D7-E1DB-45B9-B998-38BF77E54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E29E8D-0791-453C-81D8-6D89C0B901D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9420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7ED6A-7D6C-66E5-DFE9-FB79F0E7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25">
            <a:extLst>
              <a:ext uri="{FF2B5EF4-FFF2-40B4-BE49-F238E27FC236}">
                <a16:creationId xmlns:a16="http://schemas.microsoft.com/office/drawing/2014/main" id="{ECFDB5F7-7E26-5F52-B9E7-A38FF14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195"/>
            <a:ext cx="10515600" cy="644855"/>
          </a:xfrm>
        </p:spPr>
        <p:txBody>
          <a:bodyPr>
            <a:normAutofit/>
          </a:bodyPr>
          <a:lstStyle/>
          <a:p>
            <a:pPr algn="ctr"/>
            <a:r>
              <a:rPr lang="es-MX" sz="3200" b="1" dirty="0">
                <a:solidFill>
                  <a:schemeClr val="bg1"/>
                </a:solidFill>
              </a:rPr>
              <a:t>Funciograma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C993457-CD87-648A-7292-94FEF59EE7A3}"/>
              </a:ext>
            </a:extLst>
          </p:cNvPr>
          <p:cNvSpPr/>
          <p:nvPr/>
        </p:nvSpPr>
        <p:spPr>
          <a:xfrm>
            <a:off x="2256244" y="1182909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HR Manager</a:t>
            </a:r>
          </a:p>
          <a:p>
            <a:pPr algn="ctr"/>
            <a:r>
              <a:rPr lang="es-MX" sz="1400" dirty="0" err="1">
                <a:solidFill>
                  <a:schemeClr val="tx1"/>
                </a:solidFill>
              </a:rPr>
              <a:t>Worlwide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974A6C4-C4EA-BE33-0C42-87316A031417}"/>
              </a:ext>
            </a:extLst>
          </p:cNvPr>
          <p:cNvSpPr/>
          <p:nvPr/>
        </p:nvSpPr>
        <p:spPr>
          <a:xfrm>
            <a:off x="5091359" y="1189018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VP </a:t>
            </a:r>
            <a:r>
              <a:rPr lang="es-MX" sz="1400" dirty="0" err="1">
                <a:solidFill>
                  <a:schemeClr val="tx1"/>
                </a:solidFill>
              </a:rPr>
              <a:t>Latin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America</a:t>
            </a:r>
            <a:endParaRPr lang="es-MX" sz="1400" dirty="0">
              <a:solidFill>
                <a:schemeClr val="tx1"/>
              </a:solidFill>
            </a:endParaRPr>
          </a:p>
          <a:p>
            <a:pPr algn="ctr"/>
            <a:r>
              <a:rPr lang="es-MX" sz="1400" dirty="0">
                <a:solidFill>
                  <a:schemeClr val="tx1"/>
                </a:solidFill>
              </a:rPr>
              <a:t>Sales &amp; Marketing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214E146-894D-1BFC-D180-BB6D15129585}"/>
              </a:ext>
            </a:extLst>
          </p:cNvPr>
          <p:cNvSpPr/>
          <p:nvPr/>
        </p:nvSpPr>
        <p:spPr>
          <a:xfrm>
            <a:off x="5091359" y="2196302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Support Manager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42117D5-ABEE-8991-CA41-998892A95282}"/>
              </a:ext>
            </a:extLst>
          </p:cNvPr>
          <p:cNvSpPr/>
          <p:nvPr/>
        </p:nvSpPr>
        <p:spPr>
          <a:xfrm>
            <a:off x="5091359" y="3299838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Technical</a:t>
            </a:r>
            <a:r>
              <a:rPr lang="es-MX" sz="1400" dirty="0">
                <a:solidFill>
                  <a:schemeClr val="tx1"/>
                </a:solidFill>
              </a:rPr>
              <a:t> Leader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B23DF90-E87E-57DF-2FE0-E3854A881F29}"/>
              </a:ext>
            </a:extLst>
          </p:cNvPr>
          <p:cNvSpPr/>
          <p:nvPr/>
        </p:nvSpPr>
        <p:spPr>
          <a:xfrm>
            <a:off x="2255825" y="3299837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Customer</a:t>
            </a:r>
            <a:r>
              <a:rPr lang="es-MX" sz="1400" dirty="0">
                <a:solidFill>
                  <a:schemeClr val="tx1"/>
                </a:solidFill>
              </a:rPr>
              <a:t> Support &amp; Training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D16A0BB-3A77-2996-AB57-F98F349C4136}"/>
              </a:ext>
            </a:extLst>
          </p:cNvPr>
          <p:cNvSpPr/>
          <p:nvPr/>
        </p:nvSpPr>
        <p:spPr>
          <a:xfrm>
            <a:off x="1627898" y="4884157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Support </a:t>
            </a:r>
            <a:r>
              <a:rPr lang="es-MX" sz="1400" dirty="0" err="1">
                <a:solidFill>
                  <a:schemeClr val="tx1"/>
                </a:solidFill>
              </a:rPr>
              <a:t>enginner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5C4FC39-32C4-05AB-1545-BA0B5AD42260}"/>
              </a:ext>
            </a:extLst>
          </p:cNvPr>
          <p:cNvSpPr/>
          <p:nvPr/>
        </p:nvSpPr>
        <p:spPr>
          <a:xfrm>
            <a:off x="2898268" y="4877883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Systems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enginner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D82CE90-4BCF-4443-A3B4-B63AF8DA00F4}"/>
              </a:ext>
            </a:extLst>
          </p:cNvPr>
          <p:cNvSpPr/>
          <p:nvPr/>
        </p:nvSpPr>
        <p:spPr>
          <a:xfrm>
            <a:off x="7380512" y="3299836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Consultant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D373179-6A62-DFCA-9339-118B59CA35F6}"/>
              </a:ext>
            </a:extLst>
          </p:cNvPr>
          <p:cNvSpPr/>
          <p:nvPr/>
        </p:nvSpPr>
        <p:spPr>
          <a:xfrm>
            <a:off x="4177335" y="4877884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Software </a:t>
            </a:r>
            <a:r>
              <a:rPr lang="es-MX" sz="1400" dirty="0" err="1"/>
              <a:t>analyst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38563F8-5B03-043E-491A-0B11E1944351}"/>
              </a:ext>
            </a:extLst>
          </p:cNvPr>
          <p:cNvSpPr/>
          <p:nvPr/>
        </p:nvSpPr>
        <p:spPr>
          <a:xfrm>
            <a:off x="5453503" y="4870039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>
                <a:solidFill>
                  <a:schemeClr val="tx1"/>
                </a:solidFill>
              </a:rPr>
              <a:t>architect</a:t>
            </a:r>
            <a:endParaRPr lang="es-MX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759CA3A-8E0E-A587-206B-CA9E7CDE2398}"/>
              </a:ext>
            </a:extLst>
          </p:cNvPr>
          <p:cNvSpPr/>
          <p:nvPr/>
        </p:nvSpPr>
        <p:spPr>
          <a:xfrm>
            <a:off x="6729671" y="4870040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/>
              <a:t>designer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B2373EB-C56B-D47B-9035-52900BDBE7EB}"/>
              </a:ext>
            </a:extLst>
          </p:cNvPr>
          <p:cNvSpPr/>
          <p:nvPr/>
        </p:nvSpPr>
        <p:spPr>
          <a:xfrm>
            <a:off x="8005839" y="4877884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/>
              <a:t>developer</a:t>
            </a:r>
            <a:endParaRPr lang="es-MX" sz="1400" dirty="0">
              <a:solidFill>
                <a:schemeClr val="tx1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E0D8DE5-308E-8B2A-6B3B-7EA9FDEB9BDD}"/>
              </a:ext>
            </a:extLst>
          </p:cNvPr>
          <p:cNvSpPr/>
          <p:nvPr/>
        </p:nvSpPr>
        <p:spPr>
          <a:xfrm>
            <a:off x="9282007" y="4877883"/>
            <a:ext cx="1194684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/>
              <a:t>Software </a:t>
            </a:r>
            <a:r>
              <a:rPr lang="es-MX" sz="1400" dirty="0" err="1"/>
              <a:t>tester</a:t>
            </a:r>
            <a:endParaRPr lang="es-MX" sz="1400" dirty="0">
              <a:solidFill>
                <a:schemeClr val="tx1"/>
              </a:solidFill>
            </a:endParaRP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5DBF55D-7691-DE4D-CB83-E3EBE11A790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53384" y="1833873"/>
            <a:ext cx="0" cy="3424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84CB2F93-6242-9232-CF6D-7D75CC82731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4406277" y="1652730"/>
            <a:ext cx="458680" cy="2835534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6364A220-EBA0-8549-3C52-F221D573BCF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rot="5400000">
            <a:off x="3669580" y="2500353"/>
            <a:ext cx="939464" cy="3828144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40769960-1EE3-FC01-C1CD-269363320BF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4307902" y="3132401"/>
            <a:ext cx="933190" cy="2557774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8CC76CE3-19C2-B04B-1673-2E6FBCD2FD65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rot="16200000" flipH="1">
            <a:off x="6968621" y="1925919"/>
            <a:ext cx="458679" cy="2289153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BB33C10C-EF96-B7BD-FF3E-39C80DCF72F8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4947436" y="3771935"/>
            <a:ext cx="933191" cy="1278707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07DBE220-0E6F-ED0E-B54F-5871E34F0BC7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16200000" flipH="1">
            <a:off x="6861687" y="3136389"/>
            <a:ext cx="933191" cy="2549797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ector: angular 73">
            <a:extLst>
              <a:ext uri="{FF2B5EF4-FFF2-40B4-BE49-F238E27FC236}">
                <a16:creationId xmlns:a16="http://schemas.microsoft.com/office/drawing/2014/main" id="{04D0AB6C-407E-13D7-B292-EB702CB3D792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5400000">
            <a:off x="5589442" y="4406097"/>
            <a:ext cx="925346" cy="2539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ector: angular 76">
            <a:extLst>
              <a:ext uri="{FF2B5EF4-FFF2-40B4-BE49-F238E27FC236}">
                <a16:creationId xmlns:a16="http://schemas.microsoft.com/office/drawing/2014/main" id="{E2412207-0D4F-02D7-694E-FF392C6B079B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16200000" flipH="1">
            <a:off x="6227525" y="3770551"/>
            <a:ext cx="925347" cy="1273629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Conector: angular 150">
            <a:extLst>
              <a:ext uri="{FF2B5EF4-FFF2-40B4-BE49-F238E27FC236}">
                <a16:creationId xmlns:a16="http://schemas.microsoft.com/office/drawing/2014/main" id="{D0BEAD51-9D9A-8DD7-55DA-1613594395E3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16200000" flipH="1">
            <a:off x="7499771" y="2498305"/>
            <a:ext cx="933190" cy="3825965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8115E193-99D4-0515-18FD-ED324224D24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53384" y="2841157"/>
            <a:ext cx="0" cy="4586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A3CA7E79-13B1-5B23-DED0-C4085671EAC8}"/>
              </a:ext>
            </a:extLst>
          </p:cNvPr>
          <p:cNvSpPr/>
          <p:nvPr/>
        </p:nvSpPr>
        <p:spPr>
          <a:xfrm>
            <a:off x="2853586" y="2220235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</a:rPr>
              <a:t>Process Manager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48407388-EC42-2564-F8E5-96F70753A93E}"/>
              </a:ext>
            </a:extLst>
          </p:cNvPr>
          <p:cNvSpPr/>
          <p:nvPr/>
        </p:nvSpPr>
        <p:spPr>
          <a:xfrm>
            <a:off x="7329132" y="2173826"/>
            <a:ext cx="1924050" cy="6448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solidFill>
                  <a:schemeClr val="tx1"/>
                </a:solidFill>
              </a:rPr>
              <a:t>Quality</a:t>
            </a:r>
            <a:r>
              <a:rPr lang="es-MX" sz="1400" dirty="0">
                <a:solidFill>
                  <a:schemeClr val="tx1"/>
                </a:solidFill>
              </a:rPr>
              <a:t> Auditor</a:t>
            </a:r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7A4FAC3E-2E37-27EA-44EC-AAD178DABA00}"/>
              </a:ext>
            </a:extLst>
          </p:cNvPr>
          <p:cNvCxnSpPr>
            <a:stCxn id="5" idx="2"/>
            <a:endCxn id="29" idx="0"/>
          </p:cNvCxnSpPr>
          <p:nvPr/>
        </p:nvCxnSpPr>
        <p:spPr>
          <a:xfrm rot="5400000">
            <a:off x="4741317" y="908168"/>
            <a:ext cx="386362" cy="2237773"/>
          </a:xfrm>
          <a:prstGeom prst="bentConnector3">
            <a:avLst>
              <a:gd name="adj1" fmla="val 4377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90FD3615-A8B0-DE92-53DD-F266AEB81EBB}"/>
              </a:ext>
            </a:extLst>
          </p:cNvPr>
          <p:cNvCxnSpPr>
            <a:stCxn id="5" idx="2"/>
            <a:endCxn id="31" idx="0"/>
          </p:cNvCxnSpPr>
          <p:nvPr/>
        </p:nvCxnSpPr>
        <p:spPr>
          <a:xfrm rot="16200000" flipH="1">
            <a:off x="7002294" y="884962"/>
            <a:ext cx="339953" cy="2237773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CFD68B1D-F3E2-EF6B-12BB-8C4D3C3CC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588" y="225355"/>
            <a:ext cx="2080177" cy="644855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9DB6268F-E35E-60A6-8E41-0C1E14C6D606}"/>
              </a:ext>
            </a:extLst>
          </p:cNvPr>
          <p:cNvSpPr/>
          <p:nvPr/>
        </p:nvSpPr>
        <p:spPr>
          <a:xfrm>
            <a:off x="585537" y="1002632"/>
            <a:ext cx="11157284" cy="71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575B031-BF9D-0AC7-E4E7-1C4EB3A8CCF7}"/>
              </a:ext>
            </a:extLst>
          </p:cNvPr>
          <p:cNvSpPr/>
          <p:nvPr/>
        </p:nvSpPr>
        <p:spPr>
          <a:xfrm>
            <a:off x="609601" y="5807256"/>
            <a:ext cx="11157284" cy="71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B5AB728-8819-3FA1-F20C-B4CB1343358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180294" y="1505337"/>
            <a:ext cx="911065" cy="6109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6670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e317a7924b2544239d4f057d999310ac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7d42326814b3c435e052ee9b8530a2a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  <Estado xmlns="f1020bcf-9500-4749-8c84-b23cf1385772" xsi:nil="true"/>
  </documentManagement>
</p:properties>
</file>

<file path=customXml/itemProps1.xml><?xml version="1.0" encoding="utf-8"?>
<ds:datastoreItem xmlns:ds="http://schemas.openxmlformats.org/officeDocument/2006/customXml" ds:itemID="{8EE53276-C247-4D25-A12E-4D19F46B10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86ED2D-B298-4928-9A66-23FB04790E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20bcf-9500-4749-8c84-b23cf1385772"/>
    <ds:schemaRef ds:uri="7a0a35da-276e-4c8e-b365-e7c47df808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F87D81-1D10-490E-BA50-2C281F98E9C6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2006/metadata/properties"/>
    <ds:schemaRef ds:uri="7a0a35da-276e-4c8e-b365-e7c47df80865"/>
    <ds:schemaRef ds:uri="http://purl.org/dc/dcmitype/"/>
    <ds:schemaRef ds:uri="http://schemas.microsoft.com/office/2006/documentManagement/types"/>
    <ds:schemaRef ds:uri="f1020bcf-9500-4749-8c84-b23cf1385772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37</Words>
  <Application>Microsoft Office PowerPoint</Application>
  <PresentationFormat>Panorámica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Funciograma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Documentación Innevo</dc:creator>
  <cp:lastModifiedBy>Carlos Quintero</cp:lastModifiedBy>
  <cp:revision>22</cp:revision>
  <dcterms:created xsi:type="dcterms:W3CDTF">2019-05-28T19:12:47Z</dcterms:created>
  <dcterms:modified xsi:type="dcterms:W3CDTF">2026-10-01T21:42:57Z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
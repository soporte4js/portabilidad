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40" d="100"/>
          <a:sy n="140" d="100"/>
        </p:scale>
        <p:origin x="398"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2100B-2E98-4E24-A6AC-A20371C19D0C}" type="datetimeFigureOut">
              <a:rPr lang="en-US" smtClean="0"/>
              <a:t>9/12/2026</a:t>
            </a:fld>
            <a:endParaRPr lang="en-US"/>
          </a:p>
        </p:txBody>
      </p:sp>
      <p:sp>
        <p:nvSpPr>
          <p:cNvPr id="4" name="Marcador de imagen de diapositiva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D38E8-E3A1-4BC4-AE21-087CCBC2C259}" type="slidenum">
              <a:rPr lang="en-US" smtClean="0"/>
              <a:t>‹Nº›</a:t>
            </a:fld>
            <a:endParaRPr lang="en-US"/>
          </a:p>
        </p:txBody>
      </p:sp>
    </p:spTree>
    <p:extLst>
      <p:ext uri="{BB962C8B-B14F-4D97-AF65-F5344CB8AC3E}">
        <p14:creationId xmlns:p14="http://schemas.microsoft.com/office/powerpoint/2010/main" val="1025646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DFFD38E8-E3A1-4BC4-AE21-087CCBC2C259}" type="slidenum">
              <a:rPr lang="en-US" smtClean="0"/>
              <a:t>1</a:t>
            </a:fld>
            <a:endParaRPr lang="en-US"/>
          </a:p>
        </p:txBody>
      </p:sp>
    </p:spTree>
    <p:extLst>
      <p:ext uri="{BB962C8B-B14F-4D97-AF65-F5344CB8AC3E}">
        <p14:creationId xmlns:p14="http://schemas.microsoft.com/office/powerpoint/2010/main" val="5931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4js.com/"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4js.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00" cy="384048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45920"/>
            <a:ext cx="6766560" cy="914400"/>
          </a:xfrm>
          <a:prstGeom prst="rect">
            <a:avLst/>
          </a:prstGeom>
          <a:noFill/>
        </p:spPr>
        <p:txBody>
          <a:bodyPr wrap="square" lIns="0" tIns="0" rIns="0" bIns="0" anchor="t">
            <a:spAutoFit/>
          </a:bodyPr>
          <a:lstStyle/>
          <a:p>
            <a:pPr algn="l">
              <a:lnSpc>
                <a:spcPct val="115000"/>
              </a:lnSpc>
            </a:pPr>
            <a:r>
              <a:rPr sz="5200" b="0" i="0">
                <a:solidFill>
                  <a:srgbClr val="FFFFFF"/>
                </a:solidFill>
                <a:latin typeface="Segoe UI Light"/>
              </a:rPr>
              <a:t>Perfil Corporativo</a:t>
            </a:r>
          </a:p>
        </p:txBody>
      </p:sp>
      <p:sp>
        <p:nvSpPr>
          <p:cNvPr id="8" name="TextBox 7"/>
          <p:cNvSpPr txBox="1"/>
          <p:nvPr/>
        </p:nvSpPr>
        <p:spPr>
          <a:xfrm>
            <a:off x="502920" y="2377440"/>
            <a:ext cx="6766560" cy="841192"/>
          </a:xfrm>
          <a:prstGeom prst="rect">
            <a:avLst/>
          </a:prstGeom>
          <a:noFill/>
        </p:spPr>
        <p:txBody>
          <a:bodyPr wrap="square" lIns="0" tIns="0" rIns="0" bIns="0" anchor="t">
            <a:spAutoFit/>
          </a:bodyPr>
          <a:lstStyle/>
          <a:p>
            <a:pPr algn="l">
              <a:lnSpc>
                <a:spcPct val="115000"/>
              </a:lnSpc>
            </a:pPr>
            <a:r>
              <a:rPr sz="5200" b="0" i="0" dirty="0">
                <a:solidFill>
                  <a:srgbClr val="FFFFFF"/>
                </a:solidFill>
                <a:latin typeface="Segoe UI Light"/>
              </a:rPr>
              <a:t>Four J</a:t>
            </a:r>
            <a:r>
              <a:rPr lang="es-MX" sz="5200" b="0" i="0" dirty="0">
                <a:solidFill>
                  <a:srgbClr val="FFFFFF"/>
                </a:solidFill>
                <a:latin typeface="Segoe UI Light"/>
              </a:rPr>
              <a:t> S</a:t>
            </a:r>
            <a:r>
              <a:rPr sz="5200" b="0" i="0" dirty="0">
                <a:solidFill>
                  <a:srgbClr val="FFFFFF"/>
                </a:solidFill>
                <a:latin typeface="Segoe UI Light"/>
              </a:rPr>
              <a:t>™</a:t>
            </a:r>
          </a:p>
        </p:txBody>
      </p:sp>
      <p:sp>
        <p:nvSpPr>
          <p:cNvPr id="9" name="TextBox 8"/>
          <p:cNvSpPr txBox="1"/>
          <p:nvPr/>
        </p:nvSpPr>
        <p:spPr>
          <a:xfrm>
            <a:off x="502920" y="4160520"/>
            <a:ext cx="4023360" cy="457200"/>
          </a:xfrm>
          <a:prstGeom prst="rect">
            <a:avLst/>
          </a:prstGeom>
          <a:noFill/>
        </p:spPr>
        <p:txBody>
          <a:bodyPr wrap="square" lIns="0" tIns="0" rIns="0" bIns="0" anchor="t">
            <a:spAutoFit/>
          </a:bodyPr>
          <a:lstStyle/>
          <a:p>
            <a:pPr algn="l">
              <a:lnSpc>
                <a:spcPct val="115000"/>
              </a:lnSpc>
            </a:pPr>
            <a:r>
              <a:rPr sz="2400" b="1" i="0">
                <a:solidFill>
                  <a:srgbClr val="114A5C"/>
                </a:solidFill>
                <a:latin typeface="Segoe UI Semibold"/>
              </a:rPr>
              <a:t>Quiénes Somos</a:t>
            </a:r>
          </a:p>
        </p:txBody>
      </p:sp>
      <p:sp>
        <p:nvSpPr>
          <p:cNvPr id="10" name="TextBox 9"/>
          <p:cNvSpPr txBox="1"/>
          <p:nvPr/>
        </p:nvSpPr>
        <p:spPr>
          <a:xfrm>
            <a:off x="502920" y="4617720"/>
            <a:ext cx="402336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Blinda el futuro de tus aplicaciones de misión crítica.</a:t>
            </a:r>
          </a:p>
        </p:txBody>
      </p:sp>
      <p:sp>
        <p:nvSpPr>
          <p:cNvPr id="11" name="TextBox 10"/>
          <p:cNvSpPr txBox="1"/>
          <p:nvPr/>
        </p:nvSpPr>
        <p:spPr>
          <a:xfrm>
            <a:off x="502920" y="4937760"/>
            <a:ext cx="4023360" cy="1595821"/>
          </a:xfrm>
          <a:prstGeom prst="rect">
            <a:avLst/>
          </a:prstGeom>
          <a:noFill/>
        </p:spPr>
        <p:txBody>
          <a:bodyPr wrap="square" lIns="0" tIns="0" rIns="0" bIns="0" anchor="t">
            <a:spAutoFit/>
          </a:bodyPr>
          <a:lstStyle/>
          <a:p>
            <a:pPr algn="l">
              <a:lnSpc>
                <a:spcPct val="125000"/>
              </a:lnSpc>
            </a:pPr>
            <a:r>
              <a:rPr sz="1050" b="0" i="0" dirty="0" err="1">
                <a:solidFill>
                  <a:srgbClr val="2A2A2A"/>
                </a:solidFill>
                <a:latin typeface="Segoe UI"/>
              </a:rPr>
              <a:t>Moderniza</a:t>
            </a:r>
            <a:r>
              <a:rPr sz="1050" b="0" i="0" dirty="0">
                <a:solidFill>
                  <a:srgbClr val="2A2A2A"/>
                </a:solidFill>
                <a:latin typeface="Segoe UI"/>
              </a:rPr>
              <a:t>, </a:t>
            </a:r>
            <a:r>
              <a:rPr sz="1050" b="0" i="0" dirty="0" err="1">
                <a:solidFill>
                  <a:srgbClr val="2A2A2A"/>
                </a:solidFill>
                <a:latin typeface="Segoe UI"/>
              </a:rPr>
              <a:t>reimagina</a:t>
            </a:r>
            <a:r>
              <a:rPr sz="1050" b="0" i="0" dirty="0">
                <a:solidFill>
                  <a:srgbClr val="2A2A2A"/>
                </a:solidFill>
                <a:latin typeface="Segoe UI"/>
              </a:rPr>
              <a:t>, </a:t>
            </a:r>
            <a:r>
              <a:rPr sz="1050" b="0" i="0" dirty="0" err="1">
                <a:solidFill>
                  <a:srgbClr val="2A2A2A"/>
                </a:solidFill>
                <a:latin typeface="Segoe UI"/>
              </a:rPr>
              <a:t>acelera</a:t>
            </a:r>
            <a:r>
              <a:rPr sz="1050" b="0" i="0" dirty="0">
                <a:solidFill>
                  <a:srgbClr val="2A2A2A"/>
                </a:solidFill>
                <a:latin typeface="Segoe UI"/>
              </a:rPr>
              <a:t> y opera las </a:t>
            </a:r>
            <a:r>
              <a:rPr sz="1050" b="0" i="0" dirty="0" err="1">
                <a:solidFill>
                  <a:srgbClr val="2A2A2A"/>
                </a:solidFill>
                <a:latin typeface="Segoe UI"/>
              </a:rPr>
              <a:t>aplicaciones</a:t>
            </a:r>
            <a:r>
              <a:rPr sz="1050" b="0" i="0" dirty="0">
                <a:solidFill>
                  <a:srgbClr val="2A2A2A"/>
                </a:solidFill>
                <a:latin typeface="Segoe UI"/>
              </a:rPr>
              <a:t> de las que </a:t>
            </a:r>
            <a:r>
              <a:rPr sz="1050" b="0" i="0" dirty="0" err="1">
                <a:solidFill>
                  <a:srgbClr val="2A2A2A"/>
                </a:solidFill>
                <a:latin typeface="Segoe UI"/>
              </a:rPr>
              <a:t>depende</a:t>
            </a:r>
            <a:r>
              <a:rPr sz="1050" b="0" i="0" dirty="0">
                <a:solidFill>
                  <a:srgbClr val="2A2A2A"/>
                </a:solidFill>
                <a:latin typeface="Segoe UI"/>
              </a:rPr>
              <a:t> </a:t>
            </a:r>
            <a:r>
              <a:rPr sz="1050" b="0" i="0" dirty="0" err="1">
                <a:solidFill>
                  <a:srgbClr val="2A2A2A"/>
                </a:solidFill>
                <a:latin typeface="Segoe UI"/>
              </a:rPr>
              <a:t>tu</a:t>
            </a:r>
            <a:r>
              <a:rPr sz="1050" b="0" i="0" dirty="0">
                <a:solidFill>
                  <a:srgbClr val="2A2A2A"/>
                </a:solidFill>
                <a:latin typeface="Segoe UI"/>
              </a:rPr>
              <a:t> </a:t>
            </a:r>
            <a:r>
              <a:rPr sz="1050" b="0" i="0" dirty="0" err="1">
                <a:solidFill>
                  <a:srgbClr val="2A2A2A"/>
                </a:solidFill>
                <a:latin typeface="Segoe UI"/>
              </a:rPr>
              <a:t>negocio</a:t>
            </a:r>
            <a:r>
              <a:rPr sz="1050" b="0" i="0" dirty="0">
                <a:solidFill>
                  <a:srgbClr val="2A2A2A"/>
                </a:solidFill>
                <a:latin typeface="Segoe UI"/>
              </a:rPr>
              <a:t> — sin </a:t>
            </a:r>
            <a:r>
              <a:rPr sz="1050" b="0" i="0" dirty="0" err="1">
                <a:solidFill>
                  <a:srgbClr val="2A2A2A"/>
                </a:solidFill>
                <a:latin typeface="Segoe UI"/>
              </a:rPr>
              <a:t>reemplazar</a:t>
            </a:r>
            <a:r>
              <a:rPr sz="1050" b="0" i="0" dirty="0">
                <a:solidFill>
                  <a:srgbClr val="2A2A2A"/>
                </a:solidFill>
                <a:latin typeface="Segoe UI"/>
              </a:rPr>
              <a:t> </a:t>
            </a:r>
            <a:r>
              <a:rPr sz="1050" b="0" i="0" dirty="0" err="1">
                <a:solidFill>
                  <a:srgbClr val="2A2A2A"/>
                </a:solidFill>
                <a:latin typeface="Segoe UI"/>
              </a:rPr>
              <a:t>los</a:t>
            </a:r>
            <a:r>
              <a:rPr sz="1050" b="0" i="0" dirty="0">
                <a:solidFill>
                  <a:srgbClr val="2A2A2A"/>
                </a:solidFill>
                <a:latin typeface="Segoe UI"/>
              </a:rPr>
              <a:t> </a:t>
            </a:r>
            <a:r>
              <a:rPr sz="1050" b="0" i="0" dirty="0" err="1">
                <a:solidFill>
                  <a:srgbClr val="2A2A2A"/>
                </a:solidFill>
                <a:latin typeface="Segoe UI"/>
              </a:rPr>
              <a:t>sistemas</a:t>
            </a:r>
            <a:r>
              <a:rPr sz="1050" b="0" i="0" dirty="0">
                <a:solidFill>
                  <a:srgbClr val="2A2A2A"/>
                </a:solidFill>
                <a:latin typeface="Segoe UI"/>
              </a:rPr>
              <a:t> que </a:t>
            </a:r>
            <a:r>
              <a:rPr sz="1050" b="0" i="0" dirty="0" err="1">
                <a:solidFill>
                  <a:srgbClr val="2A2A2A"/>
                </a:solidFill>
                <a:latin typeface="Segoe UI"/>
              </a:rPr>
              <a:t>ya</a:t>
            </a:r>
            <a:r>
              <a:rPr sz="1050" b="0" i="0" dirty="0">
                <a:solidFill>
                  <a:srgbClr val="2A2A2A"/>
                </a:solidFill>
                <a:latin typeface="Segoe UI"/>
              </a:rPr>
              <a:t> </a:t>
            </a:r>
            <a:r>
              <a:rPr sz="1050" b="0" i="0" dirty="0" err="1">
                <a:solidFill>
                  <a:srgbClr val="2A2A2A"/>
                </a:solidFill>
                <a:latin typeface="Segoe UI"/>
              </a:rPr>
              <a:t>utilizas</a:t>
            </a:r>
            <a:r>
              <a:rPr sz="1050" b="0" i="0" dirty="0">
                <a:solidFill>
                  <a:srgbClr val="2A2A2A"/>
                </a:solidFill>
                <a:latin typeface="Segoe UI"/>
              </a:rPr>
              <a:t>. Cada </a:t>
            </a:r>
            <a:r>
              <a:rPr sz="1050" b="0" i="0" dirty="0" err="1">
                <a:solidFill>
                  <a:srgbClr val="2A2A2A"/>
                </a:solidFill>
                <a:latin typeface="Segoe UI"/>
              </a:rPr>
              <a:t>producto</a:t>
            </a:r>
            <a:r>
              <a:rPr sz="1050" b="0" i="0" dirty="0">
                <a:solidFill>
                  <a:srgbClr val="2A2A2A"/>
                </a:solidFill>
                <a:latin typeface="Segoe UI"/>
              </a:rPr>
              <a:t> Four J</a:t>
            </a:r>
            <a:r>
              <a:rPr lang="es-MX" sz="1050" b="0" i="0" dirty="0">
                <a:solidFill>
                  <a:srgbClr val="2A2A2A"/>
                </a:solidFill>
                <a:latin typeface="Segoe UI"/>
              </a:rPr>
              <a:t> S</a:t>
            </a:r>
            <a:r>
              <a:rPr sz="1050" b="0" i="0" dirty="0">
                <a:solidFill>
                  <a:srgbClr val="2A2A2A"/>
                </a:solidFill>
                <a:latin typeface="Segoe UI"/>
              </a:rPr>
              <a:t> </a:t>
            </a:r>
            <a:r>
              <a:rPr sz="1050" b="0" i="0" dirty="0" err="1">
                <a:solidFill>
                  <a:srgbClr val="2A2A2A"/>
                </a:solidFill>
                <a:latin typeface="Segoe UI"/>
              </a:rPr>
              <a:t>está</a:t>
            </a:r>
            <a:r>
              <a:rPr sz="1050" b="0" i="0" dirty="0">
                <a:solidFill>
                  <a:srgbClr val="2A2A2A"/>
                </a:solidFill>
                <a:latin typeface="Segoe UI"/>
              </a:rPr>
              <a:t> </a:t>
            </a:r>
            <a:r>
              <a:rPr sz="1050" b="0" i="0" dirty="0" err="1">
                <a:solidFill>
                  <a:srgbClr val="2A2A2A"/>
                </a:solidFill>
                <a:latin typeface="Segoe UI"/>
              </a:rPr>
              <a:t>diseñado</a:t>
            </a:r>
            <a:r>
              <a:rPr sz="1050" b="0" i="0" dirty="0">
                <a:solidFill>
                  <a:srgbClr val="2A2A2A"/>
                </a:solidFill>
                <a:latin typeface="Segoe UI"/>
              </a:rPr>
              <a:t> para </a:t>
            </a:r>
            <a:r>
              <a:rPr sz="1050" b="0" i="0" dirty="0" err="1">
                <a:solidFill>
                  <a:srgbClr val="2A2A2A"/>
                </a:solidFill>
                <a:latin typeface="Segoe UI"/>
              </a:rPr>
              <a:t>funcionar</a:t>
            </a:r>
            <a:r>
              <a:rPr sz="1050" b="0" i="0" dirty="0">
                <a:solidFill>
                  <a:srgbClr val="2A2A2A"/>
                </a:solidFill>
                <a:latin typeface="Segoe UI"/>
              </a:rPr>
              <a:t> </a:t>
            </a:r>
            <a:r>
              <a:rPr sz="1050" b="0" i="0" dirty="0" err="1">
                <a:solidFill>
                  <a:srgbClr val="2A2A2A"/>
                </a:solidFill>
                <a:latin typeface="Segoe UI"/>
              </a:rPr>
              <a:t>sobre</a:t>
            </a:r>
            <a:r>
              <a:rPr sz="1050" b="0" i="0" dirty="0">
                <a:solidFill>
                  <a:srgbClr val="2A2A2A"/>
                </a:solidFill>
                <a:latin typeface="Segoe UI"/>
              </a:rPr>
              <a:t> lo que </a:t>
            </a:r>
            <a:r>
              <a:rPr sz="1050" b="0" i="0" dirty="0" err="1">
                <a:solidFill>
                  <a:srgbClr val="2A2A2A"/>
                </a:solidFill>
                <a:latin typeface="Segoe UI"/>
              </a:rPr>
              <a:t>tienes</a:t>
            </a:r>
            <a:r>
              <a:rPr sz="1050" b="0" i="0" dirty="0">
                <a:solidFill>
                  <a:srgbClr val="2A2A2A"/>
                </a:solidFill>
                <a:latin typeface="Segoe UI"/>
              </a:rPr>
              <a:t> hoy, para que </a:t>
            </a:r>
            <a:r>
              <a:rPr sz="1050" b="0" i="0" dirty="0" err="1">
                <a:solidFill>
                  <a:srgbClr val="2A2A2A"/>
                </a:solidFill>
                <a:latin typeface="Segoe UI"/>
              </a:rPr>
              <a:t>evoluciones</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tus</a:t>
            </a:r>
            <a:r>
              <a:rPr sz="1050" b="0" i="0" dirty="0">
                <a:solidFill>
                  <a:srgbClr val="2A2A2A"/>
                </a:solidFill>
                <a:latin typeface="Segoe UI"/>
              </a:rPr>
              <a:t> </a:t>
            </a:r>
            <a:r>
              <a:rPr sz="1050" b="0" i="0" dirty="0" err="1">
                <a:solidFill>
                  <a:srgbClr val="2A2A2A"/>
                </a:solidFill>
                <a:latin typeface="Segoe UI"/>
              </a:rPr>
              <a:t>propios</a:t>
            </a:r>
            <a:r>
              <a:rPr sz="1050" b="0" i="0" dirty="0">
                <a:solidFill>
                  <a:srgbClr val="2A2A2A"/>
                </a:solidFill>
                <a:latin typeface="Segoe UI"/>
              </a:rPr>
              <a:t> </a:t>
            </a:r>
            <a:r>
              <a:rPr sz="1050" b="0" i="0" dirty="0" err="1">
                <a:solidFill>
                  <a:srgbClr val="2A2A2A"/>
                </a:solidFill>
                <a:latin typeface="Segoe UI"/>
              </a:rPr>
              <a:t>términos</a:t>
            </a:r>
            <a:r>
              <a:rPr sz="1050" b="0" i="0" dirty="0">
                <a:solidFill>
                  <a:srgbClr val="2A2A2A"/>
                </a:solidFill>
                <a:latin typeface="Segoe UI"/>
              </a:rPr>
              <a:t> — hasta </a:t>
            </a:r>
            <a:r>
              <a:rPr sz="1050" b="0" i="0" dirty="0" err="1">
                <a:solidFill>
                  <a:srgbClr val="2A2A2A"/>
                </a:solidFill>
                <a:latin typeface="Segoe UI"/>
              </a:rPr>
              <a:t>el</a:t>
            </a:r>
            <a:r>
              <a:rPr sz="1050" b="0" i="0" dirty="0">
                <a:solidFill>
                  <a:srgbClr val="2A2A2A"/>
                </a:solidFill>
                <a:latin typeface="Segoe UI"/>
              </a:rPr>
              <a:t> punto de </a:t>
            </a:r>
            <a:r>
              <a:rPr sz="1050" b="0" i="0" dirty="0" err="1">
                <a:solidFill>
                  <a:srgbClr val="2A2A2A"/>
                </a:solidFill>
                <a:latin typeface="Segoe UI"/>
              </a:rPr>
              <a:t>estar</a:t>
            </a:r>
            <a:r>
              <a:rPr sz="1050" b="0" i="0" dirty="0">
                <a:solidFill>
                  <a:srgbClr val="2A2A2A"/>
                </a:solidFill>
                <a:latin typeface="Segoe UI"/>
              </a:rPr>
              <a:t> </a:t>
            </a:r>
            <a:r>
              <a:rPr sz="1050" b="0" i="0" dirty="0" err="1">
                <a:solidFill>
                  <a:srgbClr val="2A2A2A"/>
                </a:solidFill>
                <a:latin typeface="Segoe UI"/>
              </a:rPr>
              <a:t>listo</a:t>
            </a:r>
            <a:r>
              <a:rPr sz="1050" b="0" i="0" dirty="0">
                <a:solidFill>
                  <a:srgbClr val="2A2A2A"/>
                </a:solidFill>
                <a:latin typeface="Segoe UI"/>
              </a:rPr>
              <a:t> para IA.</a:t>
            </a:r>
          </a:p>
          <a:p>
            <a:pPr algn="l">
              <a:lnSpc>
                <a:spcPct val="125000"/>
              </a:lnSpc>
            </a:pPr>
            <a:endParaRPr sz="1050" b="0" i="0" dirty="0">
              <a:solidFill>
                <a:srgbClr val="2A2A2A"/>
              </a:solidFill>
              <a:latin typeface="Segoe UI"/>
            </a:endParaRPr>
          </a:p>
          <a:p>
            <a:pPr algn="l">
              <a:lnSpc>
                <a:spcPct val="125000"/>
              </a:lnSpc>
            </a:pPr>
            <a:r>
              <a:rPr sz="1050" b="0" i="0" dirty="0" err="1">
                <a:solidFill>
                  <a:srgbClr val="2A2A2A"/>
                </a:solidFill>
                <a:latin typeface="Segoe UI"/>
              </a:rPr>
              <a:t>Desde</a:t>
            </a:r>
            <a:r>
              <a:rPr sz="1050" b="0" i="0" dirty="0">
                <a:solidFill>
                  <a:srgbClr val="2A2A2A"/>
                </a:solidFill>
                <a:latin typeface="Segoe UI"/>
              </a:rPr>
              <a:t> </a:t>
            </a:r>
            <a:r>
              <a:rPr sz="1050" b="0" i="0" dirty="0" err="1">
                <a:solidFill>
                  <a:srgbClr val="2A2A2A"/>
                </a:solidFill>
                <a:latin typeface="Segoe UI"/>
              </a:rPr>
              <a:t>una</a:t>
            </a:r>
            <a:r>
              <a:rPr sz="1050" b="0" i="0" dirty="0">
                <a:solidFill>
                  <a:srgbClr val="2A2A2A"/>
                </a:solidFill>
                <a:latin typeface="Segoe UI"/>
              </a:rPr>
              <a:t> base de </a:t>
            </a:r>
            <a:r>
              <a:rPr sz="1050" b="0" i="0" dirty="0" err="1">
                <a:solidFill>
                  <a:srgbClr val="2A2A2A"/>
                </a:solidFill>
                <a:latin typeface="Segoe UI"/>
              </a:rPr>
              <a:t>código</a:t>
            </a:r>
            <a:r>
              <a:rPr sz="1050" b="0" i="0" dirty="0">
                <a:solidFill>
                  <a:srgbClr val="2A2A2A"/>
                </a:solidFill>
                <a:latin typeface="Segoe UI"/>
              </a:rPr>
              <a:t> de 30 </a:t>
            </a:r>
            <a:r>
              <a:rPr sz="1050" b="0" i="0" dirty="0" err="1">
                <a:solidFill>
                  <a:srgbClr val="2A2A2A"/>
                </a:solidFill>
                <a:latin typeface="Segoe UI"/>
              </a:rPr>
              <a:t>años</a:t>
            </a:r>
            <a:r>
              <a:rPr sz="1050" b="0" i="0" dirty="0">
                <a:solidFill>
                  <a:srgbClr val="2A2A2A"/>
                </a:solidFill>
                <a:latin typeface="Segoe UI"/>
              </a:rPr>
              <a:t> hasta </a:t>
            </a:r>
            <a:r>
              <a:rPr sz="1050" b="0" i="0" dirty="0" err="1">
                <a:solidFill>
                  <a:srgbClr val="2A2A2A"/>
                </a:solidFill>
                <a:latin typeface="Segoe UI"/>
              </a:rPr>
              <a:t>una</a:t>
            </a:r>
            <a:r>
              <a:rPr sz="1050" b="0" i="0" dirty="0">
                <a:solidFill>
                  <a:srgbClr val="2A2A2A"/>
                </a:solidFill>
                <a:latin typeface="Segoe UI"/>
              </a:rPr>
              <a:t> </a:t>
            </a:r>
            <a:r>
              <a:rPr sz="1050" b="0" i="0" dirty="0" err="1">
                <a:solidFill>
                  <a:srgbClr val="2A2A2A"/>
                </a:solidFill>
                <a:latin typeface="Segoe UI"/>
              </a:rPr>
              <a:t>aplicación</a:t>
            </a:r>
            <a:r>
              <a:rPr sz="1050" b="0" i="0" dirty="0">
                <a:solidFill>
                  <a:srgbClr val="2A2A2A"/>
                </a:solidFill>
                <a:latin typeface="Segoe UI"/>
              </a:rPr>
              <a:t> </a:t>
            </a:r>
            <a:r>
              <a:rPr sz="1050" b="0" i="0" dirty="0" err="1">
                <a:solidFill>
                  <a:srgbClr val="2A2A2A"/>
                </a:solidFill>
                <a:latin typeface="Segoe UI"/>
              </a:rPr>
              <a:t>potenciada</a:t>
            </a:r>
            <a:r>
              <a:rPr sz="1050" b="0" i="0" dirty="0">
                <a:solidFill>
                  <a:srgbClr val="2A2A2A"/>
                </a:solidFill>
                <a:latin typeface="Segoe UI"/>
              </a:rPr>
              <a:t> </a:t>
            </a:r>
            <a:r>
              <a:rPr sz="1050" b="0" i="0" dirty="0" err="1">
                <a:solidFill>
                  <a:srgbClr val="2A2A2A"/>
                </a:solidFill>
                <a:latin typeface="Segoe UI"/>
              </a:rPr>
              <a:t>por</a:t>
            </a:r>
            <a:r>
              <a:rPr sz="1050" b="0" i="0" dirty="0">
                <a:solidFill>
                  <a:srgbClr val="2A2A2A"/>
                </a:solidFill>
                <a:latin typeface="Segoe UI"/>
              </a:rPr>
              <a:t> IA — </a:t>
            </a:r>
            <a:r>
              <a:rPr sz="1050" b="0" i="0" dirty="0" err="1">
                <a:solidFill>
                  <a:srgbClr val="2A2A2A"/>
                </a:solidFill>
                <a:latin typeface="Segoe UI"/>
              </a:rPr>
              <a:t>preservando</a:t>
            </a:r>
            <a:r>
              <a:rPr sz="1050" b="0" i="0" dirty="0">
                <a:solidFill>
                  <a:srgbClr val="2A2A2A"/>
                </a:solidFill>
                <a:latin typeface="Segoe UI"/>
              </a:rPr>
              <a:t> la </a:t>
            </a:r>
            <a:r>
              <a:rPr sz="1050" b="0" i="0" dirty="0" err="1">
                <a:solidFill>
                  <a:srgbClr val="2A2A2A"/>
                </a:solidFill>
                <a:latin typeface="Segoe UI"/>
              </a:rPr>
              <a:t>misma</a:t>
            </a:r>
            <a:r>
              <a:rPr sz="1050" b="0" i="0" dirty="0">
                <a:solidFill>
                  <a:srgbClr val="2A2A2A"/>
                </a:solidFill>
                <a:latin typeface="Segoe UI"/>
              </a:rPr>
              <a:t> </a:t>
            </a:r>
            <a:r>
              <a:rPr sz="1050" b="0" i="0" dirty="0" err="1">
                <a:solidFill>
                  <a:srgbClr val="2A2A2A"/>
                </a:solidFill>
                <a:latin typeface="Segoe UI"/>
              </a:rPr>
              <a:t>lógica</a:t>
            </a:r>
            <a:r>
              <a:rPr sz="1050" b="0" i="0" dirty="0">
                <a:solidFill>
                  <a:srgbClr val="2A2A2A"/>
                </a:solidFill>
                <a:latin typeface="Segoe UI"/>
              </a:rPr>
              <a:t> de </a:t>
            </a:r>
            <a:r>
              <a:rPr sz="1050" b="0" i="0" dirty="0" err="1">
                <a:solidFill>
                  <a:srgbClr val="2A2A2A"/>
                </a:solidFill>
                <a:latin typeface="Segoe UI"/>
              </a:rPr>
              <a:t>negocio</a:t>
            </a:r>
            <a:r>
              <a:rPr sz="1050" b="0" i="0" dirty="0">
                <a:solidFill>
                  <a:srgbClr val="2A2A2A"/>
                </a:solidFill>
                <a:latin typeface="Segoe UI"/>
              </a:rPr>
              <a:t>.</a:t>
            </a:r>
          </a:p>
        </p:txBody>
      </p:sp>
      <p:sp>
        <p:nvSpPr>
          <p:cNvPr id="12" name="Rectangle 11"/>
          <p:cNvSpPr/>
          <p:nvPr/>
        </p:nvSpPr>
        <p:spPr>
          <a:xfrm>
            <a:off x="4709160" y="4160520"/>
            <a:ext cx="2560320" cy="2560320"/>
          </a:xfrm>
          <a:prstGeom prst="rect">
            <a:avLst/>
          </a:prstGeom>
          <a:solidFill>
            <a:srgbClr val="26B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4297680"/>
            <a:ext cx="2377440" cy="457200"/>
          </a:xfrm>
          <a:prstGeom prst="rect">
            <a:avLst/>
          </a:prstGeom>
          <a:noFill/>
        </p:spPr>
        <p:txBody>
          <a:bodyPr wrap="square" lIns="0" tIns="0" rIns="0" bIns="0" anchor="t">
            <a:spAutoFit/>
          </a:bodyPr>
          <a:lstStyle/>
          <a:p>
            <a:pPr algn="l">
              <a:lnSpc>
                <a:spcPct val="115000"/>
              </a:lnSpc>
            </a:pPr>
            <a:r>
              <a:rPr sz="2000" b="1" i="0">
                <a:solidFill>
                  <a:srgbClr val="FFFFFF"/>
                </a:solidFill>
                <a:latin typeface="Segoe UI Semibold"/>
              </a:rPr>
              <a:t>Presencia Global</a:t>
            </a:r>
          </a:p>
        </p:txBody>
      </p:sp>
      <p:sp>
        <p:nvSpPr>
          <p:cNvPr id="14" name="TextBox 13"/>
          <p:cNvSpPr txBox="1"/>
          <p:nvPr/>
        </p:nvSpPr>
        <p:spPr>
          <a:xfrm>
            <a:off x="4892040" y="4800600"/>
            <a:ext cx="2377440" cy="1577548"/>
          </a:xfrm>
          <a:prstGeom prst="rect">
            <a:avLst/>
          </a:prstGeom>
          <a:noFill/>
        </p:spPr>
        <p:txBody>
          <a:bodyPr wrap="square" lIns="0" tIns="0" rIns="0" bIns="0" anchor="t">
            <a:spAutoFit/>
          </a:bodyPr>
          <a:lstStyle/>
          <a:p>
            <a:pPr algn="l">
              <a:lnSpc>
                <a:spcPct val="115000"/>
              </a:lnSpc>
            </a:pPr>
            <a:r>
              <a:rPr sz="1000" b="0" i="0" dirty="0">
                <a:solidFill>
                  <a:srgbClr val="FFFFFF"/>
                </a:solidFill>
                <a:latin typeface="Segoe UI"/>
              </a:rPr>
              <a:t>Con </a:t>
            </a:r>
            <a:r>
              <a:rPr sz="1000" b="0" i="0" dirty="0" err="1">
                <a:solidFill>
                  <a:srgbClr val="FFFFFF"/>
                </a:solidFill>
                <a:latin typeface="Segoe UI"/>
              </a:rPr>
              <a:t>oficinas</a:t>
            </a:r>
            <a:r>
              <a:rPr sz="1000" b="0" i="0" dirty="0">
                <a:solidFill>
                  <a:srgbClr val="FFFFFF"/>
                </a:solidFill>
                <a:latin typeface="Segoe UI"/>
              </a:rPr>
              <a:t> </a:t>
            </a:r>
            <a:r>
              <a:rPr sz="1000" b="0" i="0" dirty="0" err="1">
                <a:solidFill>
                  <a:srgbClr val="FFFFFF"/>
                </a:solidFill>
                <a:latin typeface="Segoe UI"/>
              </a:rPr>
              <a:t>en</a:t>
            </a:r>
            <a:r>
              <a:rPr sz="1000" b="0" i="0" dirty="0">
                <a:solidFill>
                  <a:srgbClr val="FFFFFF"/>
                </a:solidFill>
                <a:latin typeface="Segoe UI"/>
              </a:rPr>
              <a:t> </a:t>
            </a:r>
            <a:r>
              <a:rPr sz="1000" b="0" i="0" dirty="0" err="1">
                <a:solidFill>
                  <a:srgbClr val="FFFFFF"/>
                </a:solidFill>
                <a:latin typeface="Segoe UI"/>
              </a:rPr>
              <a:t>siete</a:t>
            </a:r>
            <a:r>
              <a:rPr sz="1000" b="0" i="0" dirty="0">
                <a:solidFill>
                  <a:srgbClr val="FFFFFF"/>
                </a:solidFill>
                <a:latin typeface="Segoe UI"/>
              </a:rPr>
              <a:t> </a:t>
            </a:r>
            <a:r>
              <a:rPr sz="1000" b="0" i="0" dirty="0" err="1">
                <a:solidFill>
                  <a:srgbClr val="FFFFFF"/>
                </a:solidFill>
                <a:latin typeface="Segoe UI"/>
              </a:rPr>
              <a:t>países</a:t>
            </a:r>
            <a:r>
              <a:rPr sz="1000" b="0" i="0" dirty="0">
                <a:solidFill>
                  <a:srgbClr val="FFFFFF"/>
                </a:solidFill>
                <a:latin typeface="Segoe UI"/>
              </a:rPr>
              <a:t> </a:t>
            </a:r>
            <a:r>
              <a:rPr sz="1000" b="0" i="0" dirty="0" err="1">
                <a:solidFill>
                  <a:srgbClr val="FFFFFF"/>
                </a:solidFill>
                <a:latin typeface="Segoe UI"/>
              </a:rPr>
              <a:t>en</a:t>
            </a:r>
            <a:r>
              <a:rPr sz="1000" b="0" i="0" dirty="0">
                <a:solidFill>
                  <a:srgbClr val="FFFFFF"/>
                </a:solidFill>
                <a:latin typeface="Segoe UI"/>
              </a:rPr>
              <a:t> </a:t>
            </a:r>
            <a:r>
              <a:rPr sz="1000" b="0" i="0" dirty="0" err="1">
                <a:solidFill>
                  <a:srgbClr val="FFFFFF"/>
                </a:solidFill>
                <a:latin typeface="Segoe UI"/>
              </a:rPr>
              <a:t>tres</a:t>
            </a:r>
            <a:r>
              <a:rPr sz="1000" b="0" i="0" dirty="0">
                <a:solidFill>
                  <a:srgbClr val="FFFFFF"/>
                </a:solidFill>
                <a:latin typeface="Segoe UI"/>
              </a:rPr>
              <a:t> </a:t>
            </a:r>
            <a:r>
              <a:rPr sz="1000" b="0" i="0" dirty="0" err="1">
                <a:solidFill>
                  <a:srgbClr val="FFFFFF"/>
                </a:solidFill>
                <a:latin typeface="Segoe UI"/>
              </a:rPr>
              <a:t>continentes</a:t>
            </a:r>
            <a:r>
              <a:rPr sz="1000" b="0" i="0" dirty="0">
                <a:solidFill>
                  <a:srgbClr val="FFFFFF"/>
                </a:solidFill>
                <a:latin typeface="Segoe UI"/>
              </a:rPr>
              <a:t> — EUA, México, Reino </a:t>
            </a:r>
            <a:r>
              <a:rPr sz="1000" b="0" i="0" dirty="0" err="1">
                <a:solidFill>
                  <a:srgbClr val="FFFFFF"/>
                </a:solidFill>
                <a:latin typeface="Segoe UI"/>
              </a:rPr>
              <a:t>Unido</a:t>
            </a:r>
            <a:r>
              <a:rPr sz="1000" b="0" i="0" dirty="0">
                <a:solidFill>
                  <a:srgbClr val="FFFFFF"/>
                </a:solidFill>
                <a:latin typeface="Segoe UI"/>
              </a:rPr>
              <a:t>, Irlanda, Francia, Alemania y Australia — Four J</a:t>
            </a:r>
            <a:r>
              <a:rPr lang="es-MX" sz="1000" b="0" i="0" dirty="0">
                <a:solidFill>
                  <a:srgbClr val="FFFFFF"/>
                </a:solidFill>
                <a:latin typeface="Segoe UI"/>
              </a:rPr>
              <a:t> S</a:t>
            </a:r>
            <a:r>
              <a:rPr sz="1000" b="0" i="0" dirty="0">
                <a:solidFill>
                  <a:srgbClr val="FFFFFF"/>
                </a:solidFill>
                <a:latin typeface="Segoe UI"/>
              </a:rPr>
              <a:t> </a:t>
            </a:r>
            <a:r>
              <a:rPr sz="1000" b="0" i="0" dirty="0" err="1">
                <a:solidFill>
                  <a:srgbClr val="FFFFFF"/>
                </a:solidFill>
                <a:latin typeface="Segoe UI"/>
              </a:rPr>
              <a:t>combina</a:t>
            </a:r>
            <a:r>
              <a:rPr sz="1000" b="0" i="0" dirty="0">
                <a:solidFill>
                  <a:srgbClr val="FFFFFF"/>
                </a:solidFill>
                <a:latin typeface="Segoe UI"/>
              </a:rPr>
              <a:t> </a:t>
            </a:r>
            <a:r>
              <a:rPr sz="1000" b="0" i="0" dirty="0" err="1">
                <a:solidFill>
                  <a:srgbClr val="FFFFFF"/>
                </a:solidFill>
                <a:latin typeface="Segoe UI"/>
              </a:rPr>
              <a:t>escala</a:t>
            </a:r>
            <a:r>
              <a:rPr sz="1000" b="0" i="0" dirty="0">
                <a:solidFill>
                  <a:srgbClr val="FFFFFF"/>
                </a:solidFill>
                <a:latin typeface="Segoe UI"/>
              </a:rPr>
              <a:t> global con </a:t>
            </a:r>
            <a:r>
              <a:rPr sz="1000" b="0" i="0" dirty="0" err="1">
                <a:solidFill>
                  <a:srgbClr val="FFFFFF"/>
                </a:solidFill>
                <a:latin typeface="Segoe UI"/>
              </a:rPr>
              <a:t>soporte</a:t>
            </a:r>
            <a:r>
              <a:rPr sz="1000" b="0" i="0" dirty="0">
                <a:solidFill>
                  <a:srgbClr val="FFFFFF"/>
                </a:solidFill>
                <a:latin typeface="Segoe UI"/>
              </a:rPr>
              <a:t> </a:t>
            </a:r>
            <a:r>
              <a:rPr sz="1000" b="0" i="0" dirty="0" err="1">
                <a:solidFill>
                  <a:srgbClr val="FFFFFF"/>
                </a:solidFill>
                <a:latin typeface="Segoe UI"/>
              </a:rPr>
              <a:t>genuinamente</a:t>
            </a:r>
            <a:r>
              <a:rPr sz="1000" b="0" i="0" dirty="0">
                <a:solidFill>
                  <a:srgbClr val="FFFFFF"/>
                </a:solidFill>
                <a:latin typeface="Segoe UI"/>
              </a:rPr>
              <a:t> local.</a:t>
            </a:r>
          </a:p>
          <a:p>
            <a:pPr algn="l">
              <a:lnSpc>
                <a:spcPct val="115000"/>
              </a:lnSpc>
            </a:pPr>
            <a:endParaRPr sz="1000" b="0" i="0" dirty="0">
              <a:solidFill>
                <a:srgbClr val="FFFFFF"/>
              </a:solidFill>
              <a:latin typeface="Segoe UI"/>
            </a:endParaRPr>
          </a:p>
          <a:p>
            <a:pPr algn="l">
              <a:lnSpc>
                <a:spcPct val="115000"/>
              </a:lnSpc>
            </a:pPr>
            <a:r>
              <a:rPr sz="1000" b="0" i="0" dirty="0">
                <a:solidFill>
                  <a:srgbClr val="FFFFFF"/>
                </a:solidFill>
                <a:latin typeface="Segoe UI"/>
              </a:rPr>
              <a:t>Donde sea que opere </a:t>
            </a:r>
            <a:r>
              <a:rPr sz="1000" b="0" i="0" dirty="0" err="1">
                <a:solidFill>
                  <a:srgbClr val="FFFFFF"/>
                </a:solidFill>
                <a:latin typeface="Segoe UI"/>
              </a:rPr>
              <a:t>tu</a:t>
            </a:r>
            <a:r>
              <a:rPr sz="1000" b="0" i="0" dirty="0">
                <a:solidFill>
                  <a:srgbClr val="FFFFFF"/>
                </a:solidFill>
                <a:latin typeface="Segoe UI"/>
              </a:rPr>
              <a:t> </a:t>
            </a:r>
            <a:r>
              <a:rPr sz="1000" b="0" i="0" dirty="0" err="1">
                <a:solidFill>
                  <a:srgbClr val="FFFFFF"/>
                </a:solidFill>
                <a:latin typeface="Segoe UI"/>
              </a:rPr>
              <a:t>negocio</a:t>
            </a:r>
            <a:r>
              <a:rPr sz="1000" b="0" i="0" dirty="0">
                <a:solidFill>
                  <a:srgbClr val="FFFFFF"/>
                </a:solidFill>
                <a:latin typeface="Segoe UI"/>
              </a:rPr>
              <a:t>, hay un </a:t>
            </a:r>
            <a:r>
              <a:rPr sz="1000" b="0" i="0" dirty="0" err="1">
                <a:solidFill>
                  <a:srgbClr val="FFFFFF"/>
                </a:solidFill>
                <a:latin typeface="Segoe UI"/>
              </a:rPr>
              <a:t>equipo</a:t>
            </a:r>
            <a:r>
              <a:rPr sz="1000" b="0" i="0" dirty="0">
                <a:solidFill>
                  <a:srgbClr val="FFFFFF"/>
                </a:solidFill>
                <a:latin typeface="Segoe UI"/>
              </a:rPr>
              <a:t> Four J</a:t>
            </a:r>
            <a:r>
              <a:rPr lang="es-MX" sz="1000" b="0" i="0" dirty="0">
                <a:solidFill>
                  <a:srgbClr val="FFFFFF"/>
                </a:solidFill>
                <a:latin typeface="Segoe UI"/>
              </a:rPr>
              <a:t> S</a:t>
            </a:r>
            <a:r>
              <a:rPr sz="1000" b="0" i="0" dirty="0">
                <a:solidFill>
                  <a:srgbClr val="FFFFFF"/>
                </a:solidFill>
                <a:latin typeface="Segoe UI"/>
              </a:rPr>
              <a:t> </a:t>
            </a:r>
            <a:r>
              <a:rPr sz="1000" b="0" i="0" dirty="0" err="1">
                <a:solidFill>
                  <a:srgbClr val="FFFFFF"/>
                </a:solidFill>
                <a:latin typeface="Segoe UI"/>
              </a:rPr>
              <a:t>en</a:t>
            </a:r>
            <a:r>
              <a:rPr sz="1000" b="0" i="0" dirty="0">
                <a:solidFill>
                  <a:srgbClr val="FFFFFF"/>
                </a:solidFill>
                <a:latin typeface="Segoe UI"/>
              </a:rPr>
              <a:t> </a:t>
            </a:r>
            <a:r>
              <a:rPr sz="1000" b="0" i="0" dirty="0" err="1">
                <a:solidFill>
                  <a:srgbClr val="FFFFFF"/>
                </a:solidFill>
                <a:latin typeface="Segoe UI"/>
              </a:rPr>
              <a:t>tu</a:t>
            </a:r>
            <a:r>
              <a:rPr sz="1000" b="0" i="0" dirty="0">
                <a:solidFill>
                  <a:srgbClr val="FFFFFF"/>
                </a:solidFill>
                <a:latin typeface="Segoe UI"/>
              </a:rPr>
              <a:t> </a:t>
            </a:r>
            <a:r>
              <a:rPr sz="1000" b="0" i="0" dirty="0" err="1">
                <a:solidFill>
                  <a:srgbClr val="FFFFFF"/>
                </a:solidFill>
                <a:latin typeface="Segoe UI"/>
              </a:rPr>
              <a:t>región</a:t>
            </a:r>
            <a:r>
              <a:rPr sz="1000" b="0" i="0" dirty="0">
                <a:solidFill>
                  <a:srgbClr val="FFFFFF"/>
                </a:solidFill>
                <a:latin typeface="Segoe UI"/>
              </a:rPr>
              <a:t>, </a:t>
            </a:r>
            <a:r>
              <a:rPr sz="1000" b="0" i="0" dirty="0" err="1">
                <a:solidFill>
                  <a:srgbClr val="FFFFFF"/>
                </a:solidFill>
                <a:latin typeface="Segoe UI"/>
              </a:rPr>
              <a:t>en</a:t>
            </a:r>
            <a:r>
              <a:rPr sz="1000" b="0" i="0" dirty="0">
                <a:solidFill>
                  <a:srgbClr val="FFFFFF"/>
                </a:solidFill>
                <a:latin typeface="Segoe UI"/>
              </a:rPr>
              <a:t> </a:t>
            </a:r>
            <a:r>
              <a:rPr sz="1000" b="0" i="0" dirty="0" err="1">
                <a:solidFill>
                  <a:srgbClr val="FFFFFF"/>
                </a:solidFill>
                <a:latin typeface="Segoe UI"/>
              </a:rPr>
              <a:t>tu</a:t>
            </a:r>
            <a:r>
              <a:rPr sz="1000" b="0" i="0" dirty="0">
                <a:solidFill>
                  <a:srgbClr val="FFFFFF"/>
                </a:solidFill>
                <a:latin typeface="Segoe UI"/>
              </a:rPr>
              <a:t> zona </a:t>
            </a:r>
            <a:r>
              <a:rPr sz="1000" b="0" i="0" dirty="0" err="1">
                <a:solidFill>
                  <a:srgbClr val="FFFFFF"/>
                </a:solidFill>
                <a:latin typeface="Segoe UI"/>
              </a:rPr>
              <a:t>horaria</a:t>
            </a:r>
            <a:r>
              <a:rPr sz="1000" b="0" i="0" dirty="0">
                <a:solidFill>
                  <a:srgbClr val="FFFFFF"/>
                </a:solidFill>
                <a:latin typeface="Segoe UI"/>
              </a:rPr>
              <a:t> y </a:t>
            </a:r>
            <a:r>
              <a:rPr sz="1000" b="0" i="0" dirty="0" err="1">
                <a:solidFill>
                  <a:srgbClr val="FFFFFF"/>
                </a:solidFill>
                <a:latin typeface="Segoe UI"/>
              </a:rPr>
              <a:t>en</a:t>
            </a:r>
            <a:r>
              <a:rPr sz="1000" b="0" i="0" dirty="0">
                <a:solidFill>
                  <a:srgbClr val="FFFFFF"/>
                </a:solidFill>
                <a:latin typeface="Segoe UI"/>
              </a:rPr>
              <a:t> </a:t>
            </a:r>
            <a:r>
              <a:rPr sz="1000" b="0" i="0" dirty="0" err="1">
                <a:solidFill>
                  <a:srgbClr val="FFFFFF"/>
                </a:solidFill>
                <a:latin typeface="Segoe UI"/>
              </a:rPr>
              <a:t>tu</a:t>
            </a:r>
            <a:r>
              <a:rPr sz="1000" b="0" i="0" dirty="0">
                <a:solidFill>
                  <a:srgbClr val="FFFFFF"/>
                </a:solidFill>
                <a:latin typeface="Segoe UI"/>
              </a:rPr>
              <a:t> </a:t>
            </a:r>
            <a:r>
              <a:rPr sz="1000" b="0" i="0" dirty="0" err="1">
                <a:solidFill>
                  <a:srgbClr val="FFFFFF"/>
                </a:solidFill>
                <a:latin typeface="Segoe UI"/>
              </a:rPr>
              <a:t>idioma</a:t>
            </a:r>
            <a:r>
              <a:rPr sz="1000" b="0" i="0" dirty="0">
                <a:solidFill>
                  <a:srgbClr val="FFFFFF"/>
                </a:solidFill>
                <a:latin typeface="Segoe UI"/>
              </a:rPr>
              <a:t>.</a:t>
            </a:r>
          </a:p>
        </p:txBody>
      </p:sp>
      <p:sp>
        <p:nvSpPr>
          <p:cNvPr id="15" name="TextBox 14"/>
          <p:cNvSpPr txBox="1"/>
          <p:nvPr/>
        </p:nvSpPr>
        <p:spPr>
          <a:xfrm>
            <a:off x="502920" y="7040880"/>
            <a:ext cx="6766560" cy="457200"/>
          </a:xfrm>
          <a:prstGeom prst="rect">
            <a:avLst/>
          </a:prstGeom>
          <a:noFill/>
        </p:spPr>
        <p:txBody>
          <a:bodyPr wrap="square" lIns="0" tIns="0" rIns="0" bIns="0" anchor="t">
            <a:spAutoFit/>
          </a:bodyPr>
          <a:lstStyle/>
          <a:p>
            <a:pPr algn="l">
              <a:lnSpc>
                <a:spcPct val="115000"/>
              </a:lnSpc>
            </a:pPr>
            <a:r>
              <a:rPr sz="2400" b="1" i="0">
                <a:solidFill>
                  <a:srgbClr val="114A5C"/>
                </a:solidFill>
                <a:latin typeface="Segoe UI Semibold"/>
              </a:rPr>
              <a:t>Sectores que Atendemos</a:t>
            </a:r>
          </a:p>
        </p:txBody>
      </p:sp>
      <p:sp>
        <p:nvSpPr>
          <p:cNvPr id="16" name="TextBox 15"/>
          <p:cNvSpPr txBox="1"/>
          <p:nvPr/>
        </p:nvSpPr>
        <p:spPr>
          <a:xfrm>
            <a:off x="502920" y="7498079"/>
            <a:ext cx="6766560" cy="194092"/>
          </a:xfrm>
          <a:prstGeom prst="rect">
            <a:avLst/>
          </a:prstGeom>
          <a:noFill/>
        </p:spPr>
        <p:txBody>
          <a:bodyPr wrap="square" lIns="0" tIns="0" rIns="0" bIns="0" anchor="t">
            <a:spAutoFit/>
          </a:bodyPr>
          <a:lstStyle/>
          <a:p>
            <a:pPr algn="l">
              <a:lnSpc>
                <a:spcPct val="115000"/>
              </a:lnSpc>
            </a:pPr>
            <a:r>
              <a:rPr sz="1200" b="1" i="1" dirty="0">
                <a:solidFill>
                  <a:srgbClr val="2A2A2A"/>
                </a:solidFill>
                <a:latin typeface="Segoe UI Semibold"/>
              </a:rPr>
              <a:t>En Four J</a:t>
            </a:r>
            <a:r>
              <a:rPr lang="es-MX" sz="1200" b="1" i="1" dirty="0">
                <a:solidFill>
                  <a:srgbClr val="2A2A2A"/>
                </a:solidFill>
                <a:latin typeface="Segoe UI Semibold"/>
              </a:rPr>
              <a:t> S</a:t>
            </a:r>
            <a:r>
              <a:rPr sz="1200" b="1" i="1" dirty="0">
                <a:solidFill>
                  <a:srgbClr val="2A2A2A"/>
                </a:solidFill>
                <a:latin typeface="Segoe UI Semibold"/>
              </a:rPr>
              <a:t> </a:t>
            </a:r>
            <a:r>
              <a:rPr sz="1200" b="1" i="1" dirty="0" err="1">
                <a:solidFill>
                  <a:srgbClr val="2A2A2A"/>
                </a:solidFill>
                <a:latin typeface="Segoe UI Semibold"/>
              </a:rPr>
              <a:t>impulsamos</a:t>
            </a:r>
            <a:r>
              <a:rPr sz="1200" b="1" i="1" dirty="0">
                <a:solidFill>
                  <a:srgbClr val="2A2A2A"/>
                </a:solidFill>
                <a:latin typeface="Segoe UI Semibold"/>
              </a:rPr>
              <a:t> las </a:t>
            </a:r>
            <a:r>
              <a:rPr sz="1200" b="1" i="1" dirty="0" err="1">
                <a:solidFill>
                  <a:srgbClr val="2A2A2A"/>
                </a:solidFill>
                <a:latin typeface="Segoe UI Semibold"/>
              </a:rPr>
              <a:t>operaciones</a:t>
            </a:r>
            <a:r>
              <a:rPr sz="1200" b="1" i="1" dirty="0">
                <a:solidFill>
                  <a:srgbClr val="2A2A2A"/>
                </a:solidFill>
                <a:latin typeface="Segoe UI Semibold"/>
              </a:rPr>
              <a:t> </a:t>
            </a:r>
            <a:r>
              <a:rPr sz="1200" b="1" i="1" dirty="0" err="1">
                <a:solidFill>
                  <a:srgbClr val="2A2A2A"/>
                </a:solidFill>
                <a:latin typeface="Segoe UI Semibold"/>
              </a:rPr>
              <a:t>críticas</a:t>
            </a:r>
            <a:r>
              <a:rPr sz="1200" b="1" i="1" dirty="0">
                <a:solidFill>
                  <a:srgbClr val="2A2A2A"/>
                </a:solidFill>
                <a:latin typeface="Segoe UI Semibold"/>
              </a:rPr>
              <a:t> </a:t>
            </a:r>
            <a:r>
              <a:rPr sz="1200" b="1" i="1" dirty="0" err="1">
                <a:solidFill>
                  <a:srgbClr val="2A2A2A"/>
                </a:solidFill>
                <a:latin typeface="Segoe UI Semibold"/>
              </a:rPr>
              <a:t>donde</a:t>
            </a:r>
            <a:r>
              <a:rPr sz="1200" b="1" i="1" dirty="0">
                <a:solidFill>
                  <a:srgbClr val="2A2A2A"/>
                </a:solidFill>
                <a:latin typeface="Segoe UI Semibold"/>
              </a:rPr>
              <a:t> </a:t>
            </a:r>
            <a:r>
              <a:rPr sz="1200" b="1" i="1" dirty="0" err="1">
                <a:solidFill>
                  <a:srgbClr val="2A2A2A"/>
                </a:solidFill>
                <a:latin typeface="Segoe UI Semibold"/>
              </a:rPr>
              <a:t>caer</a:t>
            </a:r>
            <a:r>
              <a:rPr sz="1200" b="1" i="1" dirty="0">
                <a:solidFill>
                  <a:srgbClr val="2A2A2A"/>
                </a:solidFill>
                <a:latin typeface="Segoe UI Semibold"/>
              </a:rPr>
              <a:t> no es </a:t>
            </a:r>
            <a:r>
              <a:rPr sz="1200" b="1" i="1" dirty="0" err="1">
                <a:solidFill>
                  <a:srgbClr val="2A2A2A"/>
                </a:solidFill>
                <a:latin typeface="Segoe UI Semibold"/>
              </a:rPr>
              <a:t>una</a:t>
            </a:r>
            <a:r>
              <a:rPr sz="1200" b="1" i="1" dirty="0">
                <a:solidFill>
                  <a:srgbClr val="2A2A2A"/>
                </a:solidFill>
                <a:latin typeface="Segoe UI Semibold"/>
              </a:rPr>
              <a:t> </a:t>
            </a:r>
            <a:r>
              <a:rPr sz="1200" b="1" i="1" dirty="0" err="1">
                <a:solidFill>
                  <a:srgbClr val="2A2A2A"/>
                </a:solidFill>
                <a:latin typeface="Segoe UI Semibold"/>
              </a:rPr>
              <a:t>opción</a:t>
            </a:r>
            <a:r>
              <a:rPr sz="1200" b="1" i="1" dirty="0">
                <a:solidFill>
                  <a:srgbClr val="2A2A2A"/>
                </a:solidFill>
                <a:latin typeface="Segoe UI Semibold"/>
              </a:rPr>
              <a:t>.</a:t>
            </a:r>
          </a:p>
        </p:txBody>
      </p:sp>
      <p:sp>
        <p:nvSpPr>
          <p:cNvPr id="17" name="TextBox 16"/>
          <p:cNvSpPr txBox="1"/>
          <p:nvPr/>
        </p:nvSpPr>
        <p:spPr>
          <a:xfrm>
            <a:off x="502920" y="7909560"/>
            <a:ext cx="6766560" cy="787908"/>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Hoy </a:t>
            </a:r>
            <a:r>
              <a:rPr sz="1050" b="0" i="0" dirty="0" err="1">
                <a:solidFill>
                  <a:srgbClr val="2A2A2A"/>
                </a:solidFill>
                <a:latin typeface="Segoe UI"/>
              </a:rPr>
              <a:t>contamos</a:t>
            </a:r>
            <a:r>
              <a:rPr sz="1050" b="0" i="0" dirty="0">
                <a:solidFill>
                  <a:srgbClr val="2A2A2A"/>
                </a:solidFill>
                <a:latin typeface="Segoe UI"/>
              </a:rPr>
              <a:t> con </a:t>
            </a:r>
            <a:r>
              <a:rPr sz="1050" b="0" i="0" dirty="0" err="1">
                <a:solidFill>
                  <a:srgbClr val="2A2A2A"/>
                </a:solidFill>
                <a:latin typeface="Segoe UI"/>
              </a:rPr>
              <a:t>liderazgo</a:t>
            </a:r>
            <a:r>
              <a:rPr sz="1050" b="0" i="0" dirty="0">
                <a:solidFill>
                  <a:srgbClr val="2A2A2A"/>
                </a:solidFill>
                <a:latin typeface="Segoe UI"/>
              </a:rPr>
              <a:t> de mercado </a:t>
            </a:r>
            <a:r>
              <a:rPr sz="1050" b="0" i="0" dirty="0" err="1">
                <a:solidFill>
                  <a:srgbClr val="2A2A2A"/>
                </a:solidFill>
                <a:latin typeface="Segoe UI"/>
              </a:rPr>
              <a:t>en</a:t>
            </a:r>
            <a:r>
              <a:rPr sz="1050" b="0" i="0" dirty="0">
                <a:solidFill>
                  <a:srgbClr val="2A2A2A"/>
                </a:solidFill>
                <a:latin typeface="Segoe UI"/>
              </a:rPr>
              <a:t> las </a:t>
            </a:r>
            <a:r>
              <a:rPr sz="1050" b="0" i="0" dirty="0" err="1">
                <a:solidFill>
                  <a:srgbClr val="2A2A2A"/>
                </a:solidFill>
                <a:latin typeface="Segoe UI"/>
              </a:rPr>
              <a:t>industrias</a:t>
            </a:r>
            <a:r>
              <a:rPr sz="1050" b="0" i="0" dirty="0">
                <a:solidFill>
                  <a:srgbClr val="2A2A2A"/>
                </a:solidFill>
                <a:latin typeface="Segoe UI"/>
              </a:rPr>
              <a:t> que no </a:t>
            </a:r>
            <a:r>
              <a:rPr sz="1050" b="0" i="0" dirty="0" err="1">
                <a:solidFill>
                  <a:srgbClr val="2A2A2A"/>
                </a:solidFill>
                <a:latin typeface="Segoe UI"/>
              </a:rPr>
              <a:t>pueden</a:t>
            </a:r>
            <a:r>
              <a:rPr sz="1050" b="0" i="0" dirty="0">
                <a:solidFill>
                  <a:srgbClr val="2A2A2A"/>
                </a:solidFill>
                <a:latin typeface="Segoe UI"/>
              </a:rPr>
              <a:t> </a:t>
            </a:r>
            <a:r>
              <a:rPr sz="1050" b="0" i="0" dirty="0" err="1">
                <a:solidFill>
                  <a:srgbClr val="2A2A2A"/>
                </a:solidFill>
                <a:latin typeface="Segoe UI"/>
              </a:rPr>
              <a:t>fallar</a:t>
            </a:r>
            <a:r>
              <a:rPr sz="1050" b="0" i="0" dirty="0">
                <a:solidFill>
                  <a:srgbClr val="2A2A2A"/>
                </a:solidFill>
                <a:latin typeface="Segoe UI"/>
              </a:rPr>
              <a:t> —</a:t>
            </a:r>
            <a:r>
              <a:rPr lang="es-MX" sz="1050" b="0" i="0" dirty="0">
                <a:solidFill>
                  <a:srgbClr val="2A2A2A"/>
                </a:solidFill>
                <a:latin typeface="Segoe UI"/>
              </a:rPr>
              <a:t> </a:t>
            </a:r>
            <a:r>
              <a:rPr sz="1050" b="0" i="0" dirty="0" err="1">
                <a:solidFill>
                  <a:srgbClr val="2A2A2A"/>
                </a:solidFill>
                <a:latin typeface="Segoe UI"/>
              </a:rPr>
              <a:t>Logística</a:t>
            </a:r>
            <a:r>
              <a:rPr sz="1050" b="0" i="0" dirty="0">
                <a:solidFill>
                  <a:srgbClr val="2A2A2A"/>
                </a:solidFill>
                <a:latin typeface="Segoe UI"/>
              </a:rPr>
              <a:t> (DHL), Banca (Société Générale), Retail (Skechers), </a:t>
            </a:r>
            <a:r>
              <a:rPr sz="1050" b="0" i="0" dirty="0" err="1">
                <a:solidFill>
                  <a:srgbClr val="2A2A2A"/>
                </a:solidFill>
                <a:latin typeface="Segoe UI"/>
              </a:rPr>
              <a:t>Medios</a:t>
            </a:r>
            <a:r>
              <a:rPr sz="1050" b="0" i="0" dirty="0">
                <a:solidFill>
                  <a:srgbClr val="2A2A2A"/>
                </a:solidFill>
                <a:latin typeface="Segoe UI"/>
              </a:rPr>
              <a:t> (BBC),</a:t>
            </a:r>
            <a:r>
              <a:rPr lang="en-US" sz="1050" b="0" i="0" dirty="0">
                <a:solidFill>
                  <a:srgbClr val="2A2A2A"/>
                </a:solidFill>
                <a:latin typeface="Segoe UI"/>
              </a:rPr>
              <a:t> </a:t>
            </a:r>
            <a:r>
              <a:rPr lang="en-US" sz="1050" b="0" i="0" dirty="0" err="1">
                <a:solidFill>
                  <a:srgbClr val="2A2A2A"/>
                </a:solidFill>
                <a:latin typeface="Segoe UI"/>
              </a:rPr>
              <a:t>Manufactura</a:t>
            </a:r>
            <a:r>
              <a:rPr lang="en-US" sz="1050" b="0" i="0" dirty="0">
                <a:solidFill>
                  <a:srgbClr val="2A2A2A"/>
                </a:solidFill>
                <a:latin typeface="Segoe UI"/>
              </a:rPr>
              <a:t> (Acer),</a:t>
            </a:r>
            <a:r>
              <a:rPr sz="1050" b="0" i="0" dirty="0">
                <a:solidFill>
                  <a:srgbClr val="2A2A2A"/>
                </a:solidFill>
                <a:latin typeface="Segoe UI"/>
              </a:rPr>
              <a:t> </a:t>
            </a:r>
            <a:r>
              <a:rPr sz="1050" b="0" i="0" dirty="0" err="1">
                <a:solidFill>
                  <a:srgbClr val="2A2A2A"/>
                </a:solidFill>
                <a:latin typeface="Segoe UI"/>
              </a:rPr>
              <a:t>Gobierno</a:t>
            </a:r>
            <a:r>
              <a:rPr sz="1050" b="0" i="0" dirty="0">
                <a:solidFill>
                  <a:srgbClr val="2A2A2A"/>
                </a:solidFill>
                <a:latin typeface="Segoe UI"/>
              </a:rPr>
              <a:t> (ISSSTE)… </a:t>
            </a:r>
            <a:r>
              <a:rPr sz="1050" b="0" i="0" dirty="0" err="1">
                <a:solidFill>
                  <a:srgbClr val="2A2A2A"/>
                </a:solidFill>
                <a:latin typeface="Segoe UI"/>
              </a:rPr>
              <a:t>Desde</a:t>
            </a:r>
            <a:r>
              <a:rPr sz="1050" b="0" i="0" dirty="0">
                <a:solidFill>
                  <a:srgbClr val="2A2A2A"/>
                </a:solidFill>
                <a:latin typeface="Segoe UI"/>
              </a:rPr>
              <a:t> </a:t>
            </a:r>
            <a:r>
              <a:rPr sz="1050" b="0" i="0" dirty="0" err="1">
                <a:solidFill>
                  <a:srgbClr val="2A2A2A"/>
                </a:solidFill>
                <a:latin typeface="Segoe UI"/>
              </a:rPr>
              <a:t>estas</a:t>
            </a:r>
            <a:r>
              <a:rPr sz="1050" b="0" i="0" dirty="0">
                <a:solidFill>
                  <a:srgbClr val="2A2A2A"/>
                </a:solidFill>
                <a:latin typeface="Segoe UI"/>
              </a:rPr>
              <a:t> </a:t>
            </a:r>
            <a:r>
              <a:rPr sz="1050" b="0" i="0" dirty="0" err="1">
                <a:solidFill>
                  <a:srgbClr val="2A2A2A"/>
                </a:solidFill>
                <a:latin typeface="Segoe UI"/>
              </a:rPr>
              <a:t>grandes</a:t>
            </a:r>
            <a:r>
              <a:rPr sz="1050" b="0" i="0" dirty="0">
                <a:solidFill>
                  <a:srgbClr val="2A2A2A"/>
                </a:solidFill>
                <a:latin typeface="Segoe UI"/>
              </a:rPr>
              <a:t> </a:t>
            </a:r>
            <a:r>
              <a:rPr sz="1050" b="0" i="0" dirty="0" err="1">
                <a:solidFill>
                  <a:srgbClr val="2A2A2A"/>
                </a:solidFill>
                <a:latin typeface="Segoe UI"/>
              </a:rPr>
              <a:t>empresas</a:t>
            </a:r>
            <a:r>
              <a:rPr sz="1050" b="0" i="0" dirty="0">
                <a:solidFill>
                  <a:srgbClr val="2A2A2A"/>
                </a:solidFill>
                <a:latin typeface="Segoe UI"/>
              </a:rPr>
              <a:t> </a:t>
            </a:r>
            <a:r>
              <a:rPr sz="1050" b="0" i="0" dirty="0" err="1">
                <a:solidFill>
                  <a:srgbClr val="2A2A2A"/>
                </a:solidFill>
                <a:latin typeface="Segoe UI"/>
              </a:rPr>
              <a:t>globales</a:t>
            </a:r>
            <a:r>
              <a:rPr sz="1050" b="0" i="0" dirty="0">
                <a:solidFill>
                  <a:srgbClr val="2A2A2A"/>
                </a:solidFill>
                <a:latin typeface="Segoe UI"/>
              </a:rPr>
              <a:t> hasta </a:t>
            </a:r>
            <a:r>
              <a:rPr sz="1050" b="0" i="0" dirty="0" err="1">
                <a:solidFill>
                  <a:srgbClr val="2A2A2A"/>
                </a:solidFill>
                <a:latin typeface="Segoe UI"/>
              </a:rPr>
              <a:t>sistemas</a:t>
            </a:r>
            <a:r>
              <a:rPr sz="1050" b="0" i="0" dirty="0">
                <a:solidFill>
                  <a:srgbClr val="2A2A2A"/>
                </a:solidFill>
                <a:latin typeface="Segoe UI"/>
              </a:rPr>
              <a:t> </a:t>
            </a:r>
            <a:r>
              <a:rPr sz="1050" b="0" i="0" dirty="0" err="1">
                <a:solidFill>
                  <a:srgbClr val="2A2A2A"/>
                </a:solidFill>
                <a:latin typeface="Segoe UI"/>
              </a:rPr>
              <a:t>regionales</a:t>
            </a:r>
            <a:r>
              <a:rPr sz="1050" b="0" i="0" dirty="0">
                <a:solidFill>
                  <a:srgbClr val="2A2A2A"/>
                </a:solidFill>
                <a:latin typeface="Segoe UI"/>
              </a:rPr>
              <a:t> de </a:t>
            </a:r>
            <a:r>
              <a:rPr sz="1050" b="0" i="0" dirty="0" err="1">
                <a:solidFill>
                  <a:srgbClr val="2A2A2A"/>
                </a:solidFill>
                <a:latin typeface="Segoe UI"/>
              </a:rPr>
              <a:t>despacho</a:t>
            </a:r>
            <a:r>
              <a:rPr sz="1050" b="0" i="0" dirty="0">
                <a:solidFill>
                  <a:srgbClr val="2A2A2A"/>
                </a:solidFill>
                <a:latin typeface="Segoe UI"/>
              </a:rPr>
              <a:t> 911, </a:t>
            </a:r>
            <a:r>
              <a:rPr sz="1050" b="0" i="0" dirty="0" err="1">
                <a:solidFill>
                  <a:srgbClr val="2A2A2A"/>
                </a:solidFill>
                <a:latin typeface="Segoe UI"/>
              </a:rPr>
              <a:t>entregamos</a:t>
            </a:r>
            <a:r>
              <a:rPr sz="1050" b="0" i="0" dirty="0">
                <a:solidFill>
                  <a:srgbClr val="2A2A2A"/>
                </a:solidFill>
                <a:latin typeface="Segoe UI"/>
              </a:rPr>
              <a:t> la </a:t>
            </a:r>
            <a:r>
              <a:rPr sz="1050" b="0" i="0" dirty="0" err="1">
                <a:solidFill>
                  <a:srgbClr val="2A2A2A"/>
                </a:solidFill>
                <a:latin typeface="Segoe UI"/>
              </a:rPr>
              <a:t>confiabilidad</a:t>
            </a:r>
            <a:r>
              <a:rPr sz="1050" b="0" i="0" dirty="0">
                <a:solidFill>
                  <a:srgbClr val="2A2A2A"/>
                </a:solidFill>
                <a:latin typeface="Segoe UI"/>
              </a:rPr>
              <a:t> </a:t>
            </a:r>
            <a:r>
              <a:rPr sz="1050" b="0" i="0" dirty="0" err="1">
                <a:solidFill>
                  <a:srgbClr val="2A2A2A"/>
                </a:solidFill>
                <a:latin typeface="Segoe UI"/>
              </a:rPr>
              <a:t>inquebrantable</a:t>
            </a:r>
            <a:r>
              <a:rPr sz="1050" b="0" i="0" dirty="0">
                <a:solidFill>
                  <a:srgbClr val="2A2A2A"/>
                </a:solidFill>
                <a:latin typeface="Segoe UI"/>
              </a:rPr>
              <a:t> que </a:t>
            </a:r>
            <a:r>
              <a:rPr sz="1050" b="0" i="0" dirty="0" err="1">
                <a:solidFill>
                  <a:srgbClr val="2A2A2A"/>
                </a:solidFill>
                <a:latin typeface="Segoe UI"/>
              </a:rPr>
              <a:t>exigen</a:t>
            </a:r>
            <a:r>
              <a:rPr sz="1050" b="0" i="0" dirty="0">
                <a:solidFill>
                  <a:srgbClr val="2A2A2A"/>
                </a:solidFill>
                <a:latin typeface="Segoe UI"/>
              </a:rPr>
              <a:t> las </a:t>
            </a:r>
            <a:r>
              <a:rPr sz="1050" b="0" i="0" dirty="0" err="1">
                <a:solidFill>
                  <a:srgbClr val="2A2A2A"/>
                </a:solidFill>
                <a:latin typeface="Segoe UI"/>
              </a:rPr>
              <a:t>aplicaciones</a:t>
            </a:r>
            <a:r>
              <a:rPr sz="1050" b="0" i="0" dirty="0">
                <a:solidFill>
                  <a:srgbClr val="2A2A2A"/>
                </a:solidFill>
                <a:latin typeface="Segoe UI"/>
              </a:rPr>
              <a:t> de </a:t>
            </a:r>
            <a:r>
              <a:rPr sz="1050" b="0" i="0" dirty="0" err="1">
                <a:solidFill>
                  <a:srgbClr val="2A2A2A"/>
                </a:solidFill>
                <a:latin typeface="Segoe UI"/>
              </a:rPr>
              <a:t>misión</a:t>
            </a:r>
            <a:r>
              <a:rPr sz="1050" b="0" i="0" dirty="0">
                <a:solidFill>
                  <a:srgbClr val="2A2A2A"/>
                </a:solidFill>
                <a:latin typeface="Segoe UI"/>
              </a:rPr>
              <a:t> </a:t>
            </a:r>
            <a:r>
              <a:rPr sz="1050" b="0" i="0" dirty="0" err="1">
                <a:solidFill>
                  <a:srgbClr val="2A2A2A"/>
                </a:solidFill>
                <a:latin typeface="Segoe UI"/>
              </a:rPr>
              <a:t>crítica</a:t>
            </a:r>
            <a:r>
              <a:rPr sz="1050" b="0" i="0" dirty="0">
                <a:solidFill>
                  <a:srgbClr val="2A2A2A"/>
                </a:solidFill>
                <a:latin typeface="Segoe UI"/>
              </a:rPr>
              <a:t>.</a:t>
            </a:r>
          </a:p>
        </p:txBody>
      </p:sp>
      <p:pic>
        <p:nvPicPr>
          <p:cNvPr id="21" name="Imagen 20" descr="Imagen que contiene Logotipo&#10;&#10;El contenido generado por IA puede ser incorrecto.">
            <a:extLst>
              <a:ext uri="{FF2B5EF4-FFF2-40B4-BE49-F238E27FC236}">
                <a16:creationId xmlns:a16="http://schemas.microsoft.com/office/drawing/2014/main" id="{AFC10AB3-9B1E-C90D-87DA-2872FA20EA71}"/>
              </a:ext>
            </a:extLst>
          </p:cNvPr>
          <p:cNvPicPr>
            <a:picLocks noChangeAspect="1"/>
          </p:cNvPicPr>
          <p:nvPr/>
        </p:nvPicPr>
        <p:blipFill>
          <a:blip r:embed="rId3"/>
          <a:stretch>
            <a:fillRect/>
          </a:stretch>
        </p:blipFill>
        <p:spPr>
          <a:xfrm>
            <a:off x="262402" y="115032"/>
            <a:ext cx="2029041" cy="6222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822960"/>
          </a:xfrm>
          <a:prstGeom prst="rect">
            <a:avLst/>
          </a:prstGeom>
          <a:noFill/>
        </p:spPr>
        <p:txBody>
          <a:bodyPr wrap="square" lIns="0" tIns="0" rIns="0" bIns="0" anchor="t">
            <a:spAutoFit/>
          </a:bodyPr>
          <a:lstStyle/>
          <a:p>
            <a:pPr algn="l">
              <a:lnSpc>
                <a:spcPct val="115000"/>
              </a:lnSpc>
            </a:pPr>
            <a:r>
              <a:rPr sz="4200" b="0" i="0">
                <a:solidFill>
                  <a:srgbClr val="114A5C"/>
                </a:solidFill>
                <a:latin typeface="Segoe UI Light"/>
              </a:rPr>
              <a:t>Productos</a:t>
            </a: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2</a:t>
            </a:r>
          </a:p>
        </p:txBody>
      </p:sp>
      <p:sp>
        <p:nvSpPr>
          <p:cNvPr id="8" name="TextBox 7"/>
          <p:cNvSpPr txBox="1"/>
          <p:nvPr/>
        </p:nvSpPr>
        <p:spPr>
          <a:xfrm>
            <a:off x="502920" y="219456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Genero Enterprise</a:t>
            </a:r>
          </a:p>
        </p:txBody>
      </p:sp>
      <p:sp>
        <p:nvSpPr>
          <p:cNvPr id="9" name="TextBox 8"/>
          <p:cNvSpPr txBox="1"/>
          <p:nvPr/>
        </p:nvSpPr>
        <p:spPr>
          <a:xfrm>
            <a:off x="502920" y="265176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Preserva 30 años de lógica de negocio. Moderniza todo lo demás.</a:t>
            </a:r>
          </a:p>
        </p:txBody>
      </p:sp>
      <p:sp>
        <p:nvSpPr>
          <p:cNvPr id="10" name="TextBox 9"/>
          <p:cNvSpPr txBox="1"/>
          <p:nvPr/>
        </p:nvSpPr>
        <p:spPr>
          <a:xfrm>
            <a:off x="502920" y="3063240"/>
            <a:ext cx="3291840" cy="22860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La recompilación es instantánea gracias al lenguaje Genero BDL — tu lógica de negocio se transfiere completamente, sin documentación previa requerida. A partir de ahí, moderniza a tu ritmo: interfaz, dispositivos, bases de datos, nube. Tú decides qué va primero.</a:t>
            </a:r>
          </a:p>
        </p:txBody>
      </p:sp>
      <p:sp>
        <p:nvSpPr>
          <p:cNvPr id="11" name="TextBox 10"/>
          <p:cNvSpPr txBox="1"/>
          <p:nvPr/>
        </p:nvSpPr>
        <p:spPr>
          <a:xfrm>
            <a:off x="3977640" y="219456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Genero Intelligence</a:t>
            </a:r>
          </a:p>
        </p:txBody>
      </p:sp>
      <p:sp>
        <p:nvSpPr>
          <p:cNvPr id="12" name="TextBox 11"/>
          <p:cNvSpPr txBox="1"/>
          <p:nvPr/>
        </p:nvSpPr>
        <p:spPr>
          <a:xfrm>
            <a:off x="3977640" y="265176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El cerebro de IA construido para Genero BDL.</a:t>
            </a:r>
          </a:p>
        </p:txBody>
      </p:sp>
      <p:sp>
        <p:nvSpPr>
          <p:cNvPr id="13" name="TextBox 12"/>
          <p:cNvSpPr txBox="1"/>
          <p:nvPr/>
        </p:nvSpPr>
        <p:spPr>
          <a:xfrm>
            <a:off x="3977640" y="3063240"/>
            <a:ext cx="3291840" cy="22860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Genero BDL contiene conocimiento especializado que tus herramientas de IA aprovechan al máximo. Más de 5,000 páginas de documentación indexada y un conjunto en constante evolución de skills de desarrollo, entregadas vía MCP a tu IDE actual. Resultado: 10x más precisión de código y 6.5x menor costo por token en 100 tareas BDL equivalentes — generación de formularios, patrones SQL, refactoring de módulos (pruebas internas, mayo 2026).</a:t>
            </a:r>
          </a:p>
        </p:txBody>
      </p:sp>
      <p:sp>
        <p:nvSpPr>
          <p:cNvPr id="14" name="TextBox 13"/>
          <p:cNvSpPr txBox="1"/>
          <p:nvPr/>
        </p:nvSpPr>
        <p:spPr>
          <a:xfrm>
            <a:off x="502920" y="548640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Genero Studio 6.00.04</a:t>
            </a:r>
          </a:p>
        </p:txBody>
      </p:sp>
      <p:sp>
        <p:nvSpPr>
          <p:cNvPr id="15" name="TextBox 14"/>
          <p:cNvSpPr txBox="1"/>
          <p:nvPr/>
        </p:nvSpPr>
        <p:spPr>
          <a:xfrm>
            <a:off x="502920" y="594360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IDE con Asistente de IA integrado. (Preview — junio 2026)</a:t>
            </a:r>
          </a:p>
        </p:txBody>
      </p:sp>
      <p:sp>
        <p:nvSpPr>
          <p:cNvPr id="16" name="TextBox 15"/>
          <p:cNvSpPr txBox="1"/>
          <p:nvPr/>
        </p:nvSpPr>
        <p:spPr>
          <a:xfrm>
            <a:off x="502920" y="6355080"/>
            <a:ext cx="3291840" cy="22860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Impulsado por OpenCode y conectado a Genero Intelligence, el chat integrado genera código BDL desde especificaciones, escribe pruebas unitarias, diagnostica y corrige bugs, produce documentación y opera Git mediante lenguaje natural. Incluye AI Specs-Driven Development y el nuevo Genero Theme Customizer.</a:t>
            </a:r>
          </a:p>
        </p:txBody>
      </p:sp>
      <p:sp>
        <p:nvSpPr>
          <p:cNvPr id="17" name="TextBox 16"/>
          <p:cNvSpPr txBox="1"/>
          <p:nvPr/>
        </p:nvSpPr>
        <p:spPr>
          <a:xfrm>
            <a:off x="3977640" y="548640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Genero Arc</a:t>
            </a:r>
          </a:p>
        </p:txBody>
      </p:sp>
      <p:sp>
        <p:nvSpPr>
          <p:cNvPr id="18" name="TextBox 17"/>
          <p:cNvSpPr txBox="1"/>
          <p:nvPr/>
        </p:nvSpPr>
        <p:spPr>
          <a:xfrm>
            <a:off x="3977640" y="594360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Un backend. Cualquier frontend. Incluyendo agentes de IA.</a:t>
            </a:r>
          </a:p>
        </p:txBody>
      </p:sp>
      <p:sp>
        <p:nvSpPr>
          <p:cNvPr id="19" name="TextBox 18"/>
          <p:cNvSpPr txBox="1"/>
          <p:nvPr/>
        </p:nvSpPr>
        <p:spPr>
          <a:xfrm>
            <a:off x="3977640" y="6355080"/>
            <a:ext cx="3291840" cy="2286000"/>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Arc </a:t>
            </a:r>
            <a:r>
              <a:rPr sz="1050" b="0" i="0" dirty="0" err="1">
                <a:solidFill>
                  <a:srgbClr val="2A2A2A"/>
                </a:solidFill>
                <a:latin typeface="Segoe UI"/>
              </a:rPr>
              <a:t>expone</a:t>
            </a:r>
            <a:r>
              <a:rPr sz="1050" b="0" i="0" dirty="0">
                <a:solidFill>
                  <a:srgbClr val="2A2A2A"/>
                </a:solidFill>
                <a:latin typeface="Segoe UI"/>
              </a:rPr>
              <a:t> </a:t>
            </a:r>
            <a:r>
              <a:rPr sz="1050" b="0" i="0" dirty="0" err="1">
                <a:solidFill>
                  <a:srgbClr val="2A2A2A"/>
                </a:solidFill>
                <a:latin typeface="Segoe UI"/>
              </a:rPr>
              <a:t>tu</a:t>
            </a:r>
            <a:r>
              <a:rPr sz="1050" b="0" i="0" dirty="0">
                <a:solidFill>
                  <a:srgbClr val="2A2A2A"/>
                </a:solidFill>
                <a:latin typeface="Segoe UI"/>
              </a:rPr>
              <a:t> </a:t>
            </a:r>
            <a:r>
              <a:rPr sz="1050" b="0" i="0" dirty="0" err="1">
                <a:solidFill>
                  <a:srgbClr val="2A2A2A"/>
                </a:solidFill>
                <a:latin typeface="Segoe UI"/>
              </a:rPr>
              <a:t>aplicación</a:t>
            </a:r>
            <a:r>
              <a:rPr sz="1050" b="0" i="0" dirty="0">
                <a:solidFill>
                  <a:srgbClr val="2A2A2A"/>
                </a:solidFill>
                <a:latin typeface="Segoe UI"/>
              </a:rPr>
              <a:t> BDL </a:t>
            </a:r>
            <a:r>
              <a:rPr sz="1050" b="0" i="0" dirty="0" err="1">
                <a:solidFill>
                  <a:srgbClr val="2A2A2A"/>
                </a:solidFill>
                <a:latin typeface="Segoe UI"/>
              </a:rPr>
              <a:t>como</a:t>
            </a:r>
            <a:r>
              <a:rPr sz="1050" b="0" i="0" dirty="0">
                <a:solidFill>
                  <a:srgbClr val="2A2A2A"/>
                </a:solidFill>
                <a:latin typeface="Segoe UI"/>
              </a:rPr>
              <a:t> un backend </a:t>
            </a:r>
            <a:r>
              <a:rPr sz="1050" b="0" i="0" dirty="0" err="1">
                <a:solidFill>
                  <a:srgbClr val="2A2A2A"/>
                </a:solidFill>
                <a:latin typeface="Segoe UI"/>
              </a:rPr>
              <a:t>tipado</a:t>
            </a:r>
            <a:r>
              <a:rPr sz="1050" b="0" i="0" dirty="0">
                <a:solidFill>
                  <a:srgbClr val="2A2A2A"/>
                </a:solidFill>
                <a:latin typeface="Segoe UI"/>
              </a:rPr>
              <a:t> y </a:t>
            </a:r>
            <a:r>
              <a:rPr sz="1050" b="0" i="0" dirty="0" err="1">
                <a:solidFill>
                  <a:srgbClr val="2A2A2A"/>
                </a:solidFill>
                <a:latin typeface="Segoe UI"/>
              </a:rPr>
              <a:t>scripteable</a:t>
            </a:r>
            <a:r>
              <a:rPr sz="1050" b="0" i="0" dirty="0">
                <a:solidFill>
                  <a:srgbClr val="2A2A2A"/>
                </a:solidFill>
                <a:latin typeface="Segoe UI"/>
              </a:rPr>
              <a:t> — </a:t>
            </a:r>
            <a:r>
              <a:rPr sz="1050" b="0" i="0" dirty="0" err="1">
                <a:solidFill>
                  <a:srgbClr val="2A2A2A"/>
                </a:solidFill>
                <a:latin typeface="Segoe UI"/>
              </a:rPr>
              <a:t>consumible</a:t>
            </a:r>
            <a:r>
              <a:rPr sz="1050" b="0" i="0" dirty="0">
                <a:solidFill>
                  <a:srgbClr val="2A2A2A"/>
                </a:solidFill>
                <a:latin typeface="Segoe UI"/>
              </a:rPr>
              <a:t> </a:t>
            </a:r>
            <a:r>
              <a:rPr sz="1050" b="0" i="0" dirty="0" err="1">
                <a:solidFill>
                  <a:srgbClr val="2A2A2A"/>
                </a:solidFill>
                <a:latin typeface="Segoe UI"/>
              </a:rPr>
              <a:t>por</a:t>
            </a:r>
            <a:r>
              <a:rPr sz="1050" b="0" i="0" dirty="0">
                <a:solidFill>
                  <a:srgbClr val="2A2A2A"/>
                </a:solidFill>
                <a:latin typeface="Segoe UI"/>
              </a:rPr>
              <a:t> </a:t>
            </a:r>
            <a:r>
              <a:rPr sz="1050" b="0" i="0" dirty="0" err="1">
                <a:solidFill>
                  <a:srgbClr val="2A2A2A"/>
                </a:solidFill>
                <a:latin typeface="Segoe UI"/>
              </a:rPr>
              <a:t>cualquier</a:t>
            </a:r>
            <a:r>
              <a:rPr sz="1050" b="0" i="0" dirty="0">
                <a:solidFill>
                  <a:srgbClr val="2A2A2A"/>
                </a:solidFill>
                <a:latin typeface="Segoe UI"/>
              </a:rPr>
              <a:t> framework, </a:t>
            </a:r>
            <a:r>
              <a:rPr sz="1050" b="0" i="0" dirty="0" err="1">
                <a:solidFill>
                  <a:srgbClr val="2A2A2A"/>
                </a:solidFill>
                <a:latin typeface="Segoe UI"/>
              </a:rPr>
              <a:t>incluidos</a:t>
            </a:r>
            <a:r>
              <a:rPr sz="1050" b="0" i="0" dirty="0">
                <a:solidFill>
                  <a:srgbClr val="2A2A2A"/>
                </a:solidFill>
                <a:latin typeface="Segoe UI"/>
              </a:rPr>
              <a:t> </a:t>
            </a:r>
            <a:r>
              <a:rPr sz="1050" b="0" i="0" dirty="0" err="1">
                <a:solidFill>
                  <a:srgbClr val="2A2A2A"/>
                </a:solidFill>
                <a:latin typeface="Segoe UI"/>
              </a:rPr>
              <a:t>agentes</a:t>
            </a:r>
            <a:r>
              <a:rPr sz="1050" b="0" i="0" dirty="0">
                <a:solidFill>
                  <a:srgbClr val="2A2A2A"/>
                </a:solidFill>
                <a:latin typeface="Segoe UI"/>
              </a:rPr>
              <a:t> de IA. Los </a:t>
            </a:r>
            <a:r>
              <a:rPr sz="1050" b="0" i="0" dirty="0" err="1">
                <a:solidFill>
                  <a:srgbClr val="2A2A2A"/>
                </a:solidFill>
                <a:latin typeface="Segoe UI"/>
              </a:rPr>
              <a:t>desarrolladores</a:t>
            </a:r>
            <a:r>
              <a:rPr sz="1050" b="0" i="0" dirty="0">
                <a:solidFill>
                  <a:srgbClr val="2A2A2A"/>
                </a:solidFill>
                <a:latin typeface="Segoe UI"/>
              </a:rPr>
              <a:t> frontend </a:t>
            </a:r>
            <a:r>
              <a:rPr sz="1050" b="0" i="0" dirty="0" err="1">
                <a:solidFill>
                  <a:srgbClr val="2A2A2A"/>
                </a:solidFill>
                <a:latin typeface="Segoe UI"/>
              </a:rPr>
              <a:t>trabajan</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TypeScript puro; sin </a:t>
            </a:r>
            <a:r>
              <a:rPr sz="1050" b="0" i="0" dirty="0" err="1">
                <a:solidFill>
                  <a:srgbClr val="2A2A2A"/>
                </a:solidFill>
                <a:latin typeface="Segoe UI"/>
              </a:rPr>
              <a:t>cambios</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el</a:t>
            </a:r>
            <a:r>
              <a:rPr sz="1050" b="0" i="0" dirty="0">
                <a:solidFill>
                  <a:srgbClr val="2A2A2A"/>
                </a:solidFill>
                <a:latin typeface="Segoe UI"/>
              </a:rPr>
              <a:t> </a:t>
            </a:r>
            <a:r>
              <a:rPr sz="1050" b="0" i="0" dirty="0" err="1">
                <a:solidFill>
                  <a:srgbClr val="2A2A2A"/>
                </a:solidFill>
                <a:latin typeface="Segoe UI"/>
              </a:rPr>
              <a:t>código</a:t>
            </a:r>
            <a:r>
              <a:rPr sz="1050" b="0" i="0" dirty="0">
                <a:solidFill>
                  <a:srgbClr val="2A2A2A"/>
                </a:solidFill>
                <a:latin typeface="Segoe UI"/>
              </a:rPr>
              <a:t> BDL.</a:t>
            </a:r>
          </a:p>
        </p:txBody>
      </p:sp>
      <p:pic>
        <p:nvPicPr>
          <p:cNvPr id="21" name="Imagen 20" descr="Imagen que contiene Forma&#10;&#10;El contenido generado por IA puede ser incorrecto.">
            <a:extLst>
              <a:ext uri="{FF2B5EF4-FFF2-40B4-BE49-F238E27FC236}">
                <a16:creationId xmlns:a16="http://schemas.microsoft.com/office/drawing/2014/main" id="{25632FFE-9824-A2A6-B88F-A19FAF1B434E}"/>
              </a:ext>
            </a:extLst>
          </p:cNvPr>
          <p:cNvPicPr>
            <a:picLocks noChangeAspect="1"/>
          </p:cNvPicPr>
          <p:nvPr/>
        </p:nvPicPr>
        <p:blipFill>
          <a:blip r:embed="rId2">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822960"/>
          </a:xfrm>
          <a:prstGeom prst="rect">
            <a:avLst/>
          </a:prstGeom>
          <a:noFill/>
        </p:spPr>
        <p:txBody>
          <a:bodyPr wrap="square" lIns="0" tIns="0" rIns="0" bIns="0" anchor="t">
            <a:spAutoFit/>
          </a:bodyPr>
          <a:lstStyle/>
          <a:p>
            <a:pPr algn="l">
              <a:lnSpc>
                <a:spcPct val="115000"/>
              </a:lnSpc>
            </a:pPr>
            <a:r>
              <a:rPr sz="4200" b="0" i="0">
                <a:solidFill>
                  <a:srgbClr val="114A5C"/>
                </a:solidFill>
                <a:latin typeface="Segoe UI Light"/>
              </a:rPr>
              <a:t>Productos y Stack</a:t>
            </a: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3</a:t>
            </a:r>
          </a:p>
        </p:txBody>
      </p:sp>
      <p:sp>
        <p:nvSpPr>
          <p:cNvPr id="8" name="TextBox 7"/>
          <p:cNvSpPr txBox="1"/>
          <p:nvPr/>
        </p:nvSpPr>
        <p:spPr>
          <a:xfrm>
            <a:off x="502920" y="219456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Genero Observability</a:t>
            </a:r>
          </a:p>
        </p:txBody>
      </p:sp>
      <p:sp>
        <p:nvSpPr>
          <p:cNvPr id="9" name="TextBox 8"/>
          <p:cNvSpPr txBox="1"/>
          <p:nvPr/>
        </p:nvSpPr>
        <p:spPr>
          <a:xfrm>
            <a:off x="502920" y="265176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Observa exactamente qué hacen tus apps Genero en producción.</a:t>
            </a:r>
          </a:p>
        </p:txBody>
      </p:sp>
      <p:sp>
        <p:nvSpPr>
          <p:cNvPr id="10" name="TextBox 9"/>
          <p:cNvSpPr txBox="1"/>
          <p:nvPr/>
        </p:nvSpPr>
        <p:spPr>
          <a:xfrm>
            <a:off x="502920" y="3063240"/>
            <a:ext cx="3291840" cy="22860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Convierte la salida de diagnóstico nativa en flame graphs por interacción, exportables a cualquier APM. Qué funciones se ejecutaron, qué SQL corrió, dónde se fue el tiempo — por interacción, en tiempo real. Sin cambios en runtime. Sin cambios en el código BDL.</a:t>
            </a:r>
          </a:p>
        </p:txBody>
      </p:sp>
      <p:sp>
        <p:nvSpPr>
          <p:cNvPr id="11" name="TextBox 10"/>
          <p:cNvSpPr txBox="1"/>
          <p:nvPr/>
        </p:nvSpPr>
        <p:spPr>
          <a:xfrm>
            <a:off x="3977640" y="219456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Genero Report Writer</a:t>
            </a:r>
          </a:p>
        </p:txBody>
      </p:sp>
      <p:sp>
        <p:nvSpPr>
          <p:cNvPr id="12" name="TextBox 11"/>
          <p:cNvSpPr txBox="1"/>
          <p:nvPr/>
        </p:nvSpPr>
        <p:spPr>
          <a:xfrm>
            <a:off x="3977640" y="265176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Reportería de alto volumen embebida en cualquier aplicación.</a:t>
            </a:r>
          </a:p>
        </p:txBody>
      </p:sp>
      <p:sp>
        <p:nvSpPr>
          <p:cNvPr id="13" name="TextBox 12"/>
          <p:cNvSpPr txBox="1"/>
          <p:nvPr/>
        </p:nvSpPr>
        <p:spPr>
          <a:xfrm>
            <a:off x="3977640" y="3063240"/>
            <a:ext cx="3291840" cy="22860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Una "Fábrica de Documentos" de grado industrial: un motor automatizado diseñado para las necesidades de reportería más exigentes de tu empresa. Produce millones de facturas, reportes, códigos de barras y etiquetas de alta calidad con precisión de layout total y renderizado dinámico.</a:t>
            </a:r>
          </a:p>
        </p:txBody>
      </p:sp>
      <p:sp>
        <p:nvSpPr>
          <p:cNvPr id="14" name="TextBox 13"/>
          <p:cNvSpPr txBox="1"/>
          <p:nvPr/>
        </p:nvSpPr>
        <p:spPr>
          <a:xfrm>
            <a:off x="502920" y="548640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Bases de Datos</a:t>
            </a:r>
          </a:p>
        </p:txBody>
      </p:sp>
      <p:sp>
        <p:nvSpPr>
          <p:cNvPr id="15" name="TextBox 14"/>
          <p:cNvSpPr txBox="1"/>
          <p:nvPr/>
        </p:nvSpPr>
        <p:spPr>
          <a:xfrm>
            <a:off x="502920" y="594360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Independiente de motor. Cambia sin reescribir código.</a:t>
            </a:r>
          </a:p>
        </p:txBody>
      </p:sp>
      <p:sp>
        <p:nvSpPr>
          <p:cNvPr id="16" name="TextBox 15"/>
          <p:cNvSpPr txBox="1"/>
          <p:nvPr/>
        </p:nvSpPr>
        <p:spPr>
          <a:xfrm>
            <a:off x="502920" y="6355080"/>
            <a:ext cx="3291840" cy="22860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Soporte certificado para Informix 15 (driver CSDK 15 dbmifx_15), Oracle 26ai, SQL Server 2025 (con tipos JSON y VECTOR), PostgreSQL, MySQL 9, DB2, Sybase y SQLite. Embedded SQL mantiene tu código BDL portable entre proveedores.</a:t>
            </a:r>
          </a:p>
        </p:txBody>
      </p:sp>
      <p:sp>
        <p:nvSpPr>
          <p:cNvPr id="17" name="TextBox 16"/>
          <p:cNvSpPr txBox="1"/>
          <p:nvPr/>
        </p:nvSpPr>
        <p:spPr>
          <a:xfrm>
            <a:off x="3977640" y="548640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Seguridad e Integración</a:t>
            </a:r>
          </a:p>
        </p:txBody>
      </p:sp>
      <p:sp>
        <p:nvSpPr>
          <p:cNvPr id="18" name="TextBox 17"/>
          <p:cNvSpPr txBox="1"/>
          <p:nvPr/>
        </p:nvSpPr>
        <p:spPr>
          <a:xfrm>
            <a:off x="3977640" y="5943600"/>
            <a:ext cx="3291840" cy="320040"/>
          </a:xfrm>
          <a:prstGeom prst="rect">
            <a:avLst/>
          </a:prstGeom>
          <a:noFill/>
        </p:spPr>
        <p:txBody>
          <a:bodyPr wrap="square" lIns="0" tIns="0" rIns="0" bIns="0" anchor="t">
            <a:spAutoFit/>
          </a:bodyPr>
          <a:lstStyle/>
          <a:p>
            <a:pPr algn="l">
              <a:lnSpc>
                <a:spcPct val="115000"/>
              </a:lnSpc>
            </a:pPr>
            <a:r>
              <a:rPr sz="1200" b="1" i="1">
                <a:solidFill>
                  <a:srgbClr val="2A2A2A"/>
                </a:solidFill>
                <a:latin typeface="Segoe UI Semibold"/>
              </a:rPr>
              <a:t>Listo para nube, endurecido para empresa.</a:t>
            </a:r>
          </a:p>
        </p:txBody>
      </p:sp>
      <p:sp>
        <p:nvSpPr>
          <p:cNvPr id="19" name="TextBox 18"/>
          <p:cNvSpPr txBox="1"/>
          <p:nvPr/>
        </p:nvSpPr>
        <p:spPr>
          <a:xfrm>
            <a:off x="3977640" y="6355080"/>
            <a:ext cx="3291840" cy="787908"/>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Genero Application Server (GAS) </a:t>
            </a:r>
            <a:r>
              <a:rPr sz="1050" b="0" i="0" dirty="0" err="1">
                <a:solidFill>
                  <a:srgbClr val="2A2A2A"/>
                </a:solidFill>
                <a:latin typeface="Segoe UI"/>
              </a:rPr>
              <a:t>escala</a:t>
            </a:r>
            <a:r>
              <a:rPr sz="1050" b="0" i="0" dirty="0">
                <a:solidFill>
                  <a:srgbClr val="2A2A2A"/>
                </a:solidFill>
                <a:latin typeface="Segoe UI"/>
              </a:rPr>
              <a:t> a miles de </a:t>
            </a:r>
            <a:r>
              <a:rPr sz="1050" b="0" i="0" dirty="0" err="1">
                <a:solidFill>
                  <a:srgbClr val="2A2A2A"/>
                </a:solidFill>
                <a:latin typeface="Segoe UI"/>
              </a:rPr>
              <a:t>usuarios</a:t>
            </a:r>
            <a:r>
              <a:rPr sz="1050" b="0" i="0" dirty="0">
                <a:solidFill>
                  <a:srgbClr val="2A2A2A"/>
                </a:solidFill>
                <a:latin typeface="Segoe UI"/>
              </a:rPr>
              <a:t> </a:t>
            </a:r>
            <a:r>
              <a:rPr sz="1050" b="0" i="0" dirty="0" err="1">
                <a:solidFill>
                  <a:srgbClr val="2A2A2A"/>
                </a:solidFill>
                <a:latin typeface="Segoe UI"/>
              </a:rPr>
              <a:t>concurrentes</a:t>
            </a:r>
            <a:r>
              <a:rPr sz="1050" b="0" i="0" dirty="0">
                <a:solidFill>
                  <a:srgbClr val="2A2A2A"/>
                </a:solidFill>
                <a:latin typeface="Segoe UI"/>
              </a:rPr>
              <a:t>. REST </a:t>
            </a:r>
            <a:r>
              <a:rPr sz="1050" b="0" i="0" dirty="0" err="1">
                <a:solidFill>
                  <a:srgbClr val="2A2A2A"/>
                </a:solidFill>
                <a:latin typeface="Segoe UI"/>
              </a:rPr>
              <a:t>OpenAPI</a:t>
            </a:r>
            <a:r>
              <a:rPr sz="1050" b="0" i="0" dirty="0">
                <a:solidFill>
                  <a:srgbClr val="2A2A2A"/>
                </a:solidFill>
                <a:latin typeface="Segoe UI"/>
              </a:rPr>
              <a:t>, SOA y Web Services. SSL 3.5 con ECDSA. </a:t>
            </a:r>
            <a:r>
              <a:rPr sz="1050" b="0" i="0" dirty="0" err="1">
                <a:solidFill>
                  <a:srgbClr val="2A2A2A"/>
                </a:solidFill>
                <a:latin typeface="Segoe UI"/>
              </a:rPr>
              <a:t>Métricas</a:t>
            </a:r>
            <a:r>
              <a:rPr sz="1050" b="0" i="0" dirty="0">
                <a:solidFill>
                  <a:srgbClr val="2A2A2A"/>
                </a:solidFill>
                <a:latin typeface="Segoe UI"/>
              </a:rPr>
              <a:t> Prometheus con dashboards Grafana. MCP Web Services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el</a:t>
            </a:r>
            <a:r>
              <a:rPr sz="1050" b="0" i="0" dirty="0">
                <a:solidFill>
                  <a:srgbClr val="2A2A2A"/>
                </a:solidFill>
                <a:latin typeface="Segoe UI"/>
              </a:rPr>
              <a:t> roadmap.</a:t>
            </a:r>
          </a:p>
        </p:txBody>
      </p:sp>
      <p:pic>
        <p:nvPicPr>
          <p:cNvPr id="21" name="Imagen 20" descr="Imagen que contiene Forma&#10;&#10;El contenido generado por IA puede ser incorrecto.">
            <a:extLst>
              <a:ext uri="{FF2B5EF4-FFF2-40B4-BE49-F238E27FC236}">
                <a16:creationId xmlns:a16="http://schemas.microsoft.com/office/drawing/2014/main" id="{5CEB3266-2A03-26D3-2106-11E0F1AA9873}"/>
              </a:ext>
            </a:extLst>
          </p:cNvPr>
          <p:cNvPicPr>
            <a:picLocks noChangeAspect="1"/>
          </p:cNvPicPr>
          <p:nvPr/>
        </p:nvPicPr>
        <p:blipFill>
          <a:blip r:embed="rId2">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822960"/>
          </a:xfrm>
          <a:prstGeom prst="rect">
            <a:avLst/>
          </a:prstGeom>
          <a:noFill/>
        </p:spPr>
        <p:txBody>
          <a:bodyPr wrap="square" lIns="0" tIns="0" rIns="0" bIns="0" anchor="t">
            <a:spAutoFit/>
          </a:bodyPr>
          <a:lstStyle/>
          <a:p>
            <a:pPr algn="l">
              <a:lnSpc>
                <a:spcPct val="115000"/>
              </a:lnSpc>
            </a:pPr>
            <a:r>
              <a:rPr sz="4200" b="0" i="0">
                <a:solidFill>
                  <a:srgbClr val="114A5C"/>
                </a:solidFill>
                <a:latin typeface="Segoe UI Light"/>
              </a:rPr>
              <a:t>Servicios</a:t>
            </a: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4</a:t>
            </a:r>
          </a:p>
        </p:txBody>
      </p:sp>
      <p:sp>
        <p:nvSpPr>
          <p:cNvPr id="8" name="TextBox 7"/>
          <p:cNvSpPr txBox="1"/>
          <p:nvPr/>
        </p:nvSpPr>
        <p:spPr>
          <a:xfrm>
            <a:off x="502920" y="2194560"/>
            <a:ext cx="3291840" cy="457200"/>
          </a:xfrm>
          <a:prstGeom prst="rect">
            <a:avLst/>
          </a:prstGeom>
          <a:noFill/>
        </p:spPr>
        <p:txBody>
          <a:bodyPr wrap="square" lIns="0" tIns="0" rIns="0" bIns="0" anchor="t">
            <a:spAutoFit/>
          </a:bodyPr>
          <a:lstStyle/>
          <a:p>
            <a:pPr algn="l">
              <a:lnSpc>
                <a:spcPct val="115000"/>
              </a:lnSpc>
            </a:pPr>
            <a:r>
              <a:rPr sz="2200" b="1" i="0">
                <a:solidFill>
                  <a:srgbClr val="114A5C"/>
                </a:solidFill>
                <a:latin typeface="Segoe UI Semibold"/>
              </a:rPr>
              <a:t>Servicios Profesionales</a:t>
            </a:r>
          </a:p>
        </p:txBody>
      </p:sp>
      <p:sp>
        <p:nvSpPr>
          <p:cNvPr id="9" name="TextBox 8"/>
          <p:cNvSpPr txBox="1"/>
          <p:nvPr/>
        </p:nvSpPr>
        <p:spPr>
          <a:xfrm>
            <a:off x="502920" y="2743200"/>
            <a:ext cx="3291840" cy="2201757"/>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Four J</a:t>
            </a:r>
            <a:r>
              <a:rPr lang="es-MX" sz="1050" b="0" i="0" dirty="0">
                <a:solidFill>
                  <a:srgbClr val="2A2A2A"/>
                </a:solidFill>
                <a:latin typeface="Segoe UI"/>
              </a:rPr>
              <a:t> S</a:t>
            </a:r>
            <a:r>
              <a:rPr sz="1050" b="0" i="0" dirty="0">
                <a:solidFill>
                  <a:srgbClr val="2A2A2A"/>
                </a:solidFill>
                <a:latin typeface="Segoe UI"/>
              </a:rPr>
              <a:t> </a:t>
            </a:r>
            <a:r>
              <a:rPr sz="1050" b="0" i="0" dirty="0" err="1">
                <a:solidFill>
                  <a:srgbClr val="2A2A2A"/>
                </a:solidFill>
                <a:latin typeface="Segoe UI"/>
              </a:rPr>
              <a:t>Servicios</a:t>
            </a:r>
            <a:r>
              <a:rPr sz="1050" b="0" i="0" dirty="0">
                <a:solidFill>
                  <a:srgbClr val="2A2A2A"/>
                </a:solidFill>
                <a:latin typeface="Segoe UI"/>
              </a:rPr>
              <a:t> </a:t>
            </a:r>
            <a:r>
              <a:rPr sz="1050" b="0" i="0" dirty="0" err="1">
                <a:solidFill>
                  <a:srgbClr val="2A2A2A"/>
                </a:solidFill>
                <a:latin typeface="Segoe UI"/>
              </a:rPr>
              <a:t>Profesionales</a:t>
            </a:r>
            <a:r>
              <a:rPr sz="1050" b="0" i="0" dirty="0">
                <a:solidFill>
                  <a:srgbClr val="2A2A2A"/>
                </a:solidFill>
                <a:latin typeface="Segoe UI"/>
              </a:rPr>
              <a:t> </a:t>
            </a:r>
            <a:r>
              <a:rPr sz="1050" b="0" i="0" dirty="0" err="1">
                <a:solidFill>
                  <a:srgbClr val="2A2A2A"/>
                </a:solidFill>
                <a:latin typeface="Segoe UI"/>
              </a:rPr>
              <a:t>cubre</a:t>
            </a:r>
            <a:r>
              <a:rPr sz="1050" b="0" i="0" dirty="0">
                <a:solidFill>
                  <a:srgbClr val="2A2A2A"/>
                </a:solidFill>
                <a:latin typeface="Segoe UI"/>
              </a:rPr>
              <a:t> </a:t>
            </a:r>
            <a:r>
              <a:rPr sz="1050" b="0" i="0" dirty="0" err="1">
                <a:solidFill>
                  <a:srgbClr val="2A2A2A"/>
                </a:solidFill>
                <a:latin typeface="Segoe UI"/>
              </a:rPr>
              <a:t>el</a:t>
            </a:r>
            <a:r>
              <a:rPr sz="1050" b="0" i="0" dirty="0">
                <a:solidFill>
                  <a:srgbClr val="2A2A2A"/>
                </a:solidFill>
                <a:latin typeface="Segoe UI"/>
              </a:rPr>
              <a:t> </a:t>
            </a:r>
            <a:r>
              <a:rPr sz="1050" b="0" i="0" dirty="0" err="1">
                <a:solidFill>
                  <a:srgbClr val="2A2A2A"/>
                </a:solidFill>
                <a:latin typeface="Segoe UI"/>
              </a:rPr>
              <a:t>ciclo</a:t>
            </a:r>
            <a:r>
              <a:rPr sz="1050" b="0" i="0" dirty="0">
                <a:solidFill>
                  <a:srgbClr val="2A2A2A"/>
                </a:solidFill>
                <a:latin typeface="Segoe UI"/>
              </a:rPr>
              <a:t> de </a:t>
            </a:r>
            <a:r>
              <a:rPr sz="1050" b="0" i="0" dirty="0" err="1">
                <a:solidFill>
                  <a:srgbClr val="2A2A2A"/>
                </a:solidFill>
                <a:latin typeface="Segoe UI"/>
              </a:rPr>
              <a:t>vida</a:t>
            </a:r>
            <a:r>
              <a:rPr sz="1050" b="0" i="0" dirty="0">
                <a:solidFill>
                  <a:srgbClr val="2A2A2A"/>
                </a:solidFill>
                <a:latin typeface="Segoe UI"/>
              </a:rPr>
              <a:t> </a:t>
            </a:r>
            <a:r>
              <a:rPr sz="1050" b="0" i="0" dirty="0" err="1">
                <a:solidFill>
                  <a:srgbClr val="2A2A2A"/>
                </a:solidFill>
                <a:latin typeface="Segoe UI"/>
              </a:rPr>
              <a:t>completo</a:t>
            </a:r>
            <a:r>
              <a:rPr sz="1050" b="0" i="0" dirty="0">
                <a:solidFill>
                  <a:srgbClr val="2A2A2A"/>
                </a:solidFill>
                <a:latin typeface="Segoe UI"/>
              </a:rPr>
              <a:t> de </a:t>
            </a:r>
            <a:r>
              <a:rPr sz="1050" b="0" i="0" dirty="0" err="1">
                <a:solidFill>
                  <a:srgbClr val="2A2A2A"/>
                </a:solidFill>
                <a:latin typeface="Segoe UI"/>
              </a:rPr>
              <a:t>tu</a:t>
            </a:r>
            <a:r>
              <a:rPr sz="1050" b="0" i="0" dirty="0">
                <a:solidFill>
                  <a:srgbClr val="2A2A2A"/>
                </a:solidFill>
                <a:latin typeface="Segoe UI"/>
              </a:rPr>
              <a:t> </a:t>
            </a:r>
            <a:r>
              <a:rPr sz="1050" b="0" i="0" dirty="0" err="1">
                <a:solidFill>
                  <a:srgbClr val="2A2A2A"/>
                </a:solidFill>
                <a:latin typeface="Segoe UI"/>
              </a:rPr>
              <a:t>aplicación</a:t>
            </a:r>
            <a:r>
              <a:rPr sz="1050" b="0" i="0" dirty="0">
                <a:solidFill>
                  <a:srgbClr val="2A2A2A"/>
                </a:solidFill>
                <a:latin typeface="Segoe UI"/>
              </a:rPr>
              <a:t> Genero — </a:t>
            </a:r>
            <a:r>
              <a:rPr sz="1050" b="0" i="0" dirty="0" err="1">
                <a:solidFill>
                  <a:srgbClr val="2A2A2A"/>
                </a:solidFill>
                <a:latin typeface="Segoe UI"/>
              </a:rPr>
              <a:t>desde</a:t>
            </a:r>
            <a:r>
              <a:rPr sz="1050" b="0" i="0" dirty="0">
                <a:solidFill>
                  <a:srgbClr val="2A2A2A"/>
                </a:solidFill>
                <a:latin typeface="Segoe UI"/>
              </a:rPr>
              <a:t> </a:t>
            </a:r>
            <a:r>
              <a:rPr sz="1050" b="0" i="0" dirty="0" err="1">
                <a:solidFill>
                  <a:srgbClr val="2A2A2A"/>
                </a:solidFill>
                <a:latin typeface="Segoe UI"/>
              </a:rPr>
              <a:t>planeación</a:t>
            </a:r>
            <a:r>
              <a:rPr sz="1050" b="0" i="0" dirty="0">
                <a:solidFill>
                  <a:srgbClr val="2A2A2A"/>
                </a:solidFill>
                <a:latin typeface="Segoe UI"/>
              </a:rPr>
              <a:t> y </a:t>
            </a:r>
            <a:r>
              <a:rPr sz="1050" b="0" i="0" dirty="0" err="1">
                <a:solidFill>
                  <a:srgbClr val="2A2A2A"/>
                </a:solidFill>
                <a:latin typeface="Segoe UI"/>
              </a:rPr>
              <a:t>desarrollo</a:t>
            </a:r>
            <a:r>
              <a:rPr sz="1050" b="0" i="0" dirty="0">
                <a:solidFill>
                  <a:srgbClr val="2A2A2A"/>
                </a:solidFill>
                <a:latin typeface="Segoe UI"/>
              </a:rPr>
              <a:t> hasta </a:t>
            </a:r>
            <a:r>
              <a:rPr sz="1050" b="0" i="0" dirty="0" err="1">
                <a:solidFill>
                  <a:srgbClr val="2A2A2A"/>
                </a:solidFill>
                <a:latin typeface="Segoe UI"/>
              </a:rPr>
              <a:t>modernización</a:t>
            </a:r>
            <a:r>
              <a:rPr sz="1050" b="0" i="0" dirty="0">
                <a:solidFill>
                  <a:srgbClr val="2A2A2A"/>
                </a:solidFill>
                <a:latin typeface="Segoe UI"/>
              </a:rPr>
              <a:t>, </a:t>
            </a:r>
            <a:r>
              <a:rPr sz="1050" b="0" i="0" dirty="0" err="1">
                <a:solidFill>
                  <a:srgbClr val="2A2A2A"/>
                </a:solidFill>
                <a:latin typeface="Segoe UI"/>
              </a:rPr>
              <a:t>migración</a:t>
            </a:r>
            <a:r>
              <a:rPr sz="1050" b="0" i="0" dirty="0">
                <a:solidFill>
                  <a:srgbClr val="2A2A2A"/>
                </a:solidFill>
                <a:latin typeface="Segoe UI"/>
              </a:rPr>
              <a:t> de bases de </a:t>
            </a:r>
            <a:r>
              <a:rPr sz="1050" b="0" i="0" dirty="0" err="1">
                <a:solidFill>
                  <a:srgbClr val="2A2A2A"/>
                </a:solidFill>
                <a:latin typeface="Segoe UI"/>
              </a:rPr>
              <a:t>datos</a:t>
            </a:r>
            <a:r>
              <a:rPr sz="1050" b="0" i="0" dirty="0">
                <a:solidFill>
                  <a:srgbClr val="2A2A2A"/>
                </a:solidFill>
                <a:latin typeface="Segoe UI"/>
              </a:rPr>
              <a:t>, </a:t>
            </a:r>
            <a:r>
              <a:rPr sz="1050" b="0" i="0" dirty="0" err="1">
                <a:solidFill>
                  <a:srgbClr val="2A2A2A"/>
                </a:solidFill>
                <a:latin typeface="Segoe UI"/>
              </a:rPr>
              <a:t>containerización</a:t>
            </a:r>
            <a:r>
              <a:rPr sz="1050" b="0" i="0" dirty="0">
                <a:solidFill>
                  <a:srgbClr val="2A2A2A"/>
                </a:solidFill>
                <a:latin typeface="Segoe UI"/>
              </a:rPr>
              <a:t> y </a:t>
            </a:r>
            <a:r>
              <a:rPr sz="1050" b="0" i="0" dirty="0" err="1">
                <a:solidFill>
                  <a:srgbClr val="2A2A2A"/>
                </a:solidFill>
                <a:latin typeface="Segoe UI"/>
              </a:rPr>
              <a:t>aseguramiento</a:t>
            </a:r>
            <a:r>
              <a:rPr sz="1050" b="0" i="0" dirty="0">
                <a:solidFill>
                  <a:srgbClr val="2A2A2A"/>
                </a:solidFill>
                <a:latin typeface="Segoe UI"/>
              </a:rPr>
              <a:t> de </a:t>
            </a:r>
            <a:r>
              <a:rPr sz="1050" b="0" i="0" dirty="0" err="1">
                <a:solidFill>
                  <a:srgbClr val="2A2A2A"/>
                </a:solidFill>
                <a:latin typeface="Segoe UI"/>
              </a:rPr>
              <a:t>calidad</a:t>
            </a:r>
            <a:r>
              <a:rPr sz="1050" b="0" i="0" dirty="0">
                <a:solidFill>
                  <a:srgbClr val="2A2A2A"/>
                </a:solidFill>
                <a:latin typeface="Segoe UI"/>
              </a:rPr>
              <a:t>.</a:t>
            </a:r>
          </a:p>
          <a:p>
            <a:pPr algn="l">
              <a:lnSpc>
                <a:spcPct val="125000"/>
              </a:lnSpc>
            </a:pPr>
            <a:endParaRPr sz="1050" b="0" i="0" dirty="0">
              <a:solidFill>
                <a:srgbClr val="2A2A2A"/>
              </a:solidFill>
              <a:latin typeface="Segoe UI"/>
            </a:endParaRPr>
          </a:p>
          <a:p>
            <a:pPr algn="l">
              <a:lnSpc>
                <a:spcPct val="125000"/>
              </a:lnSpc>
            </a:pPr>
            <a:r>
              <a:rPr sz="1050" b="0" i="0" dirty="0">
                <a:solidFill>
                  <a:srgbClr val="2A2A2A"/>
                </a:solidFill>
                <a:latin typeface="Segoe UI"/>
              </a:rPr>
              <a:t>Ya sea que </a:t>
            </a:r>
            <a:r>
              <a:rPr sz="1050" b="0" i="0" dirty="0" err="1">
                <a:solidFill>
                  <a:srgbClr val="2A2A2A"/>
                </a:solidFill>
                <a:latin typeface="Segoe UI"/>
              </a:rPr>
              <a:t>necesites</a:t>
            </a:r>
            <a:r>
              <a:rPr sz="1050" b="0" i="0" dirty="0">
                <a:solidFill>
                  <a:srgbClr val="2A2A2A"/>
                </a:solidFill>
                <a:latin typeface="Segoe UI"/>
              </a:rPr>
              <a:t> extender </a:t>
            </a:r>
            <a:r>
              <a:rPr sz="1050" b="0" i="0" dirty="0" err="1">
                <a:solidFill>
                  <a:srgbClr val="2A2A2A"/>
                </a:solidFill>
                <a:latin typeface="Segoe UI"/>
              </a:rPr>
              <a:t>funcionalidad</a:t>
            </a:r>
            <a:r>
              <a:rPr sz="1050" b="0" i="0" dirty="0">
                <a:solidFill>
                  <a:srgbClr val="2A2A2A"/>
                </a:solidFill>
                <a:latin typeface="Segoe UI"/>
              </a:rPr>
              <a:t> </a:t>
            </a:r>
            <a:r>
              <a:rPr sz="1050" b="0" i="0" dirty="0" err="1">
                <a:solidFill>
                  <a:srgbClr val="2A2A2A"/>
                </a:solidFill>
                <a:latin typeface="Segoe UI"/>
              </a:rPr>
              <a:t>existente</a:t>
            </a:r>
            <a:r>
              <a:rPr sz="1050" b="0" i="0" dirty="0">
                <a:solidFill>
                  <a:srgbClr val="2A2A2A"/>
                </a:solidFill>
                <a:latin typeface="Segoe UI"/>
              </a:rPr>
              <a:t>, </a:t>
            </a:r>
            <a:r>
              <a:rPr sz="1050" b="0" i="0" dirty="0" err="1">
                <a:solidFill>
                  <a:srgbClr val="2A2A2A"/>
                </a:solidFill>
                <a:latin typeface="Segoe UI"/>
              </a:rPr>
              <a:t>actualizar</a:t>
            </a:r>
            <a:r>
              <a:rPr sz="1050" b="0" i="0" dirty="0">
                <a:solidFill>
                  <a:srgbClr val="2A2A2A"/>
                </a:solidFill>
                <a:latin typeface="Segoe UI"/>
              </a:rPr>
              <a:t> </a:t>
            </a:r>
            <a:r>
              <a:rPr sz="1050" b="0" i="0" dirty="0" err="1">
                <a:solidFill>
                  <a:srgbClr val="2A2A2A"/>
                </a:solidFill>
                <a:latin typeface="Segoe UI"/>
              </a:rPr>
              <a:t>tu</a:t>
            </a:r>
            <a:r>
              <a:rPr sz="1050" b="0" i="0" dirty="0">
                <a:solidFill>
                  <a:srgbClr val="2A2A2A"/>
                </a:solidFill>
                <a:latin typeface="Segoe UI"/>
              </a:rPr>
              <a:t> </a:t>
            </a:r>
            <a:r>
              <a:rPr sz="1050" b="0" i="0" dirty="0" err="1">
                <a:solidFill>
                  <a:srgbClr val="2A2A2A"/>
                </a:solidFill>
                <a:latin typeface="Segoe UI"/>
              </a:rPr>
              <a:t>plataforma</a:t>
            </a:r>
            <a:r>
              <a:rPr sz="1050" b="0" i="0" dirty="0">
                <a:solidFill>
                  <a:srgbClr val="2A2A2A"/>
                </a:solidFill>
                <a:latin typeface="Segoe UI"/>
              </a:rPr>
              <a:t> o </a:t>
            </a:r>
            <a:r>
              <a:rPr sz="1050" b="0" i="0" dirty="0" err="1">
                <a:solidFill>
                  <a:srgbClr val="2A2A2A"/>
                </a:solidFill>
                <a:latin typeface="Segoe UI"/>
              </a:rPr>
              <a:t>incorporar</a:t>
            </a:r>
            <a:r>
              <a:rPr sz="1050" b="0" i="0" dirty="0">
                <a:solidFill>
                  <a:srgbClr val="2A2A2A"/>
                </a:solidFill>
                <a:latin typeface="Segoe UI"/>
              </a:rPr>
              <a:t> </a:t>
            </a:r>
            <a:r>
              <a:rPr sz="1050" b="0" i="0" dirty="0" err="1">
                <a:solidFill>
                  <a:srgbClr val="2A2A2A"/>
                </a:solidFill>
                <a:latin typeface="Segoe UI"/>
              </a:rPr>
              <a:t>pruebas</a:t>
            </a:r>
            <a:r>
              <a:rPr sz="1050" b="0" i="0" dirty="0">
                <a:solidFill>
                  <a:srgbClr val="2A2A2A"/>
                </a:solidFill>
                <a:latin typeface="Segoe UI"/>
              </a:rPr>
              <a:t> </a:t>
            </a:r>
            <a:r>
              <a:rPr sz="1050" b="0" i="0" dirty="0" err="1">
                <a:solidFill>
                  <a:srgbClr val="2A2A2A"/>
                </a:solidFill>
                <a:latin typeface="Segoe UI"/>
              </a:rPr>
              <a:t>automatizadas</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tu</a:t>
            </a:r>
            <a:r>
              <a:rPr sz="1050" b="0" i="0" dirty="0">
                <a:solidFill>
                  <a:srgbClr val="2A2A2A"/>
                </a:solidFill>
                <a:latin typeface="Segoe UI"/>
              </a:rPr>
              <a:t> </a:t>
            </a:r>
            <a:r>
              <a:rPr sz="1050" b="0" i="0" dirty="0" err="1">
                <a:solidFill>
                  <a:srgbClr val="2A2A2A"/>
                </a:solidFill>
                <a:latin typeface="Segoe UI"/>
              </a:rPr>
              <a:t>ciclo</a:t>
            </a:r>
            <a:r>
              <a:rPr sz="1050" b="0" i="0" dirty="0">
                <a:solidFill>
                  <a:srgbClr val="2A2A2A"/>
                </a:solidFill>
                <a:latin typeface="Segoe UI"/>
              </a:rPr>
              <a:t> de </a:t>
            </a:r>
            <a:r>
              <a:rPr sz="1050" b="0" i="0" dirty="0" err="1">
                <a:solidFill>
                  <a:srgbClr val="2A2A2A"/>
                </a:solidFill>
                <a:latin typeface="Segoe UI"/>
              </a:rPr>
              <a:t>liberación</a:t>
            </a:r>
            <a:r>
              <a:rPr sz="1050" b="0" i="0" dirty="0">
                <a:solidFill>
                  <a:srgbClr val="2A2A2A"/>
                </a:solidFill>
                <a:latin typeface="Segoe UI"/>
              </a:rPr>
              <a:t>, </a:t>
            </a:r>
            <a:r>
              <a:rPr sz="1050" b="0" i="0" dirty="0" err="1">
                <a:solidFill>
                  <a:srgbClr val="2A2A2A"/>
                </a:solidFill>
                <a:latin typeface="Segoe UI"/>
              </a:rPr>
              <a:t>nuestro</a:t>
            </a:r>
            <a:r>
              <a:rPr sz="1050" b="0" i="0" dirty="0">
                <a:solidFill>
                  <a:srgbClr val="2A2A2A"/>
                </a:solidFill>
                <a:latin typeface="Segoe UI"/>
              </a:rPr>
              <a:t> </a:t>
            </a:r>
            <a:r>
              <a:rPr sz="1050" b="0" i="0" dirty="0" err="1">
                <a:solidFill>
                  <a:srgbClr val="2A2A2A"/>
                </a:solidFill>
                <a:latin typeface="Segoe UI"/>
              </a:rPr>
              <a:t>equipo</a:t>
            </a:r>
            <a:r>
              <a:rPr sz="1050" b="0" i="0" dirty="0">
                <a:solidFill>
                  <a:srgbClr val="2A2A2A"/>
                </a:solidFill>
                <a:latin typeface="Segoe UI"/>
              </a:rPr>
              <a:t> se </a:t>
            </a:r>
            <a:r>
              <a:rPr sz="1050" b="0" i="0" dirty="0" err="1">
                <a:solidFill>
                  <a:srgbClr val="2A2A2A"/>
                </a:solidFill>
                <a:latin typeface="Segoe UI"/>
              </a:rPr>
              <a:t>involucra</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tus</a:t>
            </a:r>
            <a:r>
              <a:rPr sz="1050" b="0" i="0" dirty="0">
                <a:solidFill>
                  <a:srgbClr val="2A2A2A"/>
                </a:solidFill>
                <a:latin typeface="Segoe UI"/>
              </a:rPr>
              <a:t> </a:t>
            </a:r>
            <a:r>
              <a:rPr sz="1050" b="0" i="0" dirty="0" err="1">
                <a:solidFill>
                  <a:srgbClr val="2A2A2A"/>
                </a:solidFill>
                <a:latin typeface="Segoe UI"/>
              </a:rPr>
              <a:t>términos</a:t>
            </a:r>
            <a:r>
              <a:rPr sz="1050" b="0" i="0" dirty="0">
                <a:solidFill>
                  <a:srgbClr val="2A2A2A"/>
                </a:solidFill>
                <a:latin typeface="Segoe UI"/>
              </a:rPr>
              <a:t>. </a:t>
            </a:r>
            <a:r>
              <a:rPr sz="1050" b="0" i="0" dirty="0" err="1">
                <a:solidFill>
                  <a:srgbClr val="2A2A2A"/>
                </a:solidFill>
                <a:latin typeface="Segoe UI"/>
              </a:rPr>
              <a:t>Expertos</a:t>
            </a:r>
            <a:r>
              <a:rPr sz="1050" b="0" i="0" dirty="0">
                <a:solidFill>
                  <a:srgbClr val="2A2A2A"/>
                </a:solidFill>
                <a:latin typeface="Segoe UI"/>
              </a:rPr>
              <a:t> </a:t>
            </a:r>
            <a:r>
              <a:rPr sz="1050" b="0" i="0" dirty="0" err="1">
                <a:solidFill>
                  <a:srgbClr val="2A2A2A"/>
                </a:solidFill>
                <a:latin typeface="Segoe UI"/>
              </a:rPr>
              <a:t>certificados</a:t>
            </a:r>
            <a:r>
              <a:rPr sz="1050" b="0" i="0" dirty="0">
                <a:solidFill>
                  <a:srgbClr val="2A2A2A"/>
                </a:solidFill>
                <a:latin typeface="Segoe UI"/>
              </a:rPr>
              <a:t> </a:t>
            </a:r>
            <a:r>
              <a:rPr sz="1050" b="0" i="0" dirty="0" err="1">
                <a:solidFill>
                  <a:srgbClr val="2A2A2A"/>
                </a:solidFill>
                <a:latin typeface="Segoe UI"/>
              </a:rPr>
              <a:t>por</a:t>
            </a:r>
            <a:r>
              <a:rPr sz="1050" b="0" i="0" dirty="0">
                <a:solidFill>
                  <a:srgbClr val="2A2A2A"/>
                </a:solidFill>
                <a:latin typeface="Segoe UI"/>
              </a:rPr>
              <a:t> la </a:t>
            </a:r>
            <a:r>
              <a:rPr sz="1050" b="0" i="0" dirty="0" err="1">
                <a:solidFill>
                  <a:srgbClr val="2A2A2A"/>
                </a:solidFill>
                <a:latin typeface="Segoe UI"/>
              </a:rPr>
              <a:t>industria</a:t>
            </a:r>
            <a:r>
              <a:rPr sz="1050" b="0" i="0" dirty="0">
                <a:solidFill>
                  <a:srgbClr val="2A2A2A"/>
                </a:solidFill>
                <a:latin typeface="Segoe UI"/>
              </a:rPr>
              <a:t>, </a:t>
            </a:r>
            <a:r>
              <a:rPr sz="1050" b="0" i="0" dirty="0" err="1">
                <a:solidFill>
                  <a:srgbClr val="2A2A2A"/>
                </a:solidFill>
                <a:latin typeface="Segoe UI"/>
              </a:rPr>
              <a:t>presencia</a:t>
            </a:r>
            <a:r>
              <a:rPr sz="1050" b="0" i="0" dirty="0">
                <a:solidFill>
                  <a:srgbClr val="2A2A2A"/>
                </a:solidFill>
                <a:latin typeface="Segoe UI"/>
              </a:rPr>
              <a:t> global y </a:t>
            </a:r>
            <a:r>
              <a:rPr sz="1050" b="0" i="0" dirty="0" err="1">
                <a:solidFill>
                  <a:srgbClr val="2A2A2A"/>
                </a:solidFill>
                <a:latin typeface="Segoe UI"/>
              </a:rPr>
              <a:t>trayectoria</a:t>
            </a:r>
            <a:r>
              <a:rPr sz="1050" b="0" i="0" dirty="0">
                <a:solidFill>
                  <a:srgbClr val="2A2A2A"/>
                </a:solidFill>
                <a:latin typeface="Segoe UI"/>
              </a:rPr>
              <a:t> </a:t>
            </a:r>
            <a:r>
              <a:rPr sz="1050" b="0" i="0" dirty="0" err="1">
                <a:solidFill>
                  <a:srgbClr val="2A2A2A"/>
                </a:solidFill>
                <a:latin typeface="Segoe UI"/>
              </a:rPr>
              <a:t>comprobada</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entornos</a:t>
            </a:r>
            <a:r>
              <a:rPr sz="1050" b="0" i="0" dirty="0">
                <a:solidFill>
                  <a:srgbClr val="2A2A2A"/>
                </a:solidFill>
                <a:latin typeface="Segoe UI"/>
              </a:rPr>
              <a:t> de </a:t>
            </a:r>
            <a:r>
              <a:rPr sz="1050" b="0" i="0" dirty="0" err="1">
                <a:solidFill>
                  <a:srgbClr val="2A2A2A"/>
                </a:solidFill>
                <a:latin typeface="Segoe UI"/>
              </a:rPr>
              <a:t>misión</a:t>
            </a:r>
            <a:r>
              <a:rPr sz="1050" b="0" i="0" dirty="0">
                <a:solidFill>
                  <a:srgbClr val="2A2A2A"/>
                </a:solidFill>
                <a:latin typeface="Segoe UI"/>
              </a:rPr>
              <a:t> </a:t>
            </a:r>
            <a:r>
              <a:rPr sz="1050" b="0" i="0" dirty="0" err="1">
                <a:solidFill>
                  <a:srgbClr val="2A2A2A"/>
                </a:solidFill>
                <a:latin typeface="Segoe UI"/>
              </a:rPr>
              <a:t>crítica</a:t>
            </a:r>
            <a:r>
              <a:rPr sz="1050" b="0" i="0" dirty="0">
                <a:solidFill>
                  <a:srgbClr val="2A2A2A"/>
                </a:solidFill>
                <a:latin typeface="Segoe UI"/>
              </a:rPr>
              <a:t>.</a:t>
            </a:r>
          </a:p>
        </p:txBody>
      </p:sp>
      <p:sp>
        <p:nvSpPr>
          <p:cNvPr id="10" name="TextBox 9"/>
          <p:cNvSpPr txBox="1"/>
          <p:nvPr/>
        </p:nvSpPr>
        <p:spPr>
          <a:xfrm>
            <a:off x="3977640" y="2194560"/>
            <a:ext cx="3291840" cy="457200"/>
          </a:xfrm>
          <a:prstGeom prst="rect">
            <a:avLst/>
          </a:prstGeom>
          <a:noFill/>
        </p:spPr>
        <p:txBody>
          <a:bodyPr wrap="square" lIns="0" tIns="0" rIns="0" bIns="0" anchor="t">
            <a:spAutoFit/>
          </a:bodyPr>
          <a:lstStyle/>
          <a:p>
            <a:pPr algn="l">
              <a:lnSpc>
                <a:spcPct val="115000"/>
              </a:lnSpc>
            </a:pPr>
            <a:r>
              <a:rPr sz="2200" b="1" i="0">
                <a:solidFill>
                  <a:srgbClr val="114A5C"/>
                </a:solidFill>
                <a:latin typeface="Segoe UI Semibold"/>
              </a:rPr>
              <a:t>Atención al Cliente</a:t>
            </a:r>
          </a:p>
        </p:txBody>
      </p:sp>
      <p:sp>
        <p:nvSpPr>
          <p:cNvPr id="11" name="TextBox 10"/>
          <p:cNvSpPr txBox="1"/>
          <p:nvPr/>
        </p:nvSpPr>
        <p:spPr>
          <a:xfrm>
            <a:off x="3977640" y="2743200"/>
            <a:ext cx="3291840" cy="320040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Cuando eliges Genero, no solo estás invirtiendo en una plataforma; estás obteniendo un socio de por vida dedicado a tu éxito operativo. Nuestra red global de Customer Care combina más de 30 años de experiencia técnica con presencia local dedicada, para que nunca tengas que enfrentar un reto de misión crítica en soledad.</a:t>
            </a:r>
          </a:p>
          <a:p>
            <a:pPr algn="l">
              <a:lnSpc>
                <a:spcPct val="125000"/>
              </a:lnSpc>
            </a:pPr>
            <a:endParaRPr sz="1050" b="0" i="0">
              <a:solidFill>
                <a:srgbClr val="2A2A2A"/>
              </a:solidFill>
              <a:latin typeface="Segoe UI"/>
            </a:endParaRPr>
          </a:p>
          <a:p>
            <a:pPr algn="l">
              <a:lnSpc>
                <a:spcPct val="125000"/>
              </a:lnSpc>
            </a:pPr>
            <a:r>
              <a:rPr sz="1050" b="0" i="0">
                <a:solidFill>
                  <a:srgbClr val="2A2A2A"/>
                </a:solidFill>
                <a:latin typeface="Segoe UI"/>
              </a:rPr>
              <a:t>Respaldamos nuestra promesa de proteger el ADN de tu negocio, brindando el soporte de grado industrial requerido para mantener tus sistemas operando de forma confiable, segura y sin interrupciones.</a:t>
            </a:r>
          </a:p>
        </p:txBody>
      </p:sp>
      <p:sp>
        <p:nvSpPr>
          <p:cNvPr id="12" name="Rectangle 11"/>
          <p:cNvSpPr/>
          <p:nvPr/>
        </p:nvSpPr>
        <p:spPr>
          <a:xfrm>
            <a:off x="0" y="7680960"/>
            <a:ext cx="7772400" cy="237744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7955279"/>
            <a:ext cx="6766560" cy="548640"/>
          </a:xfrm>
          <a:prstGeom prst="rect">
            <a:avLst/>
          </a:prstGeom>
          <a:noFill/>
        </p:spPr>
        <p:txBody>
          <a:bodyPr wrap="square" lIns="0" tIns="0" rIns="0" bIns="0" anchor="t">
            <a:spAutoFit/>
          </a:bodyPr>
          <a:lstStyle/>
          <a:p>
            <a:pPr algn="l">
              <a:lnSpc>
                <a:spcPct val="115000"/>
              </a:lnSpc>
            </a:pPr>
            <a:r>
              <a:rPr sz="2600" b="0" i="0">
                <a:solidFill>
                  <a:srgbClr val="FFFFFF"/>
                </a:solidFill>
                <a:latin typeface="Segoe UI Light"/>
              </a:rPr>
              <a:t>Un socio. Cada etapa.</a:t>
            </a:r>
          </a:p>
        </p:txBody>
      </p:sp>
      <p:sp>
        <p:nvSpPr>
          <p:cNvPr id="14" name="TextBox 13"/>
          <p:cNvSpPr txBox="1"/>
          <p:nvPr/>
        </p:nvSpPr>
        <p:spPr>
          <a:xfrm>
            <a:off x="502920" y="8549640"/>
            <a:ext cx="6766560" cy="618824"/>
          </a:xfrm>
          <a:prstGeom prst="rect">
            <a:avLst/>
          </a:prstGeom>
          <a:noFill/>
        </p:spPr>
        <p:txBody>
          <a:bodyPr wrap="square" lIns="0" tIns="0" rIns="0" bIns="0" anchor="t">
            <a:spAutoFit/>
          </a:bodyPr>
          <a:lstStyle/>
          <a:p>
            <a:pPr algn="l">
              <a:lnSpc>
                <a:spcPct val="115000"/>
              </a:lnSpc>
            </a:pPr>
            <a:r>
              <a:rPr sz="1200" b="0" i="1" dirty="0" err="1">
                <a:solidFill>
                  <a:srgbClr val="FFFFFF"/>
                </a:solidFill>
                <a:latin typeface="Segoe UI"/>
              </a:rPr>
              <a:t>Desde</a:t>
            </a:r>
            <a:r>
              <a:rPr sz="1200" b="0" i="1" dirty="0">
                <a:solidFill>
                  <a:srgbClr val="FFFFFF"/>
                </a:solidFill>
                <a:latin typeface="Segoe UI"/>
              </a:rPr>
              <a:t> la </a:t>
            </a:r>
            <a:r>
              <a:rPr sz="1200" b="0" i="1" dirty="0" err="1">
                <a:solidFill>
                  <a:srgbClr val="FFFFFF"/>
                </a:solidFill>
                <a:latin typeface="Segoe UI"/>
              </a:rPr>
              <a:t>modernización</a:t>
            </a:r>
            <a:r>
              <a:rPr sz="1200" b="0" i="1" dirty="0">
                <a:solidFill>
                  <a:srgbClr val="FFFFFF"/>
                </a:solidFill>
                <a:latin typeface="Segoe UI"/>
              </a:rPr>
              <a:t> </a:t>
            </a:r>
            <a:r>
              <a:rPr sz="1200" b="0" i="1" dirty="0" err="1">
                <a:solidFill>
                  <a:srgbClr val="FFFFFF"/>
                </a:solidFill>
                <a:latin typeface="Segoe UI"/>
              </a:rPr>
              <a:t>inicial</a:t>
            </a:r>
            <a:r>
              <a:rPr sz="1200" b="0" i="1" dirty="0">
                <a:solidFill>
                  <a:srgbClr val="FFFFFF"/>
                </a:solidFill>
                <a:latin typeface="Segoe UI"/>
              </a:rPr>
              <a:t> hasta la </a:t>
            </a:r>
            <a:r>
              <a:rPr sz="1200" b="0" i="1" dirty="0" err="1">
                <a:solidFill>
                  <a:srgbClr val="FFFFFF"/>
                </a:solidFill>
                <a:latin typeface="Segoe UI"/>
              </a:rPr>
              <a:t>evolución</a:t>
            </a:r>
            <a:r>
              <a:rPr sz="1200" b="0" i="1" dirty="0">
                <a:solidFill>
                  <a:srgbClr val="FFFFFF"/>
                </a:solidFill>
                <a:latin typeface="Segoe UI"/>
              </a:rPr>
              <a:t> a largo </a:t>
            </a:r>
            <a:r>
              <a:rPr sz="1200" b="0" i="1" dirty="0" err="1">
                <a:solidFill>
                  <a:srgbClr val="FFFFFF"/>
                </a:solidFill>
                <a:latin typeface="Segoe UI"/>
              </a:rPr>
              <a:t>plazo</a:t>
            </a:r>
            <a:r>
              <a:rPr sz="1200" b="0" i="1" dirty="0">
                <a:solidFill>
                  <a:srgbClr val="FFFFFF"/>
                </a:solidFill>
                <a:latin typeface="Segoe UI"/>
              </a:rPr>
              <a:t>, Four J</a:t>
            </a:r>
            <a:r>
              <a:rPr lang="es-MX" sz="1200" b="0" i="1" dirty="0">
                <a:solidFill>
                  <a:srgbClr val="FFFFFF"/>
                </a:solidFill>
                <a:latin typeface="Segoe UI"/>
              </a:rPr>
              <a:t> S </a:t>
            </a:r>
            <a:r>
              <a:rPr sz="1200" b="0" i="1" dirty="0" err="1">
                <a:solidFill>
                  <a:srgbClr val="FFFFFF"/>
                </a:solidFill>
                <a:latin typeface="Segoe UI"/>
              </a:rPr>
              <a:t>combina</a:t>
            </a:r>
            <a:r>
              <a:rPr sz="1200" b="0" i="1" dirty="0">
                <a:solidFill>
                  <a:srgbClr val="FFFFFF"/>
                </a:solidFill>
                <a:latin typeface="Segoe UI"/>
              </a:rPr>
              <a:t> un runtime global y un roadmap de </a:t>
            </a:r>
            <a:r>
              <a:rPr sz="1200" b="0" i="1" dirty="0" err="1">
                <a:solidFill>
                  <a:srgbClr val="FFFFFF"/>
                </a:solidFill>
                <a:latin typeface="Segoe UI"/>
              </a:rPr>
              <a:t>producto</a:t>
            </a:r>
            <a:r>
              <a:rPr sz="1200" b="0" i="1" dirty="0">
                <a:solidFill>
                  <a:srgbClr val="FFFFFF"/>
                </a:solidFill>
                <a:latin typeface="Segoe UI"/>
              </a:rPr>
              <a:t> con </a:t>
            </a:r>
            <a:r>
              <a:rPr sz="1200" b="0" i="1" dirty="0" err="1">
                <a:solidFill>
                  <a:srgbClr val="FFFFFF"/>
                </a:solidFill>
                <a:latin typeface="Segoe UI"/>
              </a:rPr>
              <a:t>entrega</a:t>
            </a:r>
            <a:r>
              <a:rPr sz="1200" b="0" i="1" dirty="0">
                <a:solidFill>
                  <a:srgbClr val="FFFFFF"/>
                </a:solidFill>
                <a:latin typeface="Segoe UI"/>
              </a:rPr>
              <a:t> local </a:t>
            </a:r>
            <a:r>
              <a:rPr sz="1200" b="0" i="1" dirty="0" err="1">
                <a:solidFill>
                  <a:srgbClr val="FFFFFF"/>
                </a:solidFill>
                <a:latin typeface="Segoe UI"/>
              </a:rPr>
              <a:t>certificada</a:t>
            </a:r>
            <a:r>
              <a:rPr sz="1200" b="0" i="1" dirty="0">
                <a:solidFill>
                  <a:srgbClr val="FFFFFF"/>
                </a:solidFill>
                <a:latin typeface="Segoe UI"/>
              </a:rPr>
              <a:t> </a:t>
            </a:r>
            <a:r>
              <a:rPr sz="1200" b="0" i="1" dirty="0" err="1">
                <a:solidFill>
                  <a:srgbClr val="FFFFFF"/>
                </a:solidFill>
                <a:latin typeface="Segoe UI"/>
              </a:rPr>
              <a:t>por</a:t>
            </a:r>
            <a:r>
              <a:rPr sz="1200" b="0" i="1" dirty="0">
                <a:solidFill>
                  <a:srgbClr val="FFFFFF"/>
                </a:solidFill>
                <a:latin typeface="Segoe UI"/>
              </a:rPr>
              <a:t> la </a:t>
            </a:r>
            <a:r>
              <a:rPr sz="1200" b="0" i="1" dirty="0" err="1">
                <a:solidFill>
                  <a:srgbClr val="FFFFFF"/>
                </a:solidFill>
                <a:latin typeface="Segoe UI"/>
              </a:rPr>
              <a:t>industria</a:t>
            </a:r>
            <a:r>
              <a:rPr sz="1200" b="0" i="1" dirty="0">
                <a:solidFill>
                  <a:srgbClr val="FFFFFF"/>
                </a:solidFill>
                <a:latin typeface="Segoe UI"/>
              </a:rPr>
              <a:t>. Tu </a:t>
            </a:r>
            <a:r>
              <a:rPr sz="1200" b="0" i="1" dirty="0" err="1">
                <a:solidFill>
                  <a:srgbClr val="FFFFFF"/>
                </a:solidFill>
                <a:latin typeface="Segoe UI"/>
              </a:rPr>
              <a:t>lógica</a:t>
            </a:r>
            <a:r>
              <a:rPr sz="1200" b="0" i="1" dirty="0">
                <a:solidFill>
                  <a:srgbClr val="FFFFFF"/>
                </a:solidFill>
                <a:latin typeface="Segoe UI"/>
              </a:rPr>
              <a:t> de </a:t>
            </a:r>
            <a:r>
              <a:rPr sz="1200" b="0" i="1" dirty="0" err="1">
                <a:solidFill>
                  <a:srgbClr val="FFFFFF"/>
                </a:solidFill>
                <a:latin typeface="Segoe UI"/>
              </a:rPr>
              <a:t>negocio</a:t>
            </a:r>
            <a:r>
              <a:rPr sz="1200" b="0" i="1" dirty="0">
                <a:solidFill>
                  <a:srgbClr val="FFFFFF"/>
                </a:solidFill>
                <a:latin typeface="Segoe UI"/>
              </a:rPr>
              <a:t> </a:t>
            </a:r>
            <a:r>
              <a:rPr sz="1200" b="0" i="1" dirty="0" err="1">
                <a:solidFill>
                  <a:srgbClr val="FFFFFF"/>
                </a:solidFill>
                <a:latin typeface="Segoe UI"/>
              </a:rPr>
              <a:t>sigue</a:t>
            </a:r>
            <a:r>
              <a:rPr sz="1200" b="0" i="1" dirty="0">
                <a:solidFill>
                  <a:srgbClr val="FFFFFF"/>
                </a:solidFill>
                <a:latin typeface="Segoe UI"/>
              </a:rPr>
              <a:t> </a:t>
            </a:r>
            <a:r>
              <a:rPr sz="1200" b="0" i="1" dirty="0" err="1">
                <a:solidFill>
                  <a:srgbClr val="FFFFFF"/>
                </a:solidFill>
                <a:latin typeface="Segoe UI"/>
              </a:rPr>
              <a:t>siendo</a:t>
            </a:r>
            <a:r>
              <a:rPr sz="1200" b="0" i="1" dirty="0">
                <a:solidFill>
                  <a:srgbClr val="FFFFFF"/>
                </a:solidFill>
                <a:latin typeface="Segoe UI"/>
              </a:rPr>
              <a:t> </a:t>
            </a:r>
            <a:r>
              <a:rPr sz="1200" b="0" i="1" dirty="0" err="1">
                <a:solidFill>
                  <a:srgbClr val="FFFFFF"/>
                </a:solidFill>
                <a:latin typeface="Segoe UI"/>
              </a:rPr>
              <a:t>tuya</a:t>
            </a:r>
            <a:r>
              <a:rPr sz="1200" b="0" i="1" dirty="0">
                <a:solidFill>
                  <a:srgbClr val="FFFFFF"/>
                </a:solidFill>
                <a:latin typeface="Segoe UI"/>
              </a:rPr>
              <a:t>; la </a:t>
            </a:r>
            <a:r>
              <a:rPr sz="1200" b="0" i="1" dirty="0" err="1">
                <a:solidFill>
                  <a:srgbClr val="FFFFFF"/>
                </a:solidFill>
                <a:latin typeface="Segoe UI"/>
              </a:rPr>
              <a:t>plataforma</a:t>
            </a:r>
            <a:r>
              <a:rPr sz="1200" b="0" i="1" dirty="0">
                <a:solidFill>
                  <a:srgbClr val="FFFFFF"/>
                </a:solidFill>
                <a:latin typeface="Segoe UI"/>
              </a:rPr>
              <a:t> </a:t>
            </a:r>
            <a:r>
              <a:rPr sz="1200" b="0" i="1" dirty="0" err="1">
                <a:solidFill>
                  <a:srgbClr val="FFFFFF"/>
                </a:solidFill>
                <a:latin typeface="Segoe UI"/>
              </a:rPr>
              <a:t>debajo</a:t>
            </a:r>
            <a:r>
              <a:rPr sz="1200" b="0" i="1" dirty="0">
                <a:solidFill>
                  <a:srgbClr val="FFFFFF"/>
                </a:solidFill>
                <a:latin typeface="Segoe UI"/>
              </a:rPr>
              <a:t> de </a:t>
            </a:r>
            <a:r>
              <a:rPr sz="1200" b="0" i="1" dirty="0" err="1">
                <a:solidFill>
                  <a:srgbClr val="FFFFFF"/>
                </a:solidFill>
                <a:latin typeface="Segoe UI"/>
              </a:rPr>
              <a:t>ella</a:t>
            </a:r>
            <a:r>
              <a:rPr sz="1200" b="0" i="1" dirty="0">
                <a:solidFill>
                  <a:srgbClr val="FFFFFF"/>
                </a:solidFill>
                <a:latin typeface="Segoe UI"/>
              </a:rPr>
              <a:t> </a:t>
            </a:r>
            <a:r>
              <a:rPr sz="1200" b="0" i="1" dirty="0" err="1">
                <a:solidFill>
                  <a:srgbClr val="FFFFFF"/>
                </a:solidFill>
                <a:latin typeface="Segoe UI"/>
              </a:rPr>
              <a:t>sigue</a:t>
            </a:r>
            <a:r>
              <a:rPr sz="1200" b="0" i="1" dirty="0">
                <a:solidFill>
                  <a:srgbClr val="FFFFFF"/>
                </a:solidFill>
                <a:latin typeface="Segoe UI"/>
              </a:rPr>
              <a:t> </a:t>
            </a:r>
            <a:r>
              <a:rPr sz="1200" b="0" i="1" dirty="0" err="1">
                <a:solidFill>
                  <a:srgbClr val="FFFFFF"/>
                </a:solidFill>
                <a:latin typeface="Segoe UI"/>
              </a:rPr>
              <a:t>mejorando</a:t>
            </a:r>
            <a:r>
              <a:rPr sz="1200" b="0" i="1" dirty="0">
                <a:solidFill>
                  <a:srgbClr val="FFFFFF"/>
                </a:solidFill>
                <a:latin typeface="Segoe UI"/>
              </a:rPr>
              <a:t>.</a:t>
            </a:r>
          </a:p>
        </p:txBody>
      </p:sp>
      <p:pic>
        <p:nvPicPr>
          <p:cNvPr id="15" name="Imagen 14" descr="Imagen que contiene Forma&#10;&#10;El contenido generado por IA puede ser incorrecto.">
            <a:extLst>
              <a:ext uri="{FF2B5EF4-FFF2-40B4-BE49-F238E27FC236}">
                <a16:creationId xmlns:a16="http://schemas.microsoft.com/office/drawing/2014/main" id="{CBC332A8-61E9-A8F6-092B-65576D87BD4C}"/>
              </a:ext>
            </a:extLst>
          </p:cNvPr>
          <p:cNvPicPr>
            <a:picLocks noChangeAspect="1"/>
          </p:cNvPicPr>
          <p:nvPr/>
        </p:nvPicPr>
        <p:blipFill>
          <a:blip r:embed="rId2">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679417"/>
          </a:xfrm>
          <a:prstGeom prst="rect">
            <a:avLst/>
          </a:prstGeom>
          <a:noFill/>
        </p:spPr>
        <p:txBody>
          <a:bodyPr wrap="square" lIns="0" tIns="0" rIns="0" bIns="0" anchor="t">
            <a:spAutoFit/>
          </a:bodyPr>
          <a:lstStyle/>
          <a:p>
            <a:pPr algn="l">
              <a:lnSpc>
                <a:spcPct val="115000"/>
              </a:lnSpc>
            </a:pPr>
            <a:r>
              <a:rPr sz="4200" b="0" i="0" dirty="0">
                <a:solidFill>
                  <a:srgbClr val="114A5C"/>
                </a:solidFill>
                <a:latin typeface="Segoe UI Light"/>
              </a:rPr>
              <a:t>Four J</a:t>
            </a:r>
            <a:r>
              <a:rPr lang="es-MX" sz="4200" b="0" i="0" dirty="0">
                <a:solidFill>
                  <a:srgbClr val="114A5C"/>
                </a:solidFill>
                <a:latin typeface="Segoe UI Light"/>
              </a:rPr>
              <a:t> S</a:t>
            </a:r>
            <a:r>
              <a:rPr sz="4200" b="0" i="0" dirty="0">
                <a:solidFill>
                  <a:srgbClr val="114A5C"/>
                </a:solidFill>
                <a:latin typeface="Segoe UI Light"/>
              </a:rPr>
              <a:t> </a:t>
            </a:r>
            <a:r>
              <a:rPr sz="4200" b="0" i="0" dirty="0" err="1">
                <a:solidFill>
                  <a:srgbClr val="114A5C"/>
                </a:solidFill>
                <a:latin typeface="Segoe UI Light"/>
              </a:rPr>
              <a:t>Latinoamérica</a:t>
            </a:r>
            <a:endParaRPr sz="4200" b="0" i="0" dirty="0">
              <a:solidFill>
                <a:srgbClr val="114A5C"/>
              </a:solidFill>
              <a:latin typeface="Segoe UI Light"/>
            </a:endParaRP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5</a:t>
            </a:r>
          </a:p>
        </p:txBody>
      </p:sp>
      <p:sp>
        <p:nvSpPr>
          <p:cNvPr id="8" name="TextBox 7"/>
          <p:cNvSpPr txBox="1"/>
          <p:nvPr/>
        </p:nvSpPr>
        <p:spPr>
          <a:xfrm>
            <a:off x="502920" y="2103120"/>
            <a:ext cx="6766560" cy="258853"/>
          </a:xfrm>
          <a:prstGeom prst="rect">
            <a:avLst/>
          </a:prstGeom>
          <a:noFill/>
        </p:spPr>
        <p:txBody>
          <a:bodyPr wrap="square" lIns="0" tIns="0" rIns="0" bIns="0" anchor="t">
            <a:spAutoFit/>
          </a:bodyPr>
          <a:lstStyle/>
          <a:p>
            <a:pPr algn="l">
              <a:lnSpc>
                <a:spcPct val="115000"/>
              </a:lnSpc>
            </a:pPr>
            <a:r>
              <a:rPr sz="1600" b="0" i="1" dirty="0">
                <a:solidFill>
                  <a:srgbClr val="114A5C"/>
                </a:solidFill>
                <a:latin typeface="Segoe UI Semibold"/>
              </a:rPr>
              <a:t>Tu </a:t>
            </a:r>
            <a:r>
              <a:rPr sz="1600" b="0" i="1" dirty="0" err="1">
                <a:solidFill>
                  <a:srgbClr val="114A5C"/>
                </a:solidFill>
                <a:latin typeface="Segoe UI Semibold"/>
              </a:rPr>
              <a:t>equipo</a:t>
            </a:r>
            <a:r>
              <a:rPr sz="1600" b="0" i="1" dirty="0">
                <a:solidFill>
                  <a:srgbClr val="114A5C"/>
                </a:solidFill>
                <a:latin typeface="Segoe UI Semibold"/>
              </a:rPr>
              <a:t> Four J</a:t>
            </a:r>
            <a:r>
              <a:rPr lang="es-MX" sz="1600" b="0" i="1" dirty="0">
                <a:solidFill>
                  <a:srgbClr val="114A5C"/>
                </a:solidFill>
                <a:latin typeface="Segoe UI Semibold"/>
              </a:rPr>
              <a:t> S</a:t>
            </a:r>
            <a:r>
              <a:rPr sz="1600" b="0" i="1" dirty="0">
                <a:solidFill>
                  <a:srgbClr val="114A5C"/>
                </a:solidFill>
                <a:latin typeface="Segoe UI Semibold"/>
              </a:rPr>
              <a:t> </a:t>
            </a:r>
            <a:r>
              <a:rPr sz="1600" b="0" i="1" dirty="0" err="1">
                <a:solidFill>
                  <a:srgbClr val="114A5C"/>
                </a:solidFill>
                <a:latin typeface="Segoe UI Semibold"/>
              </a:rPr>
              <a:t>en</a:t>
            </a:r>
            <a:r>
              <a:rPr sz="1600" b="0" i="1" dirty="0">
                <a:solidFill>
                  <a:srgbClr val="114A5C"/>
                </a:solidFill>
                <a:latin typeface="Segoe UI Semibold"/>
              </a:rPr>
              <a:t> México.</a:t>
            </a:r>
          </a:p>
        </p:txBody>
      </p:sp>
      <p:sp>
        <p:nvSpPr>
          <p:cNvPr id="9" name="TextBox 8"/>
          <p:cNvSpPr txBox="1"/>
          <p:nvPr/>
        </p:nvSpPr>
        <p:spPr>
          <a:xfrm>
            <a:off x="502920" y="2606040"/>
            <a:ext cx="6766560" cy="585930"/>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Four J</a:t>
            </a:r>
            <a:r>
              <a:rPr lang="es-MX" sz="1050" b="0" i="0" dirty="0">
                <a:solidFill>
                  <a:srgbClr val="2A2A2A"/>
                </a:solidFill>
                <a:latin typeface="Segoe UI"/>
              </a:rPr>
              <a:t> S </a:t>
            </a:r>
            <a:r>
              <a:rPr sz="1050" b="0" i="0" dirty="0">
                <a:solidFill>
                  <a:srgbClr val="2A2A2A"/>
                </a:solidFill>
                <a:latin typeface="Segoe UI"/>
              </a:rPr>
              <a:t>Development Tools </a:t>
            </a:r>
            <a:r>
              <a:rPr sz="1050" b="0" i="0" dirty="0" err="1">
                <a:solidFill>
                  <a:srgbClr val="2A2A2A"/>
                </a:solidFill>
                <a:latin typeface="Segoe UI"/>
              </a:rPr>
              <a:t>Latinoamérica</a:t>
            </a:r>
            <a:r>
              <a:rPr sz="1050" b="0" i="0" dirty="0">
                <a:solidFill>
                  <a:srgbClr val="2A2A2A"/>
                </a:solidFill>
                <a:latin typeface="Segoe UI"/>
              </a:rPr>
              <a:t>, S.A. de C.V. es la </a:t>
            </a:r>
            <a:r>
              <a:rPr sz="1050" b="0" i="0" dirty="0" err="1">
                <a:solidFill>
                  <a:srgbClr val="2A2A2A"/>
                </a:solidFill>
                <a:latin typeface="Segoe UI"/>
              </a:rPr>
              <a:t>subsidiaria</a:t>
            </a:r>
            <a:r>
              <a:rPr sz="1050" b="0" i="0" dirty="0">
                <a:solidFill>
                  <a:srgbClr val="2A2A2A"/>
                </a:solidFill>
                <a:latin typeface="Segoe UI"/>
              </a:rPr>
              <a:t> que </a:t>
            </a:r>
            <a:r>
              <a:rPr sz="1050" b="0" i="0" dirty="0" err="1">
                <a:solidFill>
                  <a:srgbClr val="2A2A2A"/>
                </a:solidFill>
                <a:latin typeface="Segoe UI"/>
              </a:rPr>
              <a:t>atiende</a:t>
            </a:r>
            <a:r>
              <a:rPr sz="1050" b="0" i="0" dirty="0">
                <a:solidFill>
                  <a:srgbClr val="2A2A2A"/>
                </a:solidFill>
                <a:latin typeface="Segoe UI"/>
              </a:rPr>
              <a:t> México y la </a:t>
            </a:r>
            <a:r>
              <a:rPr sz="1050" b="0" i="0" dirty="0" err="1">
                <a:solidFill>
                  <a:srgbClr val="2A2A2A"/>
                </a:solidFill>
                <a:latin typeface="Segoe UI"/>
              </a:rPr>
              <a:t>región</a:t>
            </a:r>
            <a:r>
              <a:rPr sz="1050" b="0" i="0" dirty="0">
                <a:solidFill>
                  <a:srgbClr val="2A2A2A"/>
                </a:solidFill>
                <a:latin typeface="Segoe UI"/>
              </a:rPr>
              <a:t> </a:t>
            </a:r>
            <a:r>
              <a:rPr sz="1050" b="0" i="0" dirty="0" err="1">
                <a:solidFill>
                  <a:srgbClr val="2A2A2A"/>
                </a:solidFill>
                <a:latin typeface="Segoe UI"/>
              </a:rPr>
              <a:t>latinoamericana</a:t>
            </a:r>
            <a:r>
              <a:rPr sz="1050" b="0" i="0" dirty="0">
                <a:solidFill>
                  <a:srgbClr val="2A2A2A"/>
                </a:solidFill>
                <a:latin typeface="Segoe UI"/>
              </a:rPr>
              <a:t>. Consultores </a:t>
            </a:r>
            <a:r>
              <a:rPr sz="1050" b="0" i="0" dirty="0" err="1">
                <a:solidFill>
                  <a:srgbClr val="2A2A2A"/>
                </a:solidFill>
                <a:latin typeface="Segoe UI"/>
              </a:rPr>
              <a:t>certificados</a:t>
            </a:r>
            <a:r>
              <a:rPr sz="1050" b="0" i="0" dirty="0">
                <a:solidFill>
                  <a:srgbClr val="2A2A2A"/>
                </a:solidFill>
                <a:latin typeface="Segoe UI"/>
              </a:rPr>
              <a:t> </a:t>
            </a:r>
            <a:r>
              <a:rPr sz="1050" b="0" i="0" dirty="0" err="1">
                <a:solidFill>
                  <a:srgbClr val="2A2A2A"/>
                </a:solidFill>
                <a:latin typeface="Segoe UI"/>
              </a:rPr>
              <a:t>entregan</a:t>
            </a:r>
            <a:r>
              <a:rPr sz="1050" b="0" i="0" dirty="0">
                <a:solidFill>
                  <a:srgbClr val="2A2A2A"/>
                </a:solidFill>
                <a:latin typeface="Segoe UI"/>
              </a:rPr>
              <a:t> </a:t>
            </a:r>
            <a:r>
              <a:rPr sz="1050" b="0" i="0" dirty="0" err="1">
                <a:solidFill>
                  <a:srgbClr val="2A2A2A"/>
                </a:solidFill>
                <a:latin typeface="Segoe UI"/>
              </a:rPr>
              <a:t>localmente</a:t>
            </a:r>
            <a:r>
              <a:rPr sz="1050" b="0" i="0" dirty="0">
                <a:solidFill>
                  <a:srgbClr val="2A2A2A"/>
                </a:solidFill>
                <a:latin typeface="Segoe UI"/>
              </a:rPr>
              <a:t> </a:t>
            </a:r>
            <a:r>
              <a:rPr sz="1050" b="0" i="0" dirty="0" err="1">
                <a:solidFill>
                  <a:srgbClr val="2A2A2A"/>
                </a:solidFill>
                <a:latin typeface="Segoe UI"/>
              </a:rPr>
              <a:t>el</a:t>
            </a:r>
            <a:r>
              <a:rPr sz="1050" b="0" i="0" dirty="0">
                <a:solidFill>
                  <a:srgbClr val="2A2A2A"/>
                </a:solidFill>
                <a:latin typeface="Segoe UI"/>
              </a:rPr>
              <a:t> </a:t>
            </a:r>
            <a:r>
              <a:rPr sz="1050" b="0" i="0" dirty="0" err="1">
                <a:solidFill>
                  <a:srgbClr val="2A2A2A"/>
                </a:solidFill>
                <a:latin typeface="Segoe UI"/>
              </a:rPr>
              <a:t>portafolio</a:t>
            </a:r>
            <a:r>
              <a:rPr sz="1050" b="0" i="0" dirty="0">
                <a:solidFill>
                  <a:srgbClr val="2A2A2A"/>
                </a:solidFill>
                <a:latin typeface="Segoe UI"/>
              </a:rPr>
              <a:t> </a:t>
            </a:r>
            <a:r>
              <a:rPr sz="1050" b="0" i="0" dirty="0" err="1">
                <a:solidFill>
                  <a:srgbClr val="2A2A2A"/>
                </a:solidFill>
                <a:latin typeface="Segoe UI"/>
              </a:rPr>
              <a:t>completo</a:t>
            </a:r>
            <a:r>
              <a:rPr lang="es-MX" sz="1050" b="0" i="0" dirty="0">
                <a:solidFill>
                  <a:srgbClr val="2A2A2A"/>
                </a:solidFill>
                <a:latin typeface="Segoe UI"/>
              </a:rPr>
              <a:t> </a:t>
            </a:r>
            <a:r>
              <a:rPr sz="1050" b="0" i="0" dirty="0">
                <a:solidFill>
                  <a:srgbClr val="2A2A2A"/>
                </a:solidFill>
                <a:latin typeface="Segoe UI"/>
              </a:rPr>
              <a:t>— </a:t>
            </a:r>
            <a:r>
              <a:rPr sz="1050" b="0" i="0" dirty="0" err="1">
                <a:solidFill>
                  <a:srgbClr val="2A2A2A"/>
                </a:solidFill>
                <a:latin typeface="Segoe UI"/>
              </a:rPr>
              <a:t>misma</a:t>
            </a:r>
            <a:r>
              <a:rPr sz="1050" b="0" i="0" dirty="0">
                <a:solidFill>
                  <a:srgbClr val="2A2A2A"/>
                </a:solidFill>
                <a:latin typeface="Segoe UI"/>
              </a:rPr>
              <a:t> </a:t>
            </a:r>
            <a:r>
              <a:rPr sz="1050" b="0" i="0" dirty="0" err="1">
                <a:solidFill>
                  <a:srgbClr val="2A2A2A"/>
                </a:solidFill>
                <a:latin typeface="Segoe UI"/>
              </a:rPr>
              <a:t>tecnología</a:t>
            </a:r>
            <a:r>
              <a:rPr sz="1050" b="0" i="0" dirty="0">
                <a:solidFill>
                  <a:srgbClr val="2A2A2A"/>
                </a:solidFill>
                <a:latin typeface="Segoe UI"/>
              </a:rPr>
              <a:t>, </a:t>
            </a:r>
            <a:r>
              <a:rPr sz="1050" b="0" i="0" dirty="0" err="1">
                <a:solidFill>
                  <a:srgbClr val="2A2A2A"/>
                </a:solidFill>
                <a:latin typeface="Segoe UI"/>
              </a:rPr>
              <a:t>mismos</a:t>
            </a:r>
            <a:r>
              <a:rPr sz="1050" b="0" i="0" dirty="0">
                <a:solidFill>
                  <a:srgbClr val="2A2A2A"/>
                </a:solidFill>
                <a:latin typeface="Segoe UI"/>
              </a:rPr>
              <a:t> </a:t>
            </a:r>
            <a:r>
              <a:rPr sz="1050" b="0" i="0" dirty="0" err="1">
                <a:solidFill>
                  <a:srgbClr val="2A2A2A"/>
                </a:solidFill>
                <a:latin typeface="Segoe UI"/>
              </a:rPr>
              <a:t>estándares</a:t>
            </a:r>
            <a:r>
              <a:rPr sz="1050" b="0" i="0" dirty="0">
                <a:solidFill>
                  <a:srgbClr val="2A2A2A"/>
                </a:solidFill>
                <a:latin typeface="Segoe UI"/>
              </a:rPr>
              <a:t>, </a:t>
            </a:r>
            <a:r>
              <a:rPr sz="1050" b="0" i="0" dirty="0" err="1">
                <a:solidFill>
                  <a:srgbClr val="2A2A2A"/>
                </a:solidFill>
                <a:latin typeface="Segoe UI"/>
              </a:rPr>
              <a:t>entregados</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tu</a:t>
            </a:r>
            <a:r>
              <a:rPr sz="1050" b="0" i="0" dirty="0">
                <a:solidFill>
                  <a:srgbClr val="2A2A2A"/>
                </a:solidFill>
                <a:latin typeface="Segoe UI"/>
              </a:rPr>
              <a:t> </a:t>
            </a:r>
            <a:r>
              <a:rPr sz="1050" b="0" i="0" dirty="0" err="1">
                <a:solidFill>
                  <a:srgbClr val="2A2A2A"/>
                </a:solidFill>
                <a:latin typeface="Segoe UI"/>
              </a:rPr>
              <a:t>idioma</a:t>
            </a:r>
            <a:r>
              <a:rPr sz="1050" b="0" i="0" dirty="0">
                <a:solidFill>
                  <a:srgbClr val="2A2A2A"/>
                </a:solidFill>
                <a:latin typeface="Segoe UI"/>
              </a:rPr>
              <a:t> y zona </a:t>
            </a:r>
            <a:r>
              <a:rPr sz="1050" b="0" i="0" dirty="0" err="1">
                <a:solidFill>
                  <a:srgbClr val="2A2A2A"/>
                </a:solidFill>
                <a:latin typeface="Segoe UI"/>
              </a:rPr>
              <a:t>horaria</a:t>
            </a:r>
            <a:r>
              <a:rPr sz="1050" b="0" i="0" dirty="0">
                <a:solidFill>
                  <a:srgbClr val="2A2A2A"/>
                </a:solidFill>
                <a:latin typeface="Segoe UI"/>
              </a:rPr>
              <a:t>.</a:t>
            </a:r>
          </a:p>
        </p:txBody>
      </p:sp>
      <p:sp>
        <p:nvSpPr>
          <p:cNvPr id="10" name="TextBox 9"/>
          <p:cNvSpPr txBox="1"/>
          <p:nvPr/>
        </p:nvSpPr>
        <p:spPr>
          <a:xfrm>
            <a:off x="502920" y="420624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Presencia Local</a:t>
            </a:r>
          </a:p>
        </p:txBody>
      </p:sp>
      <p:sp>
        <p:nvSpPr>
          <p:cNvPr id="11" name="TextBox 10"/>
          <p:cNvSpPr txBox="1"/>
          <p:nvPr/>
        </p:nvSpPr>
        <p:spPr>
          <a:xfrm>
            <a:off x="502920" y="4709160"/>
            <a:ext cx="3291840" cy="1595821"/>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  Más de 2</a:t>
            </a:r>
            <a:r>
              <a:rPr lang="es-MX" sz="1050" b="0" i="0" dirty="0">
                <a:solidFill>
                  <a:srgbClr val="2A2A2A"/>
                </a:solidFill>
                <a:latin typeface="Segoe UI"/>
              </a:rPr>
              <a:t>5</a:t>
            </a:r>
            <a:r>
              <a:rPr sz="1050" b="0" i="0" dirty="0">
                <a:solidFill>
                  <a:srgbClr val="2A2A2A"/>
                </a:solidFill>
                <a:latin typeface="Segoe UI"/>
              </a:rPr>
              <a:t> </a:t>
            </a:r>
            <a:r>
              <a:rPr sz="1050" b="0" i="0" dirty="0" err="1">
                <a:solidFill>
                  <a:srgbClr val="2A2A2A"/>
                </a:solidFill>
                <a:latin typeface="Segoe UI"/>
              </a:rPr>
              <a:t>años</a:t>
            </a:r>
            <a:r>
              <a:rPr sz="1050" b="0" i="0" dirty="0">
                <a:solidFill>
                  <a:srgbClr val="2A2A2A"/>
                </a:solidFill>
                <a:latin typeface="Segoe UI"/>
              </a:rPr>
              <a:t> de </a:t>
            </a:r>
            <a:r>
              <a:rPr sz="1050" b="0" i="0" dirty="0" err="1">
                <a:solidFill>
                  <a:srgbClr val="2A2A2A"/>
                </a:solidFill>
                <a:latin typeface="Segoe UI"/>
              </a:rPr>
              <a:t>operación</a:t>
            </a:r>
            <a:r>
              <a:rPr sz="1050" b="0" i="0" dirty="0">
                <a:solidFill>
                  <a:srgbClr val="2A2A2A"/>
                </a:solidFill>
                <a:latin typeface="Segoe UI"/>
              </a:rPr>
              <a:t> continua </a:t>
            </a:r>
            <a:r>
              <a:rPr sz="1050" b="0" i="0" dirty="0" err="1">
                <a:solidFill>
                  <a:srgbClr val="2A2A2A"/>
                </a:solidFill>
                <a:latin typeface="Segoe UI"/>
              </a:rPr>
              <a:t>en</a:t>
            </a:r>
            <a:r>
              <a:rPr sz="1050" b="0" i="0" dirty="0">
                <a:solidFill>
                  <a:srgbClr val="2A2A2A"/>
                </a:solidFill>
                <a:latin typeface="Segoe UI"/>
              </a:rPr>
              <a:t> </a:t>
            </a:r>
            <a:r>
              <a:rPr sz="1050" b="0" i="0" dirty="0" err="1">
                <a:solidFill>
                  <a:srgbClr val="2A2A2A"/>
                </a:solidFill>
                <a:latin typeface="Segoe UI"/>
              </a:rPr>
              <a:t>Latinoamérica</a:t>
            </a:r>
            <a:r>
              <a:rPr sz="1050" b="0" i="0" dirty="0">
                <a:solidFill>
                  <a:srgbClr val="2A2A2A"/>
                </a:solidFill>
                <a:latin typeface="Segoe UI"/>
              </a:rPr>
              <a:t>.</a:t>
            </a:r>
          </a:p>
          <a:p>
            <a:pPr algn="l">
              <a:lnSpc>
                <a:spcPct val="125000"/>
              </a:lnSpc>
            </a:pPr>
            <a:r>
              <a:rPr sz="1050" b="0" i="0" dirty="0">
                <a:solidFill>
                  <a:srgbClr val="2A2A2A"/>
                </a:solidFill>
                <a:latin typeface="Segoe UI"/>
              </a:rPr>
              <a:t>•  Consultores con 10–25 </a:t>
            </a:r>
            <a:r>
              <a:rPr sz="1050" b="0" i="0" dirty="0" err="1">
                <a:solidFill>
                  <a:srgbClr val="2A2A2A"/>
                </a:solidFill>
                <a:latin typeface="Segoe UI"/>
              </a:rPr>
              <a:t>años</a:t>
            </a:r>
            <a:r>
              <a:rPr sz="1050" b="0" i="0" dirty="0">
                <a:solidFill>
                  <a:srgbClr val="2A2A2A"/>
                </a:solidFill>
                <a:latin typeface="Segoe UI"/>
              </a:rPr>
              <a:t> de </a:t>
            </a:r>
            <a:r>
              <a:rPr sz="1050" b="0" i="0" dirty="0" err="1">
                <a:solidFill>
                  <a:srgbClr val="2A2A2A"/>
                </a:solidFill>
                <a:latin typeface="Segoe UI"/>
              </a:rPr>
              <a:t>experiencia</a:t>
            </a:r>
            <a:r>
              <a:rPr sz="1050" b="0" i="0" dirty="0">
                <a:solidFill>
                  <a:srgbClr val="2A2A2A"/>
                </a:solidFill>
                <a:latin typeface="Segoe UI"/>
              </a:rPr>
              <a:t> </a:t>
            </a:r>
            <a:r>
              <a:rPr sz="1050" b="0" i="0" dirty="0" err="1">
                <a:solidFill>
                  <a:srgbClr val="2A2A2A"/>
                </a:solidFill>
                <a:latin typeface="Segoe UI"/>
              </a:rPr>
              <a:t>práctica</a:t>
            </a:r>
            <a:r>
              <a:rPr sz="1050" b="0" i="0" dirty="0">
                <a:solidFill>
                  <a:srgbClr val="2A2A2A"/>
                </a:solidFill>
                <a:latin typeface="Segoe UI"/>
              </a:rPr>
              <a:t> </a:t>
            </a:r>
            <a:r>
              <a:rPr sz="1050" b="0" i="0" dirty="0" err="1">
                <a:solidFill>
                  <a:srgbClr val="2A2A2A"/>
                </a:solidFill>
                <a:latin typeface="Segoe UI"/>
              </a:rPr>
              <a:t>en</a:t>
            </a:r>
            <a:r>
              <a:rPr sz="1050" b="0" i="0" dirty="0">
                <a:solidFill>
                  <a:srgbClr val="2A2A2A"/>
                </a:solidFill>
                <a:latin typeface="Segoe UI"/>
              </a:rPr>
              <a:t> Genero.</a:t>
            </a:r>
          </a:p>
          <a:p>
            <a:pPr algn="l">
              <a:lnSpc>
                <a:spcPct val="125000"/>
              </a:lnSpc>
            </a:pPr>
            <a:r>
              <a:rPr sz="1050" b="0" i="0" dirty="0">
                <a:solidFill>
                  <a:srgbClr val="2A2A2A"/>
                </a:solidFill>
                <a:latin typeface="Segoe UI"/>
              </a:rPr>
              <a:t>•  100% </a:t>
            </a:r>
            <a:r>
              <a:rPr sz="1050" b="0" i="0" dirty="0" err="1">
                <a:solidFill>
                  <a:srgbClr val="2A2A2A"/>
                </a:solidFill>
                <a:latin typeface="Segoe UI"/>
              </a:rPr>
              <a:t>dedicados</a:t>
            </a:r>
            <a:r>
              <a:rPr sz="1050" b="0" i="0" dirty="0">
                <a:solidFill>
                  <a:srgbClr val="2A2A2A"/>
                </a:solidFill>
                <a:latin typeface="Segoe UI"/>
              </a:rPr>
              <a:t> a </a:t>
            </a:r>
            <a:r>
              <a:rPr sz="1050" b="0" i="0" dirty="0" err="1">
                <a:solidFill>
                  <a:srgbClr val="2A2A2A"/>
                </a:solidFill>
                <a:latin typeface="Segoe UI"/>
              </a:rPr>
              <a:t>proyectos</a:t>
            </a:r>
            <a:r>
              <a:rPr sz="1050" b="0" i="0" dirty="0">
                <a:solidFill>
                  <a:srgbClr val="2A2A2A"/>
                </a:solidFill>
                <a:latin typeface="Segoe UI"/>
              </a:rPr>
              <a:t> Four J</a:t>
            </a:r>
            <a:r>
              <a:rPr lang="es-MX" sz="1050" b="0" i="0" dirty="0">
                <a:solidFill>
                  <a:srgbClr val="2A2A2A"/>
                </a:solidFill>
                <a:latin typeface="Segoe UI"/>
              </a:rPr>
              <a:t> S</a:t>
            </a:r>
            <a:r>
              <a:rPr sz="1050" b="0" i="0" dirty="0">
                <a:solidFill>
                  <a:srgbClr val="2A2A2A"/>
                </a:solidFill>
                <a:latin typeface="Segoe UI"/>
              </a:rPr>
              <a:t> — sin </a:t>
            </a:r>
            <a:r>
              <a:rPr sz="1050" b="0" i="0" dirty="0" err="1">
                <a:solidFill>
                  <a:srgbClr val="2A2A2A"/>
                </a:solidFill>
                <a:latin typeface="Segoe UI"/>
              </a:rPr>
              <a:t>desviación</a:t>
            </a:r>
            <a:r>
              <a:rPr sz="1050" b="0" i="0" dirty="0">
                <a:solidFill>
                  <a:srgbClr val="2A2A2A"/>
                </a:solidFill>
                <a:latin typeface="Segoe UI"/>
              </a:rPr>
              <a:t> a </a:t>
            </a:r>
            <a:r>
              <a:rPr sz="1050" b="0" i="0" dirty="0" err="1">
                <a:solidFill>
                  <a:srgbClr val="2A2A2A"/>
                </a:solidFill>
                <a:latin typeface="Segoe UI"/>
              </a:rPr>
              <a:t>otras</a:t>
            </a:r>
            <a:r>
              <a:rPr sz="1050" b="0" i="0" dirty="0">
                <a:solidFill>
                  <a:srgbClr val="2A2A2A"/>
                </a:solidFill>
                <a:latin typeface="Segoe UI"/>
              </a:rPr>
              <a:t> </a:t>
            </a:r>
            <a:r>
              <a:rPr sz="1050" b="0" i="0" dirty="0" err="1">
                <a:solidFill>
                  <a:srgbClr val="2A2A2A"/>
                </a:solidFill>
                <a:latin typeface="Segoe UI"/>
              </a:rPr>
              <a:t>tecnologías</a:t>
            </a:r>
            <a:r>
              <a:rPr sz="1050" b="0" i="0" dirty="0">
                <a:solidFill>
                  <a:srgbClr val="2A2A2A"/>
                </a:solidFill>
                <a:latin typeface="Segoe UI"/>
              </a:rPr>
              <a:t>.</a:t>
            </a:r>
          </a:p>
          <a:p>
            <a:pPr algn="l">
              <a:lnSpc>
                <a:spcPct val="125000"/>
              </a:lnSpc>
            </a:pPr>
            <a:r>
              <a:rPr sz="1050" b="0" i="0" dirty="0">
                <a:solidFill>
                  <a:srgbClr val="2A2A2A"/>
                </a:solidFill>
                <a:latin typeface="Segoe UI"/>
              </a:rPr>
              <a:t>•  Canal </a:t>
            </a:r>
            <a:r>
              <a:rPr sz="1050" b="0" i="0" dirty="0" err="1">
                <a:solidFill>
                  <a:srgbClr val="2A2A2A"/>
                </a:solidFill>
                <a:latin typeface="Segoe UI"/>
              </a:rPr>
              <a:t>directo</a:t>
            </a:r>
            <a:r>
              <a:rPr sz="1050" b="0" i="0" dirty="0">
                <a:solidFill>
                  <a:srgbClr val="2A2A2A"/>
                </a:solidFill>
                <a:latin typeface="Segoe UI"/>
              </a:rPr>
              <a:t> de </a:t>
            </a:r>
            <a:r>
              <a:rPr sz="1050" b="0" i="0" dirty="0" err="1">
                <a:solidFill>
                  <a:srgbClr val="2A2A2A"/>
                </a:solidFill>
                <a:latin typeface="Segoe UI"/>
              </a:rPr>
              <a:t>escalamiento</a:t>
            </a:r>
            <a:r>
              <a:rPr sz="1050" b="0" i="0" dirty="0">
                <a:solidFill>
                  <a:srgbClr val="2A2A2A"/>
                </a:solidFill>
                <a:latin typeface="Segoe UI"/>
              </a:rPr>
              <a:t> a I+D Four J</a:t>
            </a:r>
            <a:r>
              <a:rPr lang="es-MX" sz="1050" b="0" i="0" dirty="0">
                <a:solidFill>
                  <a:srgbClr val="2A2A2A"/>
                </a:solidFill>
                <a:latin typeface="Segoe UI"/>
              </a:rPr>
              <a:t> S</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Capacitación</a:t>
            </a:r>
            <a:r>
              <a:rPr sz="1050" b="0" i="0" dirty="0">
                <a:solidFill>
                  <a:srgbClr val="2A2A2A"/>
                </a:solidFill>
                <a:latin typeface="Segoe UI"/>
              </a:rPr>
              <a:t> con instructor y auto-</a:t>
            </a:r>
            <a:r>
              <a:rPr sz="1050" b="0" i="0" dirty="0" err="1">
                <a:solidFill>
                  <a:srgbClr val="2A2A2A"/>
                </a:solidFill>
                <a:latin typeface="Segoe UI"/>
              </a:rPr>
              <a:t>guiada</a:t>
            </a:r>
            <a:endParaRPr sz="1050" b="0" i="0" dirty="0">
              <a:solidFill>
                <a:srgbClr val="2A2A2A"/>
              </a:solidFill>
              <a:latin typeface="Segoe UI"/>
            </a:endParaRPr>
          </a:p>
        </p:txBody>
      </p:sp>
      <p:sp>
        <p:nvSpPr>
          <p:cNvPr id="12" name="TextBox 11"/>
          <p:cNvSpPr txBox="1"/>
          <p:nvPr/>
        </p:nvSpPr>
        <p:spPr>
          <a:xfrm>
            <a:off x="3977640" y="4206240"/>
            <a:ext cx="3291840" cy="457200"/>
          </a:xfrm>
          <a:prstGeom prst="rect">
            <a:avLst/>
          </a:prstGeom>
          <a:noFill/>
        </p:spPr>
        <p:txBody>
          <a:bodyPr wrap="square" lIns="0" tIns="0" rIns="0" bIns="0" anchor="t">
            <a:spAutoFit/>
          </a:bodyPr>
          <a:lstStyle/>
          <a:p>
            <a:pPr algn="l">
              <a:lnSpc>
                <a:spcPct val="115000"/>
              </a:lnSpc>
            </a:pPr>
            <a:r>
              <a:rPr sz="2000" b="1" i="0">
                <a:solidFill>
                  <a:srgbClr val="114A5C"/>
                </a:solidFill>
                <a:latin typeface="Segoe UI Semibold"/>
              </a:rPr>
              <a:t>Qué Entregamos</a:t>
            </a:r>
          </a:p>
        </p:txBody>
      </p:sp>
      <p:sp>
        <p:nvSpPr>
          <p:cNvPr id="13" name="TextBox 12"/>
          <p:cNvSpPr txBox="1"/>
          <p:nvPr/>
        </p:nvSpPr>
        <p:spPr>
          <a:xfrm>
            <a:off x="3977640" y="4709160"/>
            <a:ext cx="3291840" cy="3200400"/>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  </a:t>
            </a:r>
            <a:r>
              <a:rPr sz="1050" b="0" i="0" dirty="0" err="1">
                <a:solidFill>
                  <a:srgbClr val="2A2A2A"/>
                </a:solidFill>
                <a:latin typeface="Segoe UI"/>
              </a:rPr>
              <a:t>Diseño</a:t>
            </a:r>
            <a:r>
              <a:rPr sz="1050" b="0" i="0" dirty="0">
                <a:solidFill>
                  <a:srgbClr val="2A2A2A"/>
                </a:solidFill>
                <a:latin typeface="Segoe UI"/>
              </a:rPr>
              <a:t> de </a:t>
            </a:r>
            <a:r>
              <a:rPr sz="1050" b="0" i="0" dirty="0" err="1">
                <a:solidFill>
                  <a:srgbClr val="2A2A2A"/>
                </a:solidFill>
                <a:latin typeface="Segoe UI"/>
              </a:rPr>
              <a:t>aplicaciones</a:t>
            </a:r>
            <a:r>
              <a:rPr sz="1050" b="0" i="0" dirty="0">
                <a:solidFill>
                  <a:srgbClr val="2A2A2A"/>
                </a:solidFill>
                <a:latin typeface="Segoe UI"/>
              </a:rPr>
              <a:t>, </a:t>
            </a:r>
            <a:r>
              <a:rPr sz="1050" b="0" i="0" dirty="0" err="1">
                <a:solidFill>
                  <a:srgbClr val="2A2A2A"/>
                </a:solidFill>
                <a:latin typeface="Segoe UI"/>
              </a:rPr>
              <a:t>módulos</a:t>
            </a:r>
            <a:r>
              <a:rPr sz="1050" b="0" i="0" dirty="0">
                <a:solidFill>
                  <a:srgbClr val="2A2A2A"/>
                </a:solidFill>
                <a:latin typeface="Segoe UI"/>
              </a:rPr>
              <a:t> </a:t>
            </a:r>
            <a:r>
              <a:rPr sz="1050" b="0" i="0" dirty="0" err="1">
                <a:solidFill>
                  <a:srgbClr val="2A2A2A"/>
                </a:solidFill>
                <a:latin typeface="Segoe UI"/>
              </a:rPr>
              <a:t>complejos</a:t>
            </a:r>
            <a:r>
              <a:rPr sz="1050" b="0" i="0" dirty="0">
                <a:solidFill>
                  <a:srgbClr val="2A2A2A"/>
                </a:solidFill>
                <a:latin typeface="Segoe UI"/>
              </a:rPr>
              <a:t> y </a:t>
            </a:r>
            <a:r>
              <a:rPr sz="1050" b="0" i="0" dirty="0" err="1">
                <a:solidFill>
                  <a:srgbClr val="2A2A2A"/>
                </a:solidFill>
                <a:latin typeface="Segoe UI"/>
              </a:rPr>
              <a:t>optimización</a:t>
            </a:r>
            <a:r>
              <a:rPr sz="1050" b="0" i="0" dirty="0">
                <a:solidFill>
                  <a:srgbClr val="2A2A2A"/>
                </a:solidFill>
                <a:latin typeface="Segoe UI"/>
              </a:rPr>
              <a:t> de </a:t>
            </a:r>
            <a:r>
              <a:rPr sz="1050" b="0" i="0" dirty="0" err="1">
                <a:solidFill>
                  <a:srgbClr val="2A2A2A"/>
                </a:solidFill>
                <a:latin typeface="Segoe UI"/>
              </a:rPr>
              <a:t>código</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Modernización</a:t>
            </a:r>
            <a:r>
              <a:rPr sz="1050" b="0" i="0" dirty="0">
                <a:solidFill>
                  <a:srgbClr val="2A2A2A"/>
                </a:solidFill>
                <a:latin typeface="Segoe UI"/>
              </a:rPr>
              <a:t> de </a:t>
            </a:r>
            <a:r>
              <a:rPr sz="1050" b="0" i="0" dirty="0" err="1">
                <a:solidFill>
                  <a:srgbClr val="2A2A2A"/>
                </a:solidFill>
                <a:latin typeface="Segoe UI"/>
              </a:rPr>
              <a:t>sistemas</a:t>
            </a:r>
            <a:r>
              <a:rPr sz="1050" b="0" i="0" dirty="0">
                <a:solidFill>
                  <a:srgbClr val="2A2A2A"/>
                </a:solidFill>
                <a:latin typeface="Segoe UI"/>
              </a:rPr>
              <a:t> legacy y </a:t>
            </a:r>
            <a:r>
              <a:rPr sz="1050" b="0" i="0" dirty="0" err="1">
                <a:solidFill>
                  <a:srgbClr val="2A2A2A"/>
                </a:solidFill>
                <a:latin typeface="Segoe UI"/>
              </a:rPr>
              <a:t>migración</a:t>
            </a:r>
            <a:r>
              <a:rPr sz="1050" b="0" i="0" dirty="0">
                <a:solidFill>
                  <a:srgbClr val="2A2A2A"/>
                </a:solidFill>
                <a:latin typeface="Segoe UI"/>
              </a:rPr>
              <a:t> de </a:t>
            </a:r>
            <a:r>
              <a:rPr sz="1050" b="0" i="0" dirty="0" err="1">
                <a:solidFill>
                  <a:srgbClr val="2A2A2A"/>
                </a:solidFill>
                <a:latin typeface="Segoe UI"/>
              </a:rPr>
              <a:t>plataforma</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Adopción</a:t>
            </a:r>
            <a:r>
              <a:rPr sz="1050" b="0" i="0" dirty="0">
                <a:solidFill>
                  <a:srgbClr val="2A2A2A"/>
                </a:solidFill>
                <a:latin typeface="Segoe UI"/>
              </a:rPr>
              <a:t> de IA: Genero Intelligence </a:t>
            </a:r>
            <a:r>
              <a:rPr sz="1050" b="0" i="0" dirty="0" err="1">
                <a:solidFill>
                  <a:srgbClr val="2A2A2A"/>
                </a:solidFill>
                <a:latin typeface="Segoe UI"/>
              </a:rPr>
              <a:t>vía</a:t>
            </a:r>
            <a:r>
              <a:rPr sz="1050" b="0" i="0" dirty="0">
                <a:solidFill>
                  <a:srgbClr val="2A2A2A"/>
                </a:solidFill>
                <a:latin typeface="Segoe UI"/>
              </a:rPr>
              <a:t> MCP + Studio 6.00.04.</a:t>
            </a:r>
          </a:p>
          <a:p>
            <a:pPr algn="l">
              <a:lnSpc>
                <a:spcPct val="125000"/>
              </a:lnSpc>
            </a:pPr>
            <a:r>
              <a:rPr sz="1050" b="0" i="0" dirty="0">
                <a:solidFill>
                  <a:srgbClr val="2A2A2A"/>
                </a:solidFill>
                <a:latin typeface="Segoe UI"/>
              </a:rPr>
              <a:t>•  </a:t>
            </a:r>
            <a:r>
              <a:rPr sz="1050" b="0" i="0" dirty="0" err="1">
                <a:solidFill>
                  <a:srgbClr val="2A2A2A"/>
                </a:solidFill>
                <a:latin typeface="Segoe UI"/>
              </a:rPr>
              <a:t>Soporte</a:t>
            </a:r>
            <a:r>
              <a:rPr sz="1050" b="0" i="0" dirty="0">
                <a:solidFill>
                  <a:srgbClr val="2A2A2A"/>
                </a:solidFill>
                <a:latin typeface="Segoe UI"/>
              </a:rPr>
              <a:t> </a:t>
            </a:r>
            <a:r>
              <a:rPr sz="1050" b="0" i="0" dirty="0" err="1">
                <a:solidFill>
                  <a:srgbClr val="2A2A2A"/>
                </a:solidFill>
                <a:latin typeface="Segoe UI"/>
              </a:rPr>
              <a:t>avanzado</a:t>
            </a:r>
            <a:r>
              <a:rPr sz="1050" b="0" i="0" dirty="0">
                <a:solidFill>
                  <a:srgbClr val="2A2A2A"/>
                </a:solidFill>
                <a:latin typeface="Segoe UI"/>
              </a:rPr>
              <a:t> y </a:t>
            </a:r>
            <a:r>
              <a:rPr sz="1050" b="0" i="0" dirty="0" err="1">
                <a:solidFill>
                  <a:srgbClr val="2A2A2A"/>
                </a:solidFill>
                <a:latin typeface="Segoe UI"/>
              </a:rPr>
              <a:t>escalamiento</a:t>
            </a:r>
            <a:r>
              <a:rPr sz="1050" b="0" i="0" dirty="0">
                <a:solidFill>
                  <a:srgbClr val="2A2A2A"/>
                </a:solidFill>
                <a:latin typeface="Segoe UI"/>
              </a:rPr>
              <a:t> con </a:t>
            </a:r>
            <a:r>
              <a:rPr sz="1050" b="0" i="0" dirty="0" err="1">
                <a:solidFill>
                  <a:srgbClr val="2A2A2A"/>
                </a:solidFill>
                <a:latin typeface="Segoe UI"/>
              </a:rPr>
              <a:t>el</a:t>
            </a:r>
            <a:r>
              <a:rPr sz="1050" b="0" i="0" dirty="0">
                <a:solidFill>
                  <a:srgbClr val="2A2A2A"/>
                </a:solidFill>
                <a:latin typeface="Segoe UI"/>
              </a:rPr>
              <a:t> </a:t>
            </a:r>
            <a:r>
              <a:rPr sz="1050" b="0" i="0" dirty="0" err="1">
                <a:solidFill>
                  <a:srgbClr val="2A2A2A"/>
                </a:solidFill>
                <a:latin typeface="Segoe UI"/>
              </a:rPr>
              <a:t>fabricante</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Certificación</a:t>
            </a:r>
            <a:r>
              <a:rPr sz="1050" b="0" i="0" dirty="0">
                <a:solidFill>
                  <a:srgbClr val="2A2A2A"/>
                </a:solidFill>
                <a:latin typeface="Segoe UI"/>
              </a:rPr>
              <a:t> de </a:t>
            </a:r>
            <a:r>
              <a:rPr sz="1050" b="0" i="0" dirty="0" err="1">
                <a:solidFill>
                  <a:srgbClr val="2A2A2A"/>
                </a:solidFill>
                <a:latin typeface="Segoe UI"/>
              </a:rPr>
              <a:t>equipos</a:t>
            </a:r>
            <a:r>
              <a:rPr sz="1050" b="0" i="0" dirty="0">
                <a:solidFill>
                  <a:srgbClr val="2A2A2A"/>
                </a:solidFill>
                <a:latin typeface="Segoe UI"/>
              </a:rPr>
              <a:t> de </a:t>
            </a:r>
            <a:r>
              <a:rPr sz="1050" b="0" i="0" dirty="0" err="1">
                <a:solidFill>
                  <a:srgbClr val="2A2A2A"/>
                </a:solidFill>
                <a:latin typeface="Segoe UI"/>
              </a:rPr>
              <a:t>desarrollo</a:t>
            </a:r>
            <a:r>
              <a:rPr sz="1050" b="0" i="0" dirty="0">
                <a:solidFill>
                  <a:srgbClr val="2A2A2A"/>
                </a:solidFill>
                <a:latin typeface="Segoe UI"/>
              </a:rPr>
              <a:t>.</a:t>
            </a:r>
          </a:p>
        </p:txBody>
      </p:sp>
      <p:sp>
        <p:nvSpPr>
          <p:cNvPr id="14" name="Rectangle 13"/>
          <p:cNvSpPr/>
          <p:nvPr/>
        </p:nvSpPr>
        <p:spPr>
          <a:xfrm>
            <a:off x="502920" y="8229600"/>
            <a:ext cx="6766560" cy="1280160"/>
          </a:xfrm>
          <a:prstGeom prst="rect">
            <a:avLst/>
          </a:prstGeom>
          <a:solidFill>
            <a:srgbClr val="26B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366760"/>
            <a:ext cx="6309360" cy="457200"/>
          </a:xfrm>
          <a:prstGeom prst="rect">
            <a:avLst/>
          </a:prstGeom>
          <a:noFill/>
        </p:spPr>
        <p:txBody>
          <a:bodyPr wrap="square" lIns="0" tIns="0" rIns="0" bIns="0" anchor="t">
            <a:spAutoFit/>
          </a:bodyPr>
          <a:lstStyle/>
          <a:p>
            <a:pPr algn="l">
              <a:lnSpc>
                <a:spcPct val="115000"/>
              </a:lnSpc>
            </a:pPr>
            <a:r>
              <a:rPr sz="1200" b="0" i="1">
                <a:solidFill>
                  <a:srgbClr val="FFFFFF"/>
                </a:solidFill>
                <a:latin typeface="Segoe UI Semibold"/>
              </a:rPr>
              <a:t>Respaldados globalmente por:</a:t>
            </a:r>
          </a:p>
        </p:txBody>
      </p:sp>
      <p:sp>
        <p:nvSpPr>
          <p:cNvPr id="16" name="TextBox 15"/>
          <p:cNvSpPr txBox="1"/>
          <p:nvPr/>
        </p:nvSpPr>
        <p:spPr>
          <a:xfrm>
            <a:off x="731520" y="8686800"/>
            <a:ext cx="6309360" cy="440377"/>
          </a:xfrm>
          <a:prstGeom prst="rect">
            <a:avLst/>
          </a:prstGeom>
          <a:noFill/>
        </p:spPr>
        <p:txBody>
          <a:bodyPr wrap="square" lIns="0" tIns="0" rIns="0" bIns="0" anchor="t">
            <a:spAutoFit/>
          </a:bodyPr>
          <a:lstStyle/>
          <a:p>
            <a:pPr algn="l">
              <a:lnSpc>
                <a:spcPct val="115000"/>
              </a:lnSpc>
            </a:pPr>
            <a:r>
              <a:rPr sz="1300" b="1" i="0" dirty="0">
                <a:solidFill>
                  <a:srgbClr val="FFFFFF"/>
                </a:solidFill>
                <a:latin typeface="Segoe UI"/>
              </a:rPr>
              <a:t>Four J</a:t>
            </a:r>
            <a:r>
              <a:rPr lang="es-MX" sz="1300" b="1" i="0" dirty="0">
                <a:solidFill>
                  <a:srgbClr val="FFFFFF"/>
                </a:solidFill>
                <a:latin typeface="Segoe UI"/>
              </a:rPr>
              <a:t> S</a:t>
            </a:r>
            <a:r>
              <a:rPr sz="1300" b="1" i="0" dirty="0">
                <a:solidFill>
                  <a:srgbClr val="FFFFFF"/>
                </a:solidFill>
                <a:latin typeface="Segoe UI"/>
              </a:rPr>
              <a:t> Development Tools · </a:t>
            </a:r>
            <a:r>
              <a:rPr sz="1300" b="1" i="0" dirty="0" err="1">
                <a:solidFill>
                  <a:srgbClr val="FFFFFF"/>
                </a:solidFill>
                <a:latin typeface="Segoe UI"/>
              </a:rPr>
              <a:t>fundada</a:t>
            </a:r>
            <a:r>
              <a:rPr sz="1300" b="1" i="0" dirty="0">
                <a:solidFill>
                  <a:srgbClr val="FFFFFF"/>
                </a:solidFill>
                <a:latin typeface="Segoe UI"/>
              </a:rPr>
              <a:t> </a:t>
            </a:r>
            <a:r>
              <a:rPr sz="1300" b="1" i="0" dirty="0" err="1">
                <a:solidFill>
                  <a:srgbClr val="FFFFFF"/>
                </a:solidFill>
                <a:latin typeface="Segoe UI"/>
              </a:rPr>
              <a:t>en</a:t>
            </a:r>
            <a:r>
              <a:rPr sz="1300" b="1" i="0" dirty="0">
                <a:solidFill>
                  <a:srgbClr val="FFFFFF"/>
                </a:solidFill>
                <a:latin typeface="Segoe UI"/>
              </a:rPr>
              <a:t> 1992 · </a:t>
            </a:r>
            <a:r>
              <a:rPr sz="1300" b="1" i="0" dirty="0" err="1">
                <a:solidFill>
                  <a:srgbClr val="FFFFFF"/>
                </a:solidFill>
                <a:latin typeface="Segoe UI"/>
              </a:rPr>
              <a:t>sede</a:t>
            </a:r>
            <a:r>
              <a:rPr sz="1300" b="1" i="0" dirty="0">
                <a:solidFill>
                  <a:srgbClr val="FFFFFF"/>
                </a:solidFill>
                <a:latin typeface="Segoe UI"/>
              </a:rPr>
              <a:t> </a:t>
            </a:r>
            <a:r>
              <a:rPr sz="1300" b="1" i="0" dirty="0" err="1">
                <a:solidFill>
                  <a:srgbClr val="FFFFFF"/>
                </a:solidFill>
                <a:latin typeface="Segoe UI"/>
              </a:rPr>
              <a:t>en</a:t>
            </a:r>
            <a:r>
              <a:rPr sz="1300" b="1" i="0" dirty="0">
                <a:solidFill>
                  <a:srgbClr val="FFFFFF"/>
                </a:solidFill>
                <a:latin typeface="Segoe UI"/>
              </a:rPr>
              <a:t> Irving, Texas.</a:t>
            </a:r>
          </a:p>
          <a:p>
            <a:pPr algn="l">
              <a:lnSpc>
                <a:spcPct val="115000"/>
              </a:lnSpc>
            </a:pPr>
            <a:r>
              <a:rPr sz="1300" b="1" i="0" dirty="0" err="1">
                <a:solidFill>
                  <a:srgbClr val="FFFFFF"/>
                </a:solidFill>
                <a:latin typeface="Segoe UI"/>
              </a:rPr>
              <a:t>Parte</a:t>
            </a:r>
            <a:r>
              <a:rPr sz="1300" b="1" i="0" dirty="0">
                <a:solidFill>
                  <a:srgbClr val="FFFFFF"/>
                </a:solidFill>
                <a:latin typeface="Segoe UI"/>
              </a:rPr>
              <a:t> de Volaris Group / Constellation Software (TSX: CSU).</a:t>
            </a:r>
          </a:p>
        </p:txBody>
      </p:sp>
      <p:pic>
        <p:nvPicPr>
          <p:cNvPr id="17" name="Imagen 16" descr="Imagen que contiene Forma&#10;&#10;El contenido generado por IA puede ser incorrecto.">
            <a:extLst>
              <a:ext uri="{FF2B5EF4-FFF2-40B4-BE49-F238E27FC236}">
                <a16:creationId xmlns:a16="http://schemas.microsoft.com/office/drawing/2014/main" id="{5C9440F6-B7BC-6725-A358-DAA409331B96}"/>
              </a:ext>
            </a:extLst>
          </p:cNvPr>
          <p:cNvPicPr>
            <a:picLocks noChangeAspect="1"/>
          </p:cNvPicPr>
          <p:nvPr/>
        </p:nvPicPr>
        <p:blipFill>
          <a:blip r:embed="rId2">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822960"/>
          </a:xfrm>
          <a:prstGeom prst="rect">
            <a:avLst/>
          </a:prstGeom>
          <a:noFill/>
        </p:spPr>
        <p:txBody>
          <a:bodyPr wrap="square" lIns="0" tIns="0" rIns="0" bIns="0" anchor="t">
            <a:spAutoFit/>
          </a:bodyPr>
          <a:lstStyle/>
          <a:p>
            <a:pPr algn="l">
              <a:lnSpc>
                <a:spcPct val="115000"/>
              </a:lnSpc>
            </a:pPr>
            <a:r>
              <a:rPr sz="4200" b="0" i="0">
                <a:solidFill>
                  <a:srgbClr val="114A5C"/>
                </a:solidFill>
                <a:latin typeface="Segoe UI Light"/>
              </a:rPr>
              <a:t>Base Instalada — México</a:t>
            </a: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6</a:t>
            </a:r>
          </a:p>
        </p:txBody>
      </p:sp>
      <p:sp>
        <p:nvSpPr>
          <p:cNvPr id="8" name="TextBox 7"/>
          <p:cNvSpPr txBox="1"/>
          <p:nvPr/>
        </p:nvSpPr>
        <p:spPr>
          <a:xfrm>
            <a:off x="502920" y="2103120"/>
            <a:ext cx="6766560" cy="457200"/>
          </a:xfrm>
          <a:prstGeom prst="rect">
            <a:avLst/>
          </a:prstGeom>
          <a:noFill/>
        </p:spPr>
        <p:txBody>
          <a:bodyPr wrap="square" lIns="0" tIns="0" rIns="0" bIns="0" anchor="t">
            <a:spAutoFit/>
          </a:bodyPr>
          <a:lstStyle/>
          <a:p>
            <a:pPr algn="l">
              <a:lnSpc>
                <a:spcPct val="115000"/>
              </a:lnSpc>
            </a:pPr>
            <a:r>
              <a:rPr sz="1300" b="0" i="1">
                <a:solidFill>
                  <a:srgbClr val="114A5C"/>
                </a:solidFill>
                <a:latin typeface="Segoe UI Semibold"/>
              </a:rPr>
              <a:t>Más de 300 proyectos exitosos en gobierno, educación y sector privado.</a:t>
            </a:r>
          </a:p>
        </p:txBody>
      </p:sp>
      <p:sp>
        <p:nvSpPr>
          <p:cNvPr id="9" name="Rectangle 8"/>
          <p:cNvSpPr/>
          <p:nvPr/>
        </p:nvSpPr>
        <p:spPr>
          <a:xfrm>
            <a:off x="502920" y="2743200"/>
            <a:ext cx="2194560" cy="45720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816352"/>
            <a:ext cx="2194560" cy="365760"/>
          </a:xfrm>
          <a:prstGeom prst="rect">
            <a:avLst/>
          </a:prstGeom>
          <a:noFill/>
        </p:spPr>
        <p:txBody>
          <a:bodyPr wrap="square" lIns="0" tIns="0" rIns="0" bIns="0" anchor="ctr">
            <a:spAutoFit/>
          </a:bodyPr>
          <a:lstStyle/>
          <a:p>
            <a:pPr algn="ctr">
              <a:lnSpc>
                <a:spcPct val="115000"/>
              </a:lnSpc>
            </a:pPr>
            <a:r>
              <a:rPr sz="1300" b="1" i="0">
                <a:solidFill>
                  <a:srgbClr val="FFFFFF"/>
                </a:solidFill>
                <a:latin typeface="Segoe UI Semibold"/>
              </a:rPr>
              <a:t>Gobierno Federal</a:t>
            </a:r>
          </a:p>
        </p:txBody>
      </p:sp>
      <p:sp>
        <p:nvSpPr>
          <p:cNvPr id="11" name="Rectangle 10"/>
          <p:cNvSpPr/>
          <p:nvPr/>
        </p:nvSpPr>
        <p:spPr>
          <a:xfrm>
            <a:off x="502920" y="3200400"/>
            <a:ext cx="219456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337560"/>
            <a:ext cx="1920240" cy="2201757"/>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  ISSSTE — 17+ </a:t>
            </a:r>
            <a:r>
              <a:rPr sz="1050" b="0" i="0" dirty="0" err="1">
                <a:solidFill>
                  <a:srgbClr val="2A2A2A"/>
                </a:solidFill>
                <a:latin typeface="Segoe UI"/>
              </a:rPr>
              <a:t>sistemas</a:t>
            </a:r>
            <a:r>
              <a:rPr sz="1050" b="0" i="0" dirty="0">
                <a:solidFill>
                  <a:srgbClr val="2A2A2A"/>
                </a:solidFill>
                <a:latin typeface="Segoe UI"/>
              </a:rPr>
              <a:t> (</a:t>
            </a:r>
            <a:r>
              <a:rPr sz="1050" b="0" i="0" dirty="0" err="1">
                <a:solidFill>
                  <a:srgbClr val="2A2A2A"/>
                </a:solidFill>
                <a:latin typeface="Segoe UI"/>
              </a:rPr>
              <a:t>Pensiones</a:t>
            </a:r>
            <a:r>
              <a:rPr sz="1050" b="0" i="0" dirty="0">
                <a:solidFill>
                  <a:srgbClr val="2A2A2A"/>
                </a:solidFill>
                <a:latin typeface="Segoe UI"/>
              </a:rPr>
              <a:t>, </a:t>
            </a:r>
            <a:r>
              <a:rPr sz="1050" b="0" i="0" dirty="0" err="1">
                <a:solidFill>
                  <a:srgbClr val="2A2A2A"/>
                </a:solidFill>
                <a:latin typeface="Segoe UI"/>
              </a:rPr>
              <a:t>ISSSTEmed</a:t>
            </a:r>
            <a:r>
              <a:rPr sz="1050" b="0" i="0" dirty="0">
                <a:solidFill>
                  <a:srgbClr val="2A2A2A"/>
                </a:solidFill>
                <a:latin typeface="Segoe UI"/>
              </a:rPr>
              <a:t>, </a:t>
            </a:r>
            <a:r>
              <a:rPr sz="1050" b="0" i="0" dirty="0" err="1">
                <a:solidFill>
                  <a:srgbClr val="2A2A2A"/>
                </a:solidFill>
                <a:latin typeface="Segoe UI"/>
              </a:rPr>
              <a:t>Administrativos</a:t>
            </a:r>
            <a:r>
              <a:rPr sz="1050" b="0" i="0" dirty="0">
                <a:solidFill>
                  <a:srgbClr val="2A2A2A"/>
                </a:solidFill>
                <a:latin typeface="Segoe UI"/>
              </a:rPr>
              <a:t>).</a:t>
            </a:r>
          </a:p>
          <a:p>
            <a:pPr algn="l">
              <a:lnSpc>
                <a:spcPct val="125000"/>
              </a:lnSpc>
            </a:pPr>
            <a:r>
              <a:rPr sz="1050" b="0" i="0" dirty="0">
                <a:solidFill>
                  <a:srgbClr val="2A2A2A"/>
                </a:solidFill>
                <a:latin typeface="Segoe UI"/>
              </a:rPr>
              <a:t>•  Cámara de </a:t>
            </a:r>
            <a:r>
              <a:rPr sz="1050" b="0" i="0" dirty="0" err="1">
                <a:solidFill>
                  <a:srgbClr val="2A2A2A"/>
                </a:solidFill>
                <a:latin typeface="Segoe UI"/>
              </a:rPr>
              <a:t>Senadores</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Infonavit</a:t>
            </a:r>
            <a:r>
              <a:rPr sz="1050" b="0" i="0" dirty="0">
                <a:solidFill>
                  <a:srgbClr val="2A2A2A"/>
                </a:solidFill>
                <a:latin typeface="Segoe UI"/>
              </a:rPr>
              <a:t> — SAFRE/SAFI, </a:t>
            </a:r>
            <a:r>
              <a:rPr sz="1050" b="0" i="0" dirty="0" err="1">
                <a:solidFill>
                  <a:srgbClr val="2A2A2A"/>
                </a:solidFill>
                <a:latin typeface="Segoe UI"/>
              </a:rPr>
              <a:t>Cuenta</a:t>
            </a:r>
            <a:r>
              <a:rPr sz="1050" b="0" i="0" dirty="0">
                <a:solidFill>
                  <a:srgbClr val="2A2A2A"/>
                </a:solidFill>
                <a:latin typeface="Segoe UI"/>
              </a:rPr>
              <a:t> Individual de Vivienda.</a:t>
            </a:r>
          </a:p>
          <a:p>
            <a:pPr algn="l">
              <a:lnSpc>
                <a:spcPct val="125000"/>
              </a:lnSpc>
            </a:pPr>
            <a:r>
              <a:rPr sz="1050" b="0" i="0" dirty="0">
                <a:solidFill>
                  <a:srgbClr val="2A2A2A"/>
                </a:solidFill>
                <a:latin typeface="Segoe UI"/>
              </a:rPr>
              <a:t>•  </a:t>
            </a:r>
            <a:r>
              <a:rPr sz="1050" b="0" i="0" dirty="0" err="1">
                <a:solidFill>
                  <a:srgbClr val="2A2A2A"/>
                </a:solidFill>
                <a:latin typeface="Segoe UI"/>
              </a:rPr>
              <a:t>Soluciones</a:t>
            </a:r>
            <a:r>
              <a:rPr sz="1050" b="0" i="0" dirty="0">
                <a:solidFill>
                  <a:srgbClr val="2A2A2A"/>
                </a:solidFill>
                <a:latin typeface="Segoe UI"/>
              </a:rPr>
              <a:t> </a:t>
            </a:r>
            <a:r>
              <a:rPr sz="1050" b="0" i="0" dirty="0" err="1">
                <a:solidFill>
                  <a:srgbClr val="2A2A2A"/>
                </a:solidFill>
                <a:latin typeface="Segoe UI"/>
              </a:rPr>
              <a:t>administrativas</a:t>
            </a:r>
            <a:r>
              <a:rPr sz="1050" b="0" i="0" dirty="0">
                <a:solidFill>
                  <a:srgbClr val="2A2A2A"/>
                </a:solidFill>
                <a:latin typeface="Segoe UI"/>
              </a:rPr>
              <a:t> de </a:t>
            </a:r>
            <a:r>
              <a:rPr sz="1050" b="0" i="0" dirty="0" err="1">
                <a:solidFill>
                  <a:srgbClr val="2A2A2A"/>
                </a:solidFill>
                <a:latin typeface="Segoe UI"/>
              </a:rPr>
              <a:t>nivel</a:t>
            </a:r>
            <a:r>
              <a:rPr sz="1050" b="0" i="0" dirty="0">
                <a:solidFill>
                  <a:srgbClr val="2A2A2A"/>
                </a:solidFill>
                <a:latin typeface="Segoe UI"/>
              </a:rPr>
              <a:t> ministerial.</a:t>
            </a:r>
            <a:endParaRPr lang="es-MX" sz="1050" b="0" i="0" dirty="0">
              <a:solidFill>
                <a:srgbClr val="2A2A2A"/>
              </a:solidFill>
              <a:latin typeface="Segoe UI"/>
            </a:endParaRPr>
          </a:p>
          <a:p>
            <a:pPr>
              <a:lnSpc>
                <a:spcPct val="125000"/>
              </a:lnSpc>
            </a:pPr>
            <a:r>
              <a:rPr lang="es-MX" sz="1050" dirty="0">
                <a:solidFill>
                  <a:srgbClr val="2A2A2A"/>
                </a:solidFill>
                <a:latin typeface="Segoe UI"/>
              </a:rPr>
              <a:t>•  Gobierno de Tlaxcala </a:t>
            </a:r>
            <a:r>
              <a:rPr lang="en-US" sz="1050" dirty="0">
                <a:solidFill>
                  <a:srgbClr val="2A2A2A"/>
                </a:solidFill>
                <a:latin typeface="Segoe UI"/>
              </a:rPr>
              <a:t>— </a:t>
            </a:r>
            <a:r>
              <a:rPr lang="en-US" sz="1050" dirty="0" err="1">
                <a:solidFill>
                  <a:srgbClr val="2A2A2A"/>
                </a:solidFill>
                <a:latin typeface="Segoe UI"/>
              </a:rPr>
              <a:t>Secretaría</a:t>
            </a:r>
            <a:r>
              <a:rPr lang="en-US" sz="1050" dirty="0">
                <a:solidFill>
                  <a:srgbClr val="2A2A2A"/>
                </a:solidFill>
                <a:latin typeface="Segoe UI"/>
              </a:rPr>
              <a:t> de </a:t>
            </a:r>
            <a:r>
              <a:rPr lang="en-US" sz="1050" dirty="0" err="1">
                <a:solidFill>
                  <a:srgbClr val="2A2A2A"/>
                </a:solidFill>
                <a:latin typeface="Segoe UI"/>
              </a:rPr>
              <a:t>Finanzas</a:t>
            </a:r>
            <a:r>
              <a:rPr lang="es-MX" sz="1050" dirty="0">
                <a:solidFill>
                  <a:srgbClr val="2A2A2A"/>
                </a:solidFill>
                <a:latin typeface="Segoe UI"/>
              </a:rPr>
              <a:t>.</a:t>
            </a:r>
          </a:p>
          <a:p>
            <a:pPr algn="l">
              <a:lnSpc>
                <a:spcPct val="125000"/>
              </a:lnSpc>
            </a:pPr>
            <a:endParaRPr lang="es-MX" sz="1050" b="0" i="0" dirty="0">
              <a:solidFill>
                <a:srgbClr val="2A2A2A"/>
              </a:solidFill>
              <a:latin typeface="Segoe UI"/>
            </a:endParaRPr>
          </a:p>
        </p:txBody>
      </p:sp>
      <p:sp>
        <p:nvSpPr>
          <p:cNvPr id="13" name="Rectangle 12"/>
          <p:cNvSpPr/>
          <p:nvPr/>
        </p:nvSpPr>
        <p:spPr>
          <a:xfrm>
            <a:off x="2834640" y="2743200"/>
            <a:ext cx="2194560" cy="45720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0" y="2816352"/>
            <a:ext cx="2194560" cy="365760"/>
          </a:xfrm>
          <a:prstGeom prst="rect">
            <a:avLst/>
          </a:prstGeom>
          <a:noFill/>
        </p:spPr>
        <p:txBody>
          <a:bodyPr wrap="square" lIns="0" tIns="0" rIns="0" bIns="0" anchor="ctr">
            <a:spAutoFit/>
          </a:bodyPr>
          <a:lstStyle/>
          <a:p>
            <a:pPr algn="ctr">
              <a:lnSpc>
                <a:spcPct val="115000"/>
              </a:lnSpc>
            </a:pPr>
            <a:r>
              <a:rPr sz="1300" b="1" i="0">
                <a:solidFill>
                  <a:srgbClr val="FFFFFF"/>
                </a:solidFill>
                <a:latin typeface="Segoe UI Semibold"/>
              </a:rPr>
              <a:t>Universidades</a:t>
            </a:r>
          </a:p>
        </p:txBody>
      </p:sp>
      <p:sp>
        <p:nvSpPr>
          <p:cNvPr id="15" name="Rectangle 14"/>
          <p:cNvSpPr/>
          <p:nvPr/>
        </p:nvSpPr>
        <p:spPr>
          <a:xfrm>
            <a:off x="2834640" y="3200400"/>
            <a:ext cx="219456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71800" y="3337560"/>
            <a:ext cx="1920240" cy="3931920"/>
          </a:xfrm>
          <a:prstGeom prst="rect">
            <a:avLst/>
          </a:prstGeom>
          <a:noFill/>
        </p:spPr>
        <p:txBody>
          <a:bodyPr wrap="square" lIns="0" tIns="0" rIns="0" bIns="0" anchor="t">
            <a:spAutoFit/>
          </a:bodyPr>
          <a:lstStyle/>
          <a:p>
            <a:pPr algn="l">
              <a:lnSpc>
                <a:spcPct val="125000"/>
              </a:lnSpc>
            </a:pPr>
            <a:r>
              <a:rPr sz="1050" b="0" i="0">
                <a:solidFill>
                  <a:srgbClr val="2A2A2A"/>
                </a:solidFill>
                <a:latin typeface="Segoe UI"/>
              </a:rPr>
              <a:t>•  Universidad Autónoma del Estado de Morelos — administración financiera.</a:t>
            </a:r>
          </a:p>
          <a:p>
            <a:pPr algn="l">
              <a:lnSpc>
                <a:spcPct val="125000"/>
              </a:lnSpc>
            </a:pPr>
            <a:r>
              <a:rPr sz="1050" b="0" i="0">
                <a:solidFill>
                  <a:srgbClr val="2A2A2A"/>
                </a:solidFill>
                <a:latin typeface="Segoe UI"/>
              </a:rPr>
              <a:t>•  Sistemas de inventarios y equipo médico universitario.</a:t>
            </a:r>
          </a:p>
          <a:p>
            <a:pPr algn="l">
              <a:lnSpc>
                <a:spcPct val="125000"/>
              </a:lnSpc>
            </a:pPr>
            <a:r>
              <a:rPr sz="1050" b="0" i="0">
                <a:solidFill>
                  <a:srgbClr val="2A2A2A"/>
                </a:solidFill>
                <a:latin typeface="Segoe UI"/>
              </a:rPr>
              <a:t>•  Plataformas de ahorro académico y nómina.</a:t>
            </a:r>
          </a:p>
          <a:p>
            <a:pPr algn="l">
              <a:lnSpc>
                <a:spcPct val="125000"/>
              </a:lnSpc>
            </a:pPr>
            <a:r>
              <a:rPr sz="1050" b="0" i="0">
                <a:solidFill>
                  <a:srgbClr val="2A2A2A"/>
                </a:solidFill>
                <a:latin typeface="Segoe UI"/>
              </a:rPr>
              <a:t>•  33+ subsistemas en operaciones académicas.</a:t>
            </a:r>
          </a:p>
        </p:txBody>
      </p:sp>
      <p:sp>
        <p:nvSpPr>
          <p:cNvPr id="17" name="Rectangle 16"/>
          <p:cNvSpPr/>
          <p:nvPr/>
        </p:nvSpPr>
        <p:spPr>
          <a:xfrm>
            <a:off x="5166360" y="2743200"/>
            <a:ext cx="2194560" cy="45720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66360" y="2816352"/>
            <a:ext cx="2194560" cy="365760"/>
          </a:xfrm>
          <a:prstGeom prst="rect">
            <a:avLst/>
          </a:prstGeom>
          <a:noFill/>
        </p:spPr>
        <p:txBody>
          <a:bodyPr wrap="square" lIns="0" tIns="0" rIns="0" bIns="0" anchor="ctr">
            <a:spAutoFit/>
          </a:bodyPr>
          <a:lstStyle/>
          <a:p>
            <a:pPr algn="ctr">
              <a:lnSpc>
                <a:spcPct val="115000"/>
              </a:lnSpc>
            </a:pPr>
            <a:r>
              <a:rPr sz="1300" b="1" i="0">
                <a:solidFill>
                  <a:srgbClr val="FFFFFF"/>
                </a:solidFill>
                <a:latin typeface="Segoe UI Semibold"/>
              </a:rPr>
              <a:t>Sector Privado</a:t>
            </a:r>
          </a:p>
        </p:txBody>
      </p:sp>
      <p:sp>
        <p:nvSpPr>
          <p:cNvPr id="19" name="Rectangle 18"/>
          <p:cNvSpPr/>
          <p:nvPr/>
        </p:nvSpPr>
        <p:spPr>
          <a:xfrm>
            <a:off x="5166360" y="3200400"/>
            <a:ext cx="219456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0" y="3337560"/>
            <a:ext cx="1920240" cy="3413627"/>
          </a:xfrm>
          <a:prstGeom prst="rect">
            <a:avLst/>
          </a:prstGeom>
          <a:noFill/>
        </p:spPr>
        <p:txBody>
          <a:bodyPr wrap="square" lIns="0" tIns="0" rIns="0" bIns="0" anchor="t">
            <a:spAutoFit/>
          </a:bodyPr>
          <a:lstStyle/>
          <a:p>
            <a:pPr algn="l">
              <a:lnSpc>
                <a:spcPct val="125000"/>
              </a:lnSpc>
            </a:pPr>
            <a:r>
              <a:rPr sz="1050" b="0" i="0" dirty="0">
                <a:solidFill>
                  <a:srgbClr val="2A2A2A"/>
                </a:solidFill>
                <a:latin typeface="Segoe UI"/>
              </a:rPr>
              <a:t>•  </a:t>
            </a:r>
            <a:r>
              <a:rPr sz="1050" b="0" i="0" dirty="0" err="1">
                <a:solidFill>
                  <a:srgbClr val="2A2A2A"/>
                </a:solidFill>
                <a:latin typeface="Segoe UI"/>
              </a:rPr>
              <a:t>Metlife</a:t>
            </a:r>
            <a:r>
              <a:rPr sz="1050" b="0" i="0" dirty="0">
                <a:solidFill>
                  <a:srgbClr val="2A2A2A"/>
                </a:solidFill>
                <a:latin typeface="Segoe UI"/>
              </a:rPr>
              <a:t> Afore / Afore XXI — </a:t>
            </a:r>
            <a:r>
              <a:rPr sz="1050" b="0" i="0" dirty="0" err="1">
                <a:solidFill>
                  <a:srgbClr val="2A2A2A"/>
                </a:solidFill>
                <a:latin typeface="Segoe UI"/>
              </a:rPr>
              <a:t>Fondos</a:t>
            </a:r>
            <a:r>
              <a:rPr sz="1050" b="0" i="0" dirty="0">
                <a:solidFill>
                  <a:srgbClr val="2A2A2A"/>
                </a:solidFill>
                <a:latin typeface="Segoe UI"/>
              </a:rPr>
              <a:t> de </a:t>
            </a:r>
            <a:r>
              <a:rPr sz="1050" b="0" i="0" dirty="0" err="1">
                <a:solidFill>
                  <a:srgbClr val="2A2A2A"/>
                </a:solidFill>
                <a:latin typeface="Segoe UI"/>
              </a:rPr>
              <a:t>retiro</a:t>
            </a:r>
            <a:r>
              <a:rPr sz="1050" b="0" i="0" dirty="0">
                <a:solidFill>
                  <a:srgbClr val="2A2A2A"/>
                </a:solidFill>
                <a:latin typeface="Segoe UI"/>
              </a:rPr>
              <a:t>.</a:t>
            </a:r>
          </a:p>
          <a:p>
            <a:pPr algn="l">
              <a:lnSpc>
                <a:spcPct val="125000"/>
              </a:lnSpc>
            </a:pPr>
            <a:r>
              <a:rPr sz="1050" b="0" i="0" dirty="0">
                <a:solidFill>
                  <a:srgbClr val="2A2A2A"/>
                </a:solidFill>
                <a:latin typeface="Segoe UI"/>
              </a:rPr>
              <a:t>•  QBE </a:t>
            </a:r>
            <a:r>
              <a:rPr sz="1050" b="0" i="0" dirty="0" err="1">
                <a:solidFill>
                  <a:srgbClr val="2A2A2A"/>
                </a:solidFill>
                <a:latin typeface="Segoe UI"/>
              </a:rPr>
              <a:t>Compañía</a:t>
            </a:r>
            <a:r>
              <a:rPr sz="1050" b="0" i="0" dirty="0">
                <a:solidFill>
                  <a:srgbClr val="2A2A2A"/>
                </a:solidFill>
                <a:latin typeface="Segoe UI"/>
              </a:rPr>
              <a:t> de </a:t>
            </a:r>
            <a:r>
              <a:rPr sz="1050" b="0" i="0" dirty="0" err="1">
                <a:solidFill>
                  <a:srgbClr val="2A2A2A"/>
                </a:solidFill>
                <a:latin typeface="Segoe UI"/>
              </a:rPr>
              <a:t>Seguros</a:t>
            </a:r>
            <a:r>
              <a:rPr sz="1050" b="0" i="0" dirty="0">
                <a:solidFill>
                  <a:srgbClr val="2A2A2A"/>
                </a:solidFill>
                <a:latin typeface="Segoe UI"/>
              </a:rPr>
              <a:t> — </a:t>
            </a:r>
            <a:r>
              <a:rPr sz="1050" b="0" i="0" dirty="0" err="1">
                <a:solidFill>
                  <a:srgbClr val="2A2A2A"/>
                </a:solidFill>
                <a:latin typeface="Segoe UI"/>
              </a:rPr>
              <a:t>Oficina</a:t>
            </a:r>
            <a:r>
              <a:rPr sz="1050" b="0" i="0" dirty="0">
                <a:solidFill>
                  <a:srgbClr val="2A2A2A"/>
                </a:solidFill>
                <a:latin typeface="Segoe UI"/>
              </a:rPr>
              <a:t> virtual.</a:t>
            </a:r>
          </a:p>
          <a:p>
            <a:pPr algn="l">
              <a:lnSpc>
                <a:spcPct val="125000"/>
              </a:lnSpc>
            </a:pPr>
            <a:r>
              <a:rPr sz="1050" b="0" i="0" dirty="0">
                <a:solidFill>
                  <a:srgbClr val="2A2A2A"/>
                </a:solidFill>
                <a:latin typeface="Segoe UI"/>
              </a:rPr>
              <a:t>•  PINSA </a:t>
            </a:r>
            <a:r>
              <a:rPr sz="1050" b="0" i="0" dirty="0" err="1">
                <a:solidFill>
                  <a:srgbClr val="2A2A2A"/>
                </a:solidFill>
                <a:latin typeface="Segoe UI"/>
              </a:rPr>
              <a:t>Comercial</a:t>
            </a:r>
            <a:r>
              <a:rPr sz="1050" b="0" i="0" dirty="0">
                <a:solidFill>
                  <a:srgbClr val="2A2A2A"/>
                </a:solidFill>
                <a:latin typeface="Segoe UI"/>
              </a:rPr>
              <a:t> — Sistemas </a:t>
            </a:r>
            <a:r>
              <a:rPr sz="1050" b="0" i="0" dirty="0" err="1">
                <a:solidFill>
                  <a:srgbClr val="2A2A2A"/>
                </a:solidFill>
                <a:latin typeface="Segoe UI"/>
              </a:rPr>
              <a:t>financieros</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Tramontina</a:t>
            </a:r>
            <a:r>
              <a:rPr lang="es-MX" sz="1050" dirty="0">
                <a:solidFill>
                  <a:srgbClr val="2A2A2A"/>
                </a:solidFill>
                <a:latin typeface="Segoe UI"/>
              </a:rPr>
              <a:t> </a:t>
            </a:r>
            <a:r>
              <a:rPr sz="1050" b="0" i="0" dirty="0">
                <a:solidFill>
                  <a:srgbClr val="2A2A2A"/>
                </a:solidFill>
                <a:latin typeface="Segoe UI"/>
              </a:rPr>
              <a:t>— </a:t>
            </a:r>
            <a:r>
              <a:rPr sz="1050" b="0" i="0" dirty="0" err="1">
                <a:solidFill>
                  <a:srgbClr val="2A2A2A"/>
                </a:solidFill>
                <a:latin typeface="Segoe UI"/>
              </a:rPr>
              <a:t>Nómina</a:t>
            </a:r>
            <a:r>
              <a:rPr sz="1050" b="0" i="0" dirty="0">
                <a:solidFill>
                  <a:srgbClr val="2A2A2A"/>
                </a:solidFill>
                <a:latin typeface="Segoe UI"/>
              </a:rPr>
              <a:t> y </a:t>
            </a:r>
            <a:r>
              <a:rPr sz="1050" b="0" i="0" dirty="0" err="1">
                <a:solidFill>
                  <a:srgbClr val="2A2A2A"/>
                </a:solidFill>
                <a:latin typeface="Segoe UI"/>
              </a:rPr>
              <a:t>almacenes</a:t>
            </a:r>
            <a:r>
              <a:rPr sz="1050" b="0" i="0" dirty="0">
                <a:solidFill>
                  <a:srgbClr val="2A2A2A"/>
                </a:solidFill>
                <a:latin typeface="Segoe UI"/>
              </a:rPr>
              <a:t>.</a:t>
            </a:r>
          </a:p>
          <a:p>
            <a:pPr algn="l">
              <a:lnSpc>
                <a:spcPct val="125000"/>
              </a:lnSpc>
            </a:pPr>
            <a:r>
              <a:rPr sz="1050" b="0" i="0" dirty="0">
                <a:solidFill>
                  <a:srgbClr val="2A2A2A"/>
                </a:solidFill>
                <a:latin typeface="Segoe UI"/>
              </a:rPr>
              <a:t>•  </a:t>
            </a:r>
            <a:r>
              <a:rPr sz="1050" b="0" i="0" dirty="0" err="1">
                <a:solidFill>
                  <a:srgbClr val="2A2A2A"/>
                </a:solidFill>
                <a:latin typeface="Segoe UI"/>
              </a:rPr>
              <a:t>Hilos</a:t>
            </a:r>
            <a:r>
              <a:rPr sz="1050" b="0" i="0" dirty="0">
                <a:solidFill>
                  <a:srgbClr val="2A2A2A"/>
                </a:solidFill>
                <a:latin typeface="Segoe UI"/>
              </a:rPr>
              <a:t> A&amp;E de México — </a:t>
            </a:r>
            <a:r>
              <a:rPr sz="1050" b="0" i="0" dirty="0" err="1">
                <a:solidFill>
                  <a:srgbClr val="2A2A2A"/>
                </a:solidFill>
                <a:latin typeface="Segoe UI"/>
              </a:rPr>
              <a:t>Inventarios</a:t>
            </a:r>
            <a:r>
              <a:rPr sz="1050" b="0" i="0" dirty="0">
                <a:solidFill>
                  <a:srgbClr val="2A2A2A"/>
                </a:solidFill>
                <a:latin typeface="Segoe UI"/>
              </a:rPr>
              <a:t>.</a:t>
            </a:r>
          </a:p>
          <a:p>
            <a:pPr>
              <a:lnSpc>
                <a:spcPct val="125000"/>
              </a:lnSpc>
            </a:pPr>
            <a:r>
              <a:rPr sz="1050" b="0" i="0" dirty="0">
                <a:solidFill>
                  <a:srgbClr val="2A2A2A"/>
                </a:solidFill>
                <a:latin typeface="Segoe UI"/>
              </a:rPr>
              <a:t>•  </a:t>
            </a:r>
            <a:r>
              <a:rPr lang="es-MX" sz="1050" dirty="0">
                <a:solidFill>
                  <a:srgbClr val="2A2A2A"/>
                </a:solidFill>
                <a:latin typeface="Segoe UI"/>
              </a:rPr>
              <a:t>TRAXION </a:t>
            </a:r>
            <a:r>
              <a:rPr lang="en-US" sz="1050" dirty="0">
                <a:solidFill>
                  <a:srgbClr val="2A2A2A"/>
                </a:solidFill>
                <a:latin typeface="Segoe UI"/>
              </a:rPr>
              <a:t>— </a:t>
            </a:r>
            <a:r>
              <a:rPr lang="en-US" sz="1050" dirty="0" err="1">
                <a:solidFill>
                  <a:srgbClr val="2A2A2A"/>
                </a:solidFill>
                <a:latin typeface="Segoe UI"/>
              </a:rPr>
              <a:t>Logística</a:t>
            </a:r>
            <a:endParaRPr lang="en-US" sz="1050" dirty="0">
              <a:solidFill>
                <a:srgbClr val="2A2A2A"/>
              </a:solidFill>
              <a:latin typeface="Segoe UI"/>
            </a:endParaRPr>
          </a:p>
          <a:p>
            <a:pPr>
              <a:lnSpc>
                <a:spcPct val="125000"/>
              </a:lnSpc>
            </a:pPr>
            <a:r>
              <a:rPr lang="en-US" sz="1050" dirty="0">
                <a:solidFill>
                  <a:srgbClr val="2A2A2A"/>
                </a:solidFill>
                <a:latin typeface="Segoe UI"/>
              </a:rPr>
              <a:t>•  EFP — Sistemas de </a:t>
            </a:r>
            <a:r>
              <a:rPr lang="en-US" sz="1050" dirty="0" err="1">
                <a:solidFill>
                  <a:srgbClr val="2A2A2A"/>
                </a:solidFill>
                <a:latin typeface="Segoe UI"/>
              </a:rPr>
              <a:t>fondos</a:t>
            </a:r>
            <a:r>
              <a:rPr lang="en-US" sz="1050" dirty="0">
                <a:solidFill>
                  <a:srgbClr val="2A2A2A"/>
                </a:solidFill>
                <a:latin typeface="Segoe UI"/>
              </a:rPr>
              <a:t> de pension.</a:t>
            </a:r>
          </a:p>
          <a:p>
            <a:pPr>
              <a:lnSpc>
                <a:spcPct val="125000"/>
              </a:lnSpc>
            </a:pPr>
            <a:r>
              <a:rPr lang="en-US" sz="1050" dirty="0">
                <a:solidFill>
                  <a:srgbClr val="2A2A2A"/>
                </a:solidFill>
                <a:latin typeface="Segoe UI"/>
              </a:rPr>
              <a:t>•  ZURICH — </a:t>
            </a:r>
            <a:r>
              <a:rPr lang="en-US" sz="1050" dirty="0" err="1">
                <a:solidFill>
                  <a:srgbClr val="2A2A2A"/>
                </a:solidFill>
                <a:latin typeface="Segoe UI"/>
              </a:rPr>
              <a:t>Aseguradora</a:t>
            </a:r>
            <a:r>
              <a:rPr lang="en-US" sz="1050" dirty="0">
                <a:solidFill>
                  <a:srgbClr val="2A2A2A"/>
                </a:solidFill>
                <a:latin typeface="Segoe UI"/>
              </a:rPr>
              <a:t>.</a:t>
            </a:r>
          </a:p>
          <a:p>
            <a:pPr>
              <a:lnSpc>
                <a:spcPct val="125000"/>
              </a:lnSpc>
            </a:pPr>
            <a:endParaRPr lang="en-US" sz="1050" dirty="0">
              <a:solidFill>
                <a:srgbClr val="2A2A2A"/>
              </a:solidFill>
              <a:latin typeface="Segoe UI"/>
            </a:endParaRPr>
          </a:p>
          <a:p>
            <a:pPr>
              <a:lnSpc>
                <a:spcPct val="125000"/>
              </a:lnSpc>
            </a:pPr>
            <a:endParaRPr lang="es-MX" sz="1050" b="0" i="0" dirty="0">
              <a:solidFill>
                <a:srgbClr val="2A2A2A"/>
              </a:solidFill>
              <a:latin typeface="Segoe UI"/>
            </a:endParaRPr>
          </a:p>
          <a:p>
            <a:pPr algn="l">
              <a:lnSpc>
                <a:spcPct val="125000"/>
              </a:lnSpc>
            </a:pPr>
            <a:endParaRPr sz="1050" b="0" i="0" dirty="0">
              <a:solidFill>
                <a:srgbClr val="2A2A2A"/>
              </a:solidFill>
              <a:latin typeface="Segoe UI"/>
            </a:endParaRPr>
          </a:p>
        </p:txBody>
      </p:sp>
      <p:sp>
        <p:nvSpPr>
          <p:cNvPr id="21" name="Rectangle 20"/>
          <p:cNvSpPr/>
          <p:nvPr/>
        </p:nvSpPr>
        <p:spPr>
          <a:xfrm>
            <a:off x="502920" y="7680960"/>
            <a:ext cx="6766560" cy="1828800"/>
          </a:xfrm>
          <a:prstGeom prst="rect">
            <a:avLst/>
          </a:prstGeom>
          <a:solidFill>
            <a:srgbClr val="26B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7863840"/>
            <a:ext cx="6766560" cy="457200"/>
          </a:xfrm>
          <a:prstGeom prst="rect">
            <a:avLst/>
          </a:prstGeom>
          <a:noFill/>
        </p:spPr>
        <p:txBody>
          <a:bodyPr wrap="square" lIns="0" tIns="0" rIns="0" bIns="0" anchor="t">
            <a:spAutoFit/>
          </a:bodyPr>
          <a:lstStyle/>
          <a:p>
            <a:pPr algn="ctr">
              <a:lnSpc>
                <a:spcPct val="115000"/>
              </a:lnSpc>
            </a:pPr>
            <a:r>
              <a:rPr sz="1800" b="1" i="0">
                <a:solidFill>
                  <a:srgbClr val="FFFFFF"/>
                </a:solidFill>
                <a:latin typeface="Segoe UI Semibold"/>
              </a:rPr>
              <a:t>En cifras</a:t>
            </a:r>
          </a:p>
        </p:txBody>
      </p:sp>
      <p:sp>
        <p:nvSpPr>
          <p:cNvPr id="23" name="TextBox 22"/>
          <p:cNvSpPr txBox="1"/>
          <p:nvPr/>
        </p:nvSpPr>
        <p:spPr>
          <a:xfrm>
            <a:off x="777240" y="8366760"/>
            <a:ext cx="2011680" cy="502920"/>
          </a:xfrm>
          <a:prstGeom prst="rect">
            <a:avLst/>
          </a:prstGeom>
          <a:noFill/>
        </p:spPr>
        <p:txBody>
          <a:bodyPr wrap="square" lIns="0" tIns="0" rIns="0" bIns="0" anchor="t">
            <a:spAutoFit/>
          </a:bodyPr>
          <a:lstStyle/>
          <a:p>
            <a:pPr algn="ctr">
              <a:lnSpc>
                <a:spcPct val="115000"/>
              </a:lnSpc>
            </a:pPr>
            <a:r>
              <a:rPr sz="3000" b="1" i="0">
                <a:solidFill>
                  <a:srgbClr val="FFFFFF"/>
                </a:solidFill>
                <a:latin typeface="Segoe UI Semibold"/>
              </a:rPr>
              <a:t>300+</a:t>
            </a:r>
          </a:p>
        </p:txBody>
      </p:sp>
      <p:sp>
        <p:nvSpPr>
          <p:cNvPr id="24" name="TextBox 23"/>
          <p:cNvSpPr txBox="1"/>
          <p:nvPr/>
        </p:nvSpPr>
        <p:spPr>
          <a:xfrm>
            <a:off x="777240" y="8869680"/>
            <a:ext cx="2011680" cy="365760"/>
          </a:xfrm>
          <a:prstGeom prst="rect">
            <a:avLst/>
          </a:prstGeom>
          <a:noFill/>
        </p:spPr>
        <p:txBody>
          <a:bodyPr wrap="square" lIns="0" tIns="0" rIns="0" bIns="0" anchor="t">
            <a:spAutoFit/>
          </a:bodyPr>
          <a:lstStyle/>
          <a:p>
            <a:pPr algn="ctr">
              <a:lnSpc>
                <a:spcPct val="115000"/>
              </a:lnSpc>
            </a:pPr>
            <a:r>
              <a:rPr sz="1000" b="0" i="1">
                <a:solidFill>
                  <a:srgbClr val="FFFFFF"/>
                </a:solidFill>
                <a:latin typeface="Segoe UI"/>
              </a:rPr>
              <a:t>proyectos exitosos</a:t>
            </a:r>
          </a:p>
        </p:txBody>
      </p:sp>
      <p:sp>
        <p:nvSpPr>
          <p:cNvPr id="25" name="TextBox 24"/>
          <p:cNvSpPr txBox="1"/>
          <p:nvPr/>
        </p:nvSpPr>
        <p:spPr>
          <a:xfrm>
            <a:off x="2926080" y="8366760"/>
            <a:ext cx="2011680" cy="502920"/>
          </a:xfrm>
          <a:prstGeom prst="rect">
            <a:avLst/>
          </a:prstGeom>
          <a:noFill/>
        </p:spPr>
        <p:txBody>
          <a:bodyPr wrap="square" lIns="0" tIns="0" rIns="0" bIns="0" anchor="t">
            <a:spAutoFit/>
          </a:bodyPr>
          <a:lstStyle/>
          <a:p>
            <a:pPr algn="ctr">
              <a:lnSpc>
                <a:spcPct val="115000"/>
              </a:lnSpc>
            </a:pPr>
            <a:r>
              <a:rPr sz="3000" b="1" i="0" dirty="0">
                <a:solidFill>
                  <a:srgbClr val="FFFFFF"/>
                </a:solidFill>
                <a:latin typeface="Segoe UI Semibold"/>
              </a:rPr>
              <a:t>2</a:t>
            </a:r>
            <a:r>
              <a:rPr lang="es-MX" sz="3000" b="1" i="0" dirty="0">
                <a:solidFill>
                  <a:srgbClr val="FFFFFF"/>
                </a:solidFill>
                <a:latin typeface="Segoe UI Semibold"/>
              </a:rPr>
              <a:t>5</a:t>
            </a:r>
            <a:r>
              <a:rPr sz="3000" b="1" i="0" dirty="0">
                <a:solidFill>
                  <a:srgbClr val="FFFFFF"/>
                </a:solidFill>
                <a:latin typeface="Segoe UI Semibold"/>
              </a:rPr>
              <a:t>+</a:t>
            </a:r>
          </a:p>
        </p:txBody>
      </p:sp>
      <p:sp>
        <p:nvSpPr>
          <p:cNvPr id="26" name="TextBox 25"/>
          <p:cNvSpPr txBox="1"/>
          <p:nvPr/>
        </p:nvSpPr>
        <p:spPr>
          <a:xfrm>
            <a:off x="2926080" y="8869680"/>
            <a:ext cx="2011680" cy="365760"/>
          </a:xfrm>
          <a:prstGeom prst="rect">
            <a:avLst/>
          </a:prstGeom>
          <a:noFill/>
        </p:spPr>
        <p:txBody>
          <a:bodyPr wrap="square" lIns="0" tIns="0" rIns="0" bIns="0" anchor="t">
            <a:spAutoFit/>
          </a:bodyPr>
          <a:lstStyle/>
          <a:p>
            <a:pPr algn="ctr">
              <a:lnSpc>
                <a:spcPct val="115000"/>
              </a:lnSpc>
            </a:pPr>
            <a:r>
              <a:rPr sz="1000" b="0" i="1">
                <a:solidFill>
                  <a:srgbClr val="FFFFFF"/>
                </a:solidFill>
                <a:latin typeface="Segoe UI"/>
              </a:rPr>
              <a:t>años en México</a:t>
            </a:r>
          </a:p>
        </p:txBody>
      </p:sp>
      <p:sp>
        <p:nvSpPr>
          <p:cNvPr id="27" name="TextBox 26"/>
          <p:cNvSpPr txBox="1"/>
          <p:nvPr/>
        </p:nvSpPr>
        <p:spPr>
          <a:xfrm>
            <a:off x="5074920" y="8366760"/>
            <a:ext cx="2011680" cy="502920"/>
          </a:xfrm>
          <a:prstGeom prst="rect">
            <a:avLst/>
          </a:prstGeom>
          <a:noFill/>
        </p:spPr>
        <p:txBody>
          <a:bodyPr wrap="square" lIns="0" tIns="0" rIns="0" bIns="0" anchor="t">
            <a:spAutoFit/>
          </a:bodyPr>
          <a:lstStyle/>
          <a:p>
            <a:pPr algn="ctr">
              <a:lnSpc>
                <a:spcPct val="115000"/>
              </a:lnSpc>
            </a:pPr>
            <a:r>
              <a:rPr sz="3000" b="1" i="0" dirty="0">
                <a:solidFill>
                  <a:srgbClr val="FFFFFF"/>
                </a:solidFill>
                <a:latin typeface="Segoe UI Semibold"/>
              </a:rPr>
              <a:t>17+</a:t>
            </a:r>
          </a:p>
        </p:txBody>
      </p:sp>
      <p:sp>
        <p:nvSpPr>
          <p:cNvPr id="28" name="TextBox 27"/>
          <p:cNvSpPr txBox="1"/>
          <p:nvPr/>
        </p:nvSpPr>
        <p:spPr>
          <a:xfrm>
            <a:off x="5074920" y="8869680"/>
            <a:ext cx="2011680" cy="365760"/>
          </a:xfrm>
          <a:prstGeom prst="rect">
            <a:avLst/>
          </a:prstGeom>
          <a:noFill/>
        </p:spPr>
        <p:txBody>
          <a:bodyPr wrap="square" lIns="0" tIns="0" rIns="0" bIns="0" anchor="t">
            <a:spAutoFit/>
          </a:bodyPr>
          <a:lstStyle/>
          <a:p>
            <a:pPr algn="ctr">
              <a:lnSpc>
                <a:spcPct val="115000"/>
              </a:lnSpc>
            </a:pPr>
            <a:r>
              <a:rPr sz="1000" b="0" i="1" dirty="0" err="1">
                <a:solidFill>
                  <a:srgbClr val="FFFFFF"/>
                </a:solidFill>
                <a:latin typeface="Segoe UI"/>
              </a:rPr>
              <a:t>sistemas</a:t>
            </a:r>
            <a:r>
              <a:rPr sz="1000" b="0" i="1" dirty="0">
                <a:solidFill>
                  <a:srgbClr val="FFFFFF"/>
                </a:solidFill>
                <a:latin typeface="Segoe UI"/>
              </a:rPr>
              <a:t> </a:t>
            </a:r>
            <a:r>
              <a:rPr sz="1000" b="0" i="1" dirty="0" err="1">
                <a:solidFill>
                  <a:srgbClr val="FFFFFF"/>
                </a:solidFill>
                <a:latin typeface="Segoe UI"/>
              </a:rPr>
              <a:t>en</a:t>
            </a:r>
            <a:r>
              <a:rPr sz="1000" b="0" i="1" dirty="0">
                <a:solidFill>
                  <a:srgbClr val="FFFFFF"/>
                </a:solidFill>
                <a:latin typeface="Segoe UI"/>
              </a:rPr>
              <a:t> ISSSTE</a:t>
            </a:r>
          </a:p>
        </p:txBody>
      </p:sp>
      <p:pic>
        <p:nvPicPr>
          <p:cNvPr id="29" name="Imagen 28" descr="Imagen que contiene Forma&#10;&#10;El contenido generado por IA puede ser incorrecto.">
            <a:extLst>
              <a:ext uri="{FF2B5EF4-FFF2-40B4-BE49-F238E27FC236}">
                <a16:creationId xmlns:a16="http://schemas.microsoft.com/office/drawing/2014/main" id="{F1F66CD6-8940-96EF-1C4F-8EE3FD02C43E}"/>
              </a:ext>
            </a:extLst>
          </p:cNvPr>
          <p:cNvPicPr>
            <a:picLocks noChangeAspect="1"/>
          </p:cNvPicPr>
          <p:nvPr/>
        </p:nvPicPr>
        <p:blipFill>
          <a:blip r:embed="rId2">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822960"/>
          </a:xfrm>
          <a:prstGeom prst="rect">
            <a:avLst/>
          </a:prstGeom>
          <a:noFill/>
        </p:spPr>
        <p:txBody>
          <a:bodyPr wrap="square" lIns="0" tIns="0" rIns="0" bIns="0" anchor="t">
            <a:spAutoFit/>
          </a:bodyPr>
          <a:lstStyle/>
          <a:p>
            <a:pPr algn="l">
              <a:lnSpc>
                <a:spcPct val="115000"/>
              </a:lnSpc>
            </a:pPr>
            <a:r>
              <a:rPr sz="4200" b="0" i="0">
                <a:solidFill>
                  <a:srgbClr val="114A5C"/>
                </a:solidFill>
                <a:latin typeface="Segoe UI Light"/>
              </a:rPr>
              <a:t>Compromiso con el Sector Público</a:t>
            </a: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7</a:t>
            </a:r>
          </a:p>
        </p:txBody>
      </p:sp>
      <p:sp>
        <p:nvSpPr>
          <p:cNvPr id="8" name="TextBox 7"/>
          <p:cNvSpPr txBox="1"/>
          <p:nvPr/>
        </p:nvSpPr>
        <p:spPr>
          <a:xfrm>
            <a:off x="502920" y="2103120"/>
            <a:ext cx="6766560" cy="773545"/>
          </a:xfrm>
          <a:prstGeom prst="rect">
            <a:avLst/>
          </a:prstGeom>
          <a:noFill/>
        </p:spPr>
        <p:txBody>
          <a:bodyPr wrap="square" lIns="0" tIns="0" rIns="0" bIns="0" anchor="t">
            <a:spAutoFit/>
          </a:bodyPr>
          <a:lstStyle/>
          <a:p>
            <a:pPr algn="l">
              <a:lnSpc>
                <a:spcPct val="115000"/>
              </a:lnSpc>
            </a:pPr>
            <a:endParaRPr lang="es-MX" sz="1500" b="0" i="1" dirty="0">
              <a:solidFill>
                <a:srgbClr val="114A5C"/>
              </a:solidFill>
              <a:latin typeface="Segoe UI Semibold"/>
            </a:endParaRPr>
          </a:p>
          <a:p>
            <a:pPr algn="l">
              <a:lnSpc>
                <a:spcPct val="115000"/>
              </a:lnSpc>
            </a:pPr>
            <a:endParaRPr lang="es-MX" sz="1500" i="1" dirty="0">
              <a:solidFill>
                <a:srgbClr val="114A5C"/>
              </a:solidFill>
              <a:latin typeface="Segoe UI Semibold"/>
            </a:endParaRPr>
          </a:p>
          <a:p>
            <a:pPr algn="l">
              <a:lnSpc>
                <a:spcPct val="115000"/>
              </a:lnSpc>
            </a:pPr>
            <a:r>
              <a:rPr sz="1500" b="0" i="1" dirty="0" err="1">
                <a:solidFill>
                  <a:srgbClr val="114A5C"/>
                </a:solidFill>
                <a:latin typeface="Segoe UI Semibold"/>
              </a:rPr>
              <a:t>Listos</a:t>
            </a:r>
            <a:r>
              <a:rPr sz="1500" b="0" i="1" dirty="0">
                <a:solidFill>
                  <a:srgbClr val="114A5C"/>
                </a:solidFill>
                <a:latin typeface="Segoe UI Semibold"/>
              </a:rPr>
              <a:t> para </a:t>
            </a:r>
            <a:r>
              <a:rPr sz="1500" b="0" i="1" dirty="0" err="1">
                <a:solidFill>
                  <a:srgbClr val="114A5C"/>
                </a:solidFill>
                <a:latin typeface="Segoe UI Semibold"/>
              </a:rPr>
              <a:t>atender</a:t>
            </a:r>
            <a:r>
              <a:rPr sz="1500" b="0" i="1" dirty="0">
                <a:solidFill>
                  <a:srgbClr val="114A5C"/>
                </a:solidFill>
                <a:latin typeface="Segoe UI Semibold"/>
              </a:rPr>
              <a:t> a la Administración Pública Federal.</a:t>
            </a:r>
          </a:p>
        </p:txBody>
      </p:sp>
      <p:sp>
        <p:nvSpPr>
          <p:cNvPr id="9" name="TextBox 8"/>
          <p:cNvSpPr txBox="1"/>
          <p:nvPr/>
        </p:nvSpPr>
        <p:spPr>
          <a:xfrm>
            <a:off x="502920" y="2697480"/>
            <a:ext cx="6766560" cy="3208764"/>
          </a:xfrm>
          <a:prstGeom prst="rect">
            <a:avLst/>
          </a:prstGeom>
          <a:noFill/>
        </p:spPr>
        <p:txBody>
          <a:bodyPr wrap="square" lIns="0" tIns="0" rIns="0" bIns="0" anchor="t">
            <a:spAutoFit/>
          </a:bodyPr>
          <a:lstStyle/>
          <a:p>
            <a:pPr algn="l">
              <a:lnSpc>
                <a:spcPct val="125000"/>
              </a:lnSpc>
            </a:pPr>
            <a:endParaRPr lang="es-MX" sz="1200" b="0" i="0" dirty="0">
              <a:solidFill>
                <a:srgbClr val="2A2A2A"/>
              </a:solidFill>
              <a:latin typeface="Segoe UI"/>
            </a:endParaRPr>
          </a:p>
          <a:p>
            <a:pPr algn="l">
              <a:lnSpc>
                <a:spcPct val="125000"/>
              </a:lnSpc>
            </a:pPr>
            <a:endParaRPr lang="es-MX" sz="1200" dirty="0">
              <a:solidFill>
                <a:srgbClr val="2A2A2A"/>
              </a:solidFill>
              <a:latin typeface="Segoe UI"/>
            </a:endParaRPr>
          </a:p>
          <a:p>
            <a:pPr algn="l">
              <a:lnSpc>
                <a:spcPct val="125000"/>
              </a:lnSpc>
            </a:pPr>
            <a:endParaRPr lang="es-MX" sz="1200" b="0" i="0" dirty="0">
              <a:solidFill>
                <a:srgbClr val="2A2A2A"/>
              </a:solidFill>
              <a:latin typeface="Segoe UI"/>
            </a:endParaRPr>
          </a:p>
          <a:p>
            <a:pPr algn="l">
              <a:lnSpc>
                <a:spcPct val="125000"/>
              </a:lnSpc>
            </a:pPr>
            <a:endParaRPr lang="es-MX" sz="1200" dirty="0">
              <a:solidFill>
                <a:srgbClr val="2A2A2A"/>
              </a:solidFill>
              <a:latin typeface="Segoe UI"/>
            </a:endParaRPr>
          </a:p>
          <a:p>
            <a:pPr algn="l">
              <a:lnSpc>
                <a:spcPct val="125000"/>
              </a:lnSpc>
            </a:pPr>
            <a:r>
              <a:rPr sz="1200" b="0" i="0" dirty="0">
                <a:solidFill>
                  <a:srgbClr val="2A2A2A"/>
                </a:solidFill>
                <a:latin typeface="Segoe UI"/>
              </a:rPr>
              <a:t>Four J</a:t>
            </a:r>
            <a:r>
              <a:rPr lang="es-MX" sz="1200" b="0" i="0" dirty="0">
                <a:solidFill>
                  <a:srgbClr val="2A2A2A"/>
                </a:solidFill>
                <a:latin typeface="Segoe UI"/>
              </a:rPr>
              <a:t> S</a:t>
            </a:r>
            <a:r>
              <a:rPr sz="1200" b="0" i="0" dirty="0">
                <a:solidFill>
                  <a:srgbClr val="2A2A2A"/>
                </a:solidFill>
                <a:latin typeface="Segoe UI"/>
              </a:rPr>
              <a:t> Development Tools </a:t>
            </a:r>
            <a:r>
              <a:rPr sz="1200" b="0" i="0" dirty="0" err="1">
                <a:solidFill>
                  <a:srgbClr val="2A2A2A"/>
                </a:solidFill>
                <a:latin typeface="Segoe UI"/>
              </a:rPr>
              <a:t>Latinoamérica</a:t>
            </a:r>
            <a:r>
              <a:rPr sz="1200" b="0" i="0" dirty="0">
                <a:solidFill>
                  <a:srgbClr val="2A2A2A"/>
                </a:solidFill>
                <a:latin typeface="Segoe UI"/>
              </a:rPr>
              <a:t>, S.A. de C.V. </a:t>
            </a:r>
            <a:r>
              <a:rPr sz="1200" b="0" i="0" dirty="0" err="1">
                <a:solidFill>
                  <a:srgbClr val="2A2A2A"/>
                </a:solidFill>
                <a:latin typeface="Segoe UI"/>
              </a:rPr>
              <a:t>cuenta</a:t>
            </a:r>
            <a:r>
              <a:rPr sz="1200" b="0" i="0" dirty="0">
                <a:solidFill>
                  <a:srgbClr val="2A2A2A"/>
                </a:solidFill>
                <a:latin typeface="Segoe UI"/>
              </a:rPr>
              <a:t> con:</a:t>
            </a:r>
          </a:p>
          <a:p>
            <a:pPr algn="l">
              <a:lnSpc>
                <a:spcPct val="125000"/>
              </a:lnSpc>
            </a:pPr>
            <a:endParaRPr sz="1200" b="0" i="0" dirty="0">
              <a:solidFill>
                <a:srgbClr val="2A2A2A"/>
              </a:solidFill>
              <a:latin typeface="Segoe UI"/>
            </a:endParaRPr>
          </a:p>
          <a:p>
            <a:pPr algn="l">
              <a:lnSpc>
                <a:spcPct val="125000"/>
              </a:lnSpc>
            </a:pPr>
            <a:r>
              <a:rPr sz="1200" b="0" i="0" dirty="0">
                <a:solidFill>
                  <a:srgbClr val="2A2A2A"/>
                </a:solidFill>
                <a:latin typeface="Segoe UI"/>
              </a:rPr>
              <a:t>•  Consultores </a:t>
            </a:r>
            <a:r>
              <a:rPr sz="1200" b="0" i="0" dirty="0" err="1">
                <a:solidFill>
                  <a:srgbClr val="2A2A2A"/>
                </a:solidFill>
                <a:latin typeface="Segoe UI"/>
              </a:rPr>
              <a:t>certificados</a:t>
            </a:r>
            <a:r>
              <a:rPr sz="1200" b="0" i="0" dirty="0">
                <a:solidFill>
                  <a:srgbClr val="2A2A2A"/>
                </a:solidFill>
                <a:latin typeface="Segoe UI"/>
              </a:rPr>
              <a:t> </a:t>
            </a:r>
            <a:r>
              <a:rPr sz="1200" b="0" i="0" dirty="0" err="1">
                <a:solidFill>
                  <a:srgbClr val="2A2A2A"/>
                </a:solidFill>
                <a:latin typeface="Segoe UI"/>
              </a:rPr>
              <a:t>en</a:t>
            </a:r>
            <a:r>
              <a:rPr sz="1200" b="0" i="0" dirty="0">
                <a:solidFill>
                  <a:srgbClr val="2A2A2A"/>
                </a:solidFill>
                <a:latin typeface="Segoe UI"/>
              </a:rPr>
              <a:t> las </a:t>
            </a:r>
            <a:r>
              <a:rPr sz="1200" b="0" i="0" dirty="0" err="1">
                <a:solidFill>
                  <a:srgbClr val="2A2A2A"/>
                </a:solidFill>
                <a:latin typeface="Segoe UI"/>
              </a:rPr>
              <a:t>últimas</a:t>
            </a:r>
            <a:r>
              <a:rPr sz="1200" b="0" i="0" dirty="0">
                <a:solidFill>
                  <a:srgbClr val="2A2A2A"/>
                </a:solidFill>
                <a:latin typeface="Segoe UI"/>
              </a:rPr>
              <a:t> </a:t>
            </a:r>
            <a:r>
              <a:rPr sz="1200" b="0" i="0" dirty="0" err="1">
                <a:solidFill>
                  <a:srgbClr val="2A2A2A"/>
                </a:solidFill>
                <a:latin typeface="Segoe UI"/>
              </a:rPr>
              <a:t>versiones</a:t>
            </a:r>
            <a:r>
              <a:rPr sz="1200" b="0" i="0" dirty="0">
                <a:solidFill>
                  <a:srgbClr val="2A2A2A"/>
                </a:solidFill>
                <a:latin typeface="Segoe UI"/>
              </a:rPr>
              <a:t> de la </a:t>
            </a:r>
            <a:r>
              <a:rPr sz="1200" b="0" i="0" dirty="0" err="1">
                <a:solidFill>
                  <a:srgbClr val="2A2A2A"/>
                </a:solidFill>
                <a:latin typeface="Segoe UI"/>
              </a:rPr>
              <a:t>tecnología</a:t>
            </a:r>
            <a:r>
              <a:rPr sz="1200" b="0" i="0" dirty="0">
                <a:solidFill>
                  <a:srgbClr val="2A2A2A"/>
                </a:solidFill>
                <a:latin typeface="Segoe UI"/>
              </a:rPr>
              <a:t> (Genero Enterprise v6, Genero Studio 6.00.04 con </a:t>
            </a:r>
            <a:r>
              <a:rPr sz="1200" b="0" i="0" dirty="0" err="1">
                <a:solidFill>
                  <a:srgbClr val="2A2A2A"/>
                </a:solidFill>
                <a:latin typeface="Segoe UI"/>
              </a:rPr>
              <a:t>asistente</a:t>
            </a:r>
            <a:r>
              <a:rPr sz="1200" b="0" i="0" dirty="0">
                <a:solidFill>
                  <a:srgbClr val="2A2A2A"/>
                </a:solidFill>
                <a:latin typeface="Segoe UI"/>
              </a:rPr>
              <a:t> de IA </a:t>
            </a:r>
            <a:r>
              <a:rPr sz="1200" b="0" i="0" dirty="0" err="1">
                <a:solidFill>
                  <a:srgbClr val="2A2A2A"/>
                </a:solidFill>
                <a:latin typeface="Segoe UI"/>
              </a:rPr>
              <a:t>integrado</a:t>
            </a:r>
            <a:r>
              <a:rPr sz="1200" b="0" i="0" dirty="0">
                <a:solidFill>
                  <a:srgbClr val="2A2A2A"/>
                </a:solidFill>
                <a:latin typeface="Segoe UI"/>
              </a:rPr>
              <a:t> y </a:t>
            </a:r>
            <a:r>
              <a:rPr sz="1200" b="0" i="0" dirty="0" err="1">
                <a:solidFill>
                  <a:srgbClr val="2A2A2A"/>
                </a:solidFill>
                <a:latin typeface="Segoe UI"/>
              </a:rPr>
              <a:t>el</a:t>
            </a:r>
            <a:r>
              <a:rPr sz="1200" b="0" i="0" dirty="0">
                <a:solidFill>
                  <a:srgbClr val="2A2A2A"/>
                </a:solidFill>
                <a:latin typeface="Segoe UI"/>
              </a:rPr>
              <a:t> </a:t>
            </a:r>
            <a:r>
              <a:rPr sz="1200" b="0" i="0" dirty="0" err="1">
                <a:solidFill>
                  <a:srgbClr val="2A2A2A"/>
                </a:solidFill>
                <a:latin typeface="Segoe UI"/>
              </a:rPr>
              <a:t>servicio</a:t>
            </a:r>
            <a:r>
              <a:rPr sz="1200" b="0" i="0" dirty="0">
                <a:solidFill>
                  <a:srgbClr val="2A2A2A"/>
                </a:solidFill>
                <a:latin typeface="Segoe UI"/>
              </a:rPr>
              <a:t> Genero Intelligence).</a:t>
            </a:r>
          </a:p>
          <a:p>
            <a:pPr algn="l">
              <a:lnSpc>
                <a:spcPct val="125000"/>
              </a:lnSpc>
            </a:pPr>
            <a:endParaRPr sz="1200" b="0" i="0" dirty="0">
              <a:solidFill>
                <a:srgbClr val="2A2A2A"/>
              </a:solidFill>
              <a:latin typeface="Segoe UI"/>
            </a:endParaRPr>
          </a:p>
          <a:p>
            <a:pPr algn="l">
              <a:lnSpc>
                <a:spcPct val="125000"/>
              </a:lnSpc>
            </a:pPr>
            <a:r>
              <a:rPr sz="1200" b="0" i="0" dirty="0">
                <a:solidFill>
                  <a:srgbClr val="2A2A2A"/>
                </a:solidFill>
                <a:latin typeface="Segoe UI"/>
              </a:rPr>
              <a:t>•  </a:t>
            </a:r>
            <a:r>
              <a:rPr sz="1200" b="0" i="0" dirty="0" err="1">
                <a:solidFill>
                  <a:srgbClr val="2A2A2A"/>
                </a:solidFill>
                <a:latin typeface="Segoe UI"/>
              </a:rPr>
              <a:t>Mínimo</a:t>
            </a:r>
            <a:r>
              <a:rPr sz="1200" b="0" i="0" dirty="0">
                <a:solidFill>
                  <a:srgbClr val="2A2A2A"/>
                </a:solidFill>
                <a:latin typeface="Segoe UI"/>
              </a:rPr>
              <a:t> </a:t>
            </a:r>
            <a:r>
              <a:rPr lang="es-MX" sz="1200" dirty="0">
                <a:solidFill>
                  <a:srgbClr val="2A2A2A"/>
                </a:solidFill>
                <a:latin typeface="Segoe UI"/>
              </a:rPr>
              <a:t>10</a:t>
            </a:r>
            <a:r>
              <a:rPr sz="1200" b="0" i="0" dirty="0">
                <a:solidFill>
                  <a:srgbClr val="2A2A2A"/>
                </a:solidFill>
                <a:latin typeface="Segoe UI"/>
              </a:rPr>
              <a:t> </a:t>
            </a:r>
            <a:r>
              <a:rPr sz="1200" b="0" i="0" dirty="0" err="1">
                <a:solidFill>
                  <a:srgbClr val="2A2A2A"/>
                </a:solidFill>
                <a:latin typeface="Segoe UI"/>
              </a:rPr>
              <a:t>años</a:t>
            </a:r>
            <a:r>
              <a:rPr sz="1200" b="0" i="0" dirty="0">
                <a:solidFill>
                  <a:srgbClr val="2A2A2A"/>
                </a:solidFill>
                <a:latin typeface="Segoe UI"/>
              </a:rPr>
              <a:t> de </a:t>
            </a:r>
            <a:r>
              <a:rPr sz="1200" b="0" i="0" dirty="0" err="1">
                <a:solidFill>
                  <a:srgbClr val="2A2A2A"/>
                </a:solidFill>
                <a:latin typeface="Segoe UI"/>
              </a:rPr>
              <a:t>experiencia</a:t>
            </a:r>
            <a:r>
              <a:rPr sz="1200" b="0" i="0" dirty="0">
                <a:solidFill>
                  <a:srgbClr val="2A2A2A"/>
                </a:solidFill>
                <a:latin typeface="Segoe UI"/>
              </a:rPr>
              <a:t> </a:t>
            </a:r>
            <a:r>
              <a:rPr sz="1200" b="0" i="0" dirty="0" err="1">
                <a:solidFill>
                  <a:srgbClr val="2A2A2A"/>
                </a:solidFill>
                <a:latin typeface="Segoe UI"/>
              </a:rPr>
              <a:t>por</a:t>
            </a:r>
            <a:r>
              <a:rPr sz="1200" b="0" i="0" dirty="0">
                <a:solidFill>
                  <a:srgbClr val="2A2A2A"/>
                </a:solidFill>
                <a:latin typeface="Segoe UI"/>
              </a:rPr>
              <a:t> consultor </a:t>
            </a:r>
            <a:r>
              <a:rPr sz="1200" b="0" i="0" dirty="0" err="1">
                <a:solidFill>
                  <a:srgbClr val="2A2A2A"/>
                </a:solidFill>
                <a:latin typeface="Segoe UI"/>
              </a:rPr>
              <a:t>en</a:t>
            </a:r>
            <a:r>
              <a:rPr sz="1200" b="0" i="0" dirty="0">
                <a:solidFill>
                  <a:srgbClr val="2A2A2A"/>
                </a:solidFill>
                <a:latin typeface="Segoe UI"/>
              </a:rPr>
              <a:t> </a:t>
            </a:r>
            <a:r>
              <a:rPr sz="1200" b="0" i="0" dirty="0" err="1">
                <a:solidFill>
                  <a:srgbClr val="2A2A2A"/>
                </a:solidFill>
                <a:latin typeface="Segoe UI"/>
              </a:rPr>
              <a:t>proyectos</a:t>
            </a:r>
            <a:r>
              <a:rPr sz="1200" b="0" i="0" dirty="0">
                <a:solidFill>
                  <a:srgbClr val="2A2A2A"/>
                </a:solidFill>
                <a:latin typeface="Segoe UI"/>
              </a:rPr>
              <a:t> de </a:t>
            </a:r>
            <a:r>
              <a:rPr sz="1200" b="0" i="0" dirty="0" err="1">
                <a:solidFill>
                  <a:srgbClr val="2A2A2A"/>
                </a:solidFill>
                <a:latin typeface="Segoe UI"/>
              </a:rPr>
              <a:t>misión</a:t>
            </a:r>
            <a:r>
              <a:rPr sz="1200" b="0" i="0" dirty="0">
                <a:solidFill>
                  <a:srgbClr val="2A2A2A"/>
                </a:solidFill>
                <a:latin typeface="Segoe UI"/>
              </a:rPr>
              <a:t> </a:t>
            </a:r>
            <a:r>
              <a:rPr sz="1200" b="0" i="0" dirty="0" err="1">
                <a:solidFill>
                  <a:srgbClr val="2A2A2A"/>
                </a:solidFill>
                <a:latin typeface="Segoe UI"/>
              </a:rPr>
              <a:t>crítica</a:t>
            </a:r>
            <a:r>
              <a:rPr sz="1200" b="0" i="0" dirty="0">
                <a:solidFill>
                  <a:srgbClr val="2A2A2A"/>
                </a:solidFill>
                <a:latin typeface="Segoe UI"/>
              </a:rPr>
              <a:t> </a:t>
            </a:r>
            <a:r>
              <a:rPr sz="1200" b="0" i="0" dirty="0" err="1">
                <a:solidFill>
                  <a:srgbClr val="2A2A2A"/>
                </a:solidFill>
                <a:latin typeface="Segoe UI"/>
              </a:rPr>
              <a:t>en</a:t>
            </a:r>
            <a:r>
              <a:rPr sz="1200" b="0" i="0" dirty="0">
                <a:solidFill>
                  <a:srgbClr val="2A2A2A"/>
                </a:solidFill>
                <a:latin typeface="Segoe UI"/>
              </a:rPr>
              <a:t> </a:t>
            </a:r>
            <a:r>
              <a:rPr sz="1200" b="0" i="0" dirty="0" err="1">
                <a:solidFill>
                  <a:srgbClr val="2A2A2A"/>
                </a:solidFill>
                <a:latin typeface="Segoe UI"/>
              </a:rPr>
              <a:t>instituciones</a:t>
            </a:r>
            <a:r>
              <a:rPr sz="1200" b="0" i="0" dirty="0">
                <a:solidFill>
                  <a:srgbClr val="2A2A2A"/>
                </a:solidFill>
                <a:latin typeface="Segoe UI"/>
              </a:rPr>
              <a:t> </a:t>
            </a:r>
            <a:r>
              <a:rPr sz="1200" b="0" i="0" dirty="0" err="1">
                <a:solidFill>
                  <a:srgbClr val="2A2A2A"/>
                </a:solidFill>
                <a:latin typeface="Segoe UI"/>
              </a:rPr>
              <a:t>como</a:t>
            </a:r>
            <a:r>
              <a:rPr sz="1200" b="0" i="0" dirty="0">
                <a:solidFill>
                  <a:srgbClr val="2A2A2A"/>
                </a:solidFill>
                <a:latin typeface="Segoe UI"/>
              </a:rPr>
              <a:t> ISSSTE, Cámara de </a:t>
            </a:r>
            <a:r>
              <a:rPr sz="1200" b="0" i="0" dirty="0" err="1">
                <a:solidFill>
                  <a:srgbClr val="2A2A2A"/>
                </a:solidFill>
                <a:latin typeface="Segoe UI"/>
              </a:rPr>
              <a:t>Senadores</a:t>
            </a:r>
            <a:r>
              <a:rPr sz="1200" b="0" i="0" dirty="0">
                <a:solidFill>
                  <a:srgbClr val="2A2A2A"/>
                </a:solidFill>
                <a:latin typeface="Segoe UI"/>
              </a:rPr>
              <a:t> </a:t>
            </a:r>
            <a:r>
              <a:rPr lang="es-MX" sz="1200" dirty="0">
                <a:solidFill>
                  <a:srgbClr val="2A2A2A"/>
                </a:solidFill>
                <a:latin typeface="Segoe UI"/>
              </a:rPr>
              <a:t>e</a:t>
            </a:r>
            <a:r>
              <a:rPr sz="1200" b="0" i="0" dirty="0">
                <a:solidFill>
                  <a:srgbClr val="2A2A2A"/>
                </a:solidFill>
                <a:latin typeface="Segoe UI"/>
              </a:rPr>
              <a:t> </a:t>
            </a:r>
            <a:r>
              <a:rPr lang="es-MX" sz="1200" b="0" i="0" dirty="0">
                <a:solidFill>
                  <a:srgbClr val="2A2A2A"/>
                </a:solidFill>
                <a:latin typeface="Segoe UI"/>
              </a:rPr>
              <a:t>INFONAVIT</a:t>
            </a:r>
            <a:r>
              <a:rPr sz="1200" b="0" i="0" dirty="0">
                <a:solidFill>
                  <a:srgbClr val="2A2A2A"/>
                </a:solidFill>
                <a:latin typeface="Segoe UI"/>
              </a:rPr>
              <a:t>.</a:t>
            </a:r>
          </a:p>
          <a:p>
            <a:pPr algn="l">
              <a:lnSpc>
                <a:spcPct val="125000"/>
              </a:lnSpc>
            </a:pPr>
            <a:endParaRPr sz="1200" b="0" i="0" dirty="0">
              <a:solidFill>
                <a:srgbClr val="2A2A2A"/>
              </a:solidFill>
              <a:latin typeface="Segoe UI"/>
            </a:endParaRPr>
          </a:p>
          <a:p>
            <a:pPr algn="l">
              <a:lnSpc>
                <a:spcPct val="125000"/>
              </a:lnSpc>
            </a:pPr>
            <a:r>
              <a:rPr sz="1200" b="0" i="0" dirty="0">
                <a:solidFill>
                  <a:srgbClr val="2A2A2A"/>
                </a:solidFill>
                <a:latin typeface="Segoe UI"/>
              </a:rPr>
              <a:t>•  </a:t>
            </a:r>
            <a:r>
              <a:rPr sz="1200" b="0" i="0" dirty="0" err="1">
                <a:solidFill>
                  <a:srgbClr val="2A2A2A"/>
                </a:solidFill>
                <a:latin typeface="Segoe UI"/>
              </a:rPr>
              <a:t>Servicios</a:t>
            </a:r>
            <a:r>
              <a:rPr sz="1200" b="0" i="0" dirty="0">
                <a:solidFill>
                  <a:srgbClr val="2A2A2A"/>
                </a:solidFill>
                <a:latin typeface="Segoe UI"/>
              </a:rPr>
              <a:t> </a:t>
            </a:r>
            <a:r>
              <a:rPr sz="1200" b="0" i="0" dirty="0" err="1">
                <a:solidFill>
                  <a:srgbClr val="2A2A2A"/>
                </a:solidFill>
                <a:latin typeface="Segoe UI"/>
              </a:rPr>
              <a:t>profesionales</a:t>
            </a:r>
            <a:r>
              <a:rPr sz="1200" b="0" i="0" dirty="0">
                <a:solidFill>
                  <a:srgbClr val="2A2A2A"/>
                </a:solidFill>
                <a:latin typeface="Segoe UI"/>
              </a:rPr>
              <a:t> de </a:t>
            </a:r>
            <a:r>
              <a:rPr sz="1200" b="0" i="0" dirty="0" err="1">
                <a:solidFill>
                  <a:srgbClr val="2A2A2A"/>
                </a:solidFill>
                <a:latin typeface="Segoe UI"/>
              </a:rPr>
              <a:t>consultoría</a:t>
            </a:r>
            <a:r>
              <a:rPr sz="1200" b="0" i="0" dirty="0">
                <a:solidFill>
                  <a:srgbClr val="2A2A2A"/>
                </a:solidFill>
                <a:latin typeface="Segoe UI"/>
              </a:rPr>
              <a:t> integral, </a:t>
            </a:r>
            <a:r>
              <a:rPr sz="1200" b="0" i="0" dirty="0" err="1">
                <a:solidFill>
                  <a:srgbClr val="2A2A2A"/>
                </a:solidFill>
                <a:latin typeface="Segoe UI"/>
              </a:rPr>
              <a:t>capacitación</a:t>
            </a:r>
            <a:r>
              <a:rPr sz="1200" b="0" i="0" dirty="0">
                <a:solidFill>
                  <a:srgbClr val="2A2A2A"/>
                </a:solidFill>
                <a:latin typeface="Segoe UI"/>
              </a:rPr>
              <a:t> y </a:t>
            </a:r>
            <a:r>
              <a:rPr sz="1200" b="0" i="0" dirty="0" err="1">
                <a:solidFill>
                  <a:srgbClr val="2A2A2A"/>
                </a:solidFill>
                <a:latin typeface="Segoe UI"/>
              </a:rPr>
              <a:t>soporte</a:t>
            </a:r>
            <a:r>
              <a:rPr sz="1200" b="0" i="0" dirty="0">
                <a:solidFill>
                  <a:srgbClr val="2A2A2A"/>
                </a:solidFill>
                <a:latin typeface="Segoe UI"/>
              </a:rPr>
              <a:t> </a:t>
            </a:r>
            <a:r>
              <a:rPr sz="1200" b="0" i="0" dirty="0" err="1">
                <a:solidFill>
                  <a:srgbClr val="2A2A2A"/>
                </a:solidFill>
                <a:latin typeface="Segoe UI"/>
              </a:rPr>
              <a:t>técnico</a:t>
            </a:r>
            <a:r>
              <a:rPr sz="1200" b="0" i="0" dirty="0">
                <a:solidFill>
                  <a:srgbClr val="2A2A2A"/>
                </a:solidFill>
                <a:latin typeface="Segoe UI"/>
              </a:rPr>
              <a:t>, </a:t>
            </a:r>
            <a:r>
              <a:rPr sz="1200" b="0" i="0" dirty="0" err="1">
                <a:solidFill>
                  <a:srgbClr val="2A2A2A"/>
                </a:solidFill>
                <a:latin typeface="Segoe UI"/>
              </a:rPr>
              <a:t>incluyendo</a:t>
            </a:r>
            <a:r>
              <a:rPr sz="1200" b="0" i="0" dirty="0">
                <a:solidFill>
                  <a:srgbClr val="2A2A2A"/>
                </a:solidFill>
                <a:latin typeface="Segoe UI"/>
              </a:rPr>
              <a:t> </a:t>
            </a:r>
            <a:r>
              <a:rPr sz="1200" b="0" i="0" dirty="0" err="1">
                <a:solidFill>
                  <a:srgbClr val="2A2A2A"/>
                </a:solidFill>
                <a:latin typeface="Segoe UI"/>
              </a:rPr>
              <a:t>modernización</a:t>
            </a:r>
            <a:r>
              <a:rPr sz="1200" b="0" i="0" dirty="0">
                <a:solidFill>
                  <a:srgbClr val="2A2A2A"/>
                </a:solidFill>
                <a:latin typeface="Segoe UI"/>
              </a:rPr>
              <a:t> </a:t>
            </a:r>
            <a:r>
              <a:rPr sz="1200" b="0" i="0" dirty="0" err="1">
                <a:solidFill>
                  <a:srgbClr val="2A2A2A"/>
                </a:solidFill>
                <a:latin typeface="Segoe UI"/>
              </a:rPr>
              <a:t>asistida</a:t>
            </a:r>
            <a:r>
              <a:rPr sz="1200" b="0" i="0" dirty="0">
                <a:solidFill>
                  <a:srgbClr val="2A2A2A"/>
                </a:solidFill>
                <a:latin typeface="Segoe UI"/>
              </a:rPr>
              <a:t> </a:t>
            </a:r>
            <a:r>
              <a:rPr sz="1200" b="0" i="0" dirty="0" err="1">
                <a:solidFill>
                  <a:srgbClr val="2A2A2A"/>
                </a:solidFill>
                <a:latin typeface="Segoe UI"/>
              </a:rPr>
              <a:t>por</a:t>
            </a:r>
            <a:r>
              <a:rPr sz="1200" b="0" i="0" dirty="0">
                <a:solidFill>
                  <a:srgbClr val="2A2A2A"/>
                </a:solidFill>
                <a:latin typeface="Segoe UI"/>
              </a:rPr>
              <a:t> IA y </a:t>
            </a:r>
            <a:r>
              <a:rPr sz="1200" b="0" i="0" dirty="0" err="1">
                <a:solidFill>
                  <a:srgbClr val="2A2A2A"/>
                </a:solidFill>
                <a:latin typeface="Segoe UI"/>
              </a:rPr>
              <a:t>despliegue</a:t>
            </a:r>
            <a:r>
              <a:rPr sz="1200" b="0" i="0" dirty="0">
                <a:solidFill>
                  <a:srgbClr val="2A2A2A"/>
                </a:solidFill>
                <a:latin typeface="Segoe UI"/>
              </a:rPr>
              <a:t> </a:t>
            </a:r>
            <a:r>
              <a:rPr sz="1200" b="0" i="0" dirty="0" err="1">
                <a:solidFill>
                  <a:srgbClr val="2A2A2A"/>
                </a:solidFill>
                <a:latin typeface="Segoe UI"/>
              </a:rPr>
              <a:t>en</a:t>
            </a:r>
            <a:r>
              <a:rPr sz="1200" b="0" i="0" dirty="0">
                <a:solidFill>
                  <a:srgbClr val="2A2A2A"/>
                </a:solidFill>
                <a:latin typeface="Segoe UI"/>
              </a:rPr>
              <a:t> </a:t>
            </a:r>
            <a:r>
              <a:rPr sz="1200" b="0" i="0" dirty="0" err="1">
                <a:solidFill>
                  <a:srgbClr val="2A2A2A"/>
                </a:solidFill>
                <a:latin typeface="Segoe UI"/>
              </a:rPr>
              <a:t>nube</a:t>
            </a:r>
            <a:r>
              <a:rPr sz="1200" b="0" i="0" dirty="0">
                <a:solidFill>
                  <a:srgbClr val="2A2A2A"/>
                </a:solidFill>
                <a:latin typeface="Segoe UI"/>
              </a:rPr>
              <a:t>.</a:t>
            </a:r>
          </a:p>
        </p:txBody>
      </p:sp>
      <p:pic>
        <p:nvPicPr>
          <p:cNvPr id="13" name="Imagen 12" descr="Imagen que contiene Forma&#10;&#10;El contenido generado por IA puede ser incorrecto.">
            <a:extLst>
              <a:ext uri="{FF2B5EF4-FFF2-40B4-BE49-F238E27FC236}">
                <a16:creationId xmlns:a16="http://schemas.microsoft.com/office/drawing/2014/main" id="{36E4451F-A54F-2905-80C8-D49535E69CC4}"/>
              </a:ext>
            </a:extLst>
          </p:cNvPr>
          <p:cNvPicPr>
            <a:picLocks noChangeAspect="1"/>
          </p:cNvPicPr>
          <p:nvPr/>
        </p:nvPicPr>
        <p:blipFill>
          <a:blip r:embed="rId2">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443"/>
            <a:ext cx="7772400" cy="1005840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645920"/>
            <a:ext cx="6766560" cy="1463040"/>
          </a:xfrm>
          <a:prstGeom prst="rect">
            <a:avLst/>
          </a:prstGeom>
          <a:noFill/>
        </p:spPr>
        <p:txBody>
          <a:bodyPr wrap="square" lIns="0" tIns="0" rIns="0" bIns="0" anchor="t">
            <a:spAutoFit/>
          </a:bodyPr>
          <a:lstStyle/>
          <a:p>
            <a:pPr algn="l">
              <a:lnSpc>
                <a:spcPct val="115000"/>
              </a:lnSpc>
            </a:pPr>
            <a:r>
              <a:rPr sz="5200" b="0" i="0">
                <a:solidFill>
                  <a:srgbClr val="FFFFFF"/>
                </a:solidFill>
                <a:latin typeface="Segoe UI Light"/>
              </a:rPr>
              <a:t>¿Por qué elegirnos?</a:t>
            </a:r>
          </a:p>
        </p:txBody>
      </p:sp>
      <p:sp>
        <p:nvSpPr>
          <p:cNvPr id="7" name="TextBox 6"/>
          <p:cNvSpPr txBox="1"/>
          <p:nvPr/>
        </p:nvSpPr>
        <p:spPr>
          <a:xfrm>
            <a:off x="502920" y="3108960"/>
            <a:ext cx="6766560" cy="1097280"/>
          </a:xfrm>
          <a:prstGeom prst="rect">
            <a:avLst/>
          </a:prstGeom>
          <a:noFill/>
        </p:spPr>
        <p:txBody>
          <a:bodyPr wrap="square" lIns="0" tIns="0" rIns="0" bIns="0" anchor="t">
            <a:spAutoFit/>
          </a:bodyPr>
          <a:lstStyle/>
          <a:p>
            <a:pPr algn="l">
              <a:lnSpc>
                <a:spcPct val="115000"/>
              </a:lnSpc>
            </a:pPr>
            <a:r>
              <a:rPr sz="2200" b="1" i="0">
                <a:solidFill>
                  <a:srgbClr val="B8D9E0"/>
                </a:solidFill>
                <a:latin typeface="Segoe UI Semibold"/>
              </a:rPr>
              <a:t>Un socio. Cada capa de tu</a:t>
            </a:r>
          </a:p>
          <a:p>
            <a:pPr algn="l">
              <a:lnSpc>
                <a:spcPct val="115000"/>
              </a:lnSpc>
            </a:pPr>
            <a:r>
              <a:rPr sz="2200" b="1" i="0">
                <a:solidFill>
                  <a:srgbClr val="B8D9E0"/>
                </a:solidFill>
                <a:latin typeface="Segoe UI Semibold"/>
              </a:rPr>
              <a:t>aplicación de misión crítica.</a:t>
            </a:r>
          </a:p>
        </p:txBody>
      </p:sp>
      <p:sp>
        <p:nvSpPr>
          <p:cNvPr id="8" name="TextBox 7"/>
          <p:cNvSpPr txBox="1"/>
          <p:nvPr/>
        </p:nvSpPr>
        <p:spPr>
          <a:xfrm>
            <a:off x="502920" y="4754880"/>
            <a:ext cx="6766560" cy="2573461"/>
          </a:xfrm>
          <a:prstGeom prst="rect">
            <a:avLst/>
          </a:prstGeom>
          <a:noFill/>
        </p:spPr>
        <p:txBody>
          <a:bodyPr wrap="square" lIns="0" tIns="0" rIns="0" bIns="0" anchor="t">
            <a:spAutoFit/>
          </a:bodyPr>
          <a:lstStyle/>
          <a:p>
            <a:pPr algn="l">
              <a:lnSpc>
                <a:spcPct val="130000"/>
              </a:lnSpc>
            </a:pPr>
            <a:r>
              <a:rPr sz="1300" b="0" i="0" dirty="0">
                <a:solidFill>
                  <a:srgbClr val="FFFFFF"/>
                </a:solidFill>
                <a:latin typeface="Segoe UI"/>
              </a:rPr>
              <a:t>La </a:t>
            </a:r>
            <a:r>
              <a:rPr sz="1300" b="0" i="0" dirty="0" err="1">
                <a:solidFill>
                  <a:srgbClr val="FFFFFF"/>
                </a:solidFill>
                <a:latin typeface="Segoe UI"/>
              </a:rPr>
              <a:t>mayoría</a:t>
            </a:r>
            <a:r>
              <a:rPr sz="1300" b="0" i="0" dirty="0">
                <a:solidFill>
                  <a:srgbClr val="FFFFFF"/>
                </a:solidFill>
                <a:latin typeface="Segoe UI"/>
              </a:rPr>
              <a:t> de </a:t>
            </a:r>
            <a:r>
              <a:rPr sz="1300" b="0" i="0" dirty="0" err="1">
                <a:solidFill>
                  <a:srgbClr val="FFFFFF"/>
                </a:solidFill>
                <a:latin typeface="Segoe UI"/>
              </a:rPr>
              <a:t>proveedores</a:t>
            </a:r>
            <a:r>
              <a:rPr sz="1300" b="0" i="0" dirty="0">
                <a:solidFill>
                  <a:srgbClr val="FFFFFF"/>
                </a:solidFill>
                <a:latin typeface="Segoe UI"/>
              </a:rPr>
              <a:t> </a:t>
            </a:r>
            <a:r>
              <a:rPr sz="1300" b="0" i="0" dirty="0" err="1">
                <a:solidFill>
                  <a:srgbClr val="FFFFFF"/>
                </a:solidFill>
                <a:latin typeface="Segoe UI"/>
              </a:rPr>
              <a:t>resuelve</a:t>
            </a:r>
            <a:r>
              <a:rPr sz="1300" b="0" i="0" dirty="0">
                <a:solidFill>
                  <a:srgbClr val="FFFFFF"/>
                </a:solidFill>
                <a:latin typeface="Segoe UI"/>
              </a:rPr>
              <a:t> un solo </a:t>
            </a:r>
            <a:r>
              <a:rPr sz="1300" b="0" i="0" dirty="0" err="1">
                <a:solidFill>
                  <a:srgbClr val="FFFFFF"/>
                </a:solidFill>
                <a:latin typeface="Segoe UI"/>
              </a:rPr>
              <a:t>problema</a:t>
            </a:r>
            <a:r>
              <a:rPr sz="1300" b="0" i="0" dirty="0">
                <a:solidFill>
                  <a:srgbClr val="FFFFFF"/>
                </a:solidFill>
                <a:latin typeface="Segoe UI"/>
              </a:rPr>
              <a:t> — un nuevo frontend, </a:t>
            </a:r>
            <a:r>
              <a:rPr sz="1300" b="0" i="0" dirty="0" err="1">
                <a:solidFill>
                  <a:srgbClr val="FFFFFF"/>
                </a:solidFill>
                <a:latin typeface="Segoe UI"/>
              </a:rPr>
              <a:t>una</a:t>
            </a:r>
            <a:r>
              <a:rPr sz="1300" b="0" i="0" dirty="0">
                <a:solidFill>
                  <a:srgbClr val="FFFFFF"/>
                </a:solidFill>
                <a:latin typeface="Segoe UI"/>
              </a:rPr>
              <a:t> </a:t>
            </a:r>
            <a:r>
              <a:rPr sz="1300" b="0" i="0" dirty="0" err="1">
                <a:solidFill>
                  <a:srgbClr val="FFFFFF"/>
                </a:solidFill>
                <a:latin typeface="Segoe UI"/>
              </a:rPr>
              <a:t>herramienta</a:t>
            </a:r>
            <a:r>
              <a:rPr sz="1300" b="0" i="0" dirty="0">
                <a:solidFill>
                  <a:srgbClr val="FFFFFF"/>
                </a:solidFill>
                <a:latin typeface="Segoe UI"/>
              </a:rPr>
              <a:t> de </a:t>
            </a:r>
            <a:r>
              <a:rPr sz="1300" b="0" i="0" dirty="0" err="1">
                <a:solidFill>
                  <a:srgbClr val="FFFFFF"/>
                </a:solidFill>
                <a:latin typeface="Segoe UI"/>
              </a:rPr>
              <a:t>reportes</a:t>
            </a:r>
            <a:r>
              <a:rPr sz="1300" b="0" i="0" dirty="0">
                <a:solidFill>
                  <a:srgbClr val="FFFFFF"/>
                </a:solidFill>
                <a:latin typeface="Segoe UI"/>
              </a:rPr>
              <a:t>, </a:t>
            </a:r>
            <a:r>
              <a:rPr sz="1300" b="0" i="0" dirty="0" err="1">
                <a:solidFill>
                  <a:srgbClr val="FFFFFF"/>
                </a:solidFill>
                <a:latin typeface="Segoe UI"/>
              </a:rPr>
              <a:t>una</a:t>
            </a:r>
            <a:r>
              <a:rPr sz="1300" b="0" i="0" dirty="0">
                <a:solidFill>
                  <a:srgbClr val="FFFFFF"/>
                </a:solidFill>
                <a:latin typeface="Segoe UI"/>
              </a:rPr>
              <a:t> </a:t>
            </a:r>
            <a:r>
              <a:rPr sz="1300" b="0" i="0" dirty="0" err="1">
                <a:solidFill>
                  <a:srgbClr val="FFFFFF"/>
                </a:solidFill>
                <a:latin typeface="Segoe UI"/>
              </a:rPr>
              <a:t>capa</a:t>
            </a:r>
            <a:r>
              <a:rPr sz="1300" b="0" i="0" dirty="0">
                <a:solidFill>
                  <a:srgbClr val="FFFFFF"/>
                </a:solidFill>
                <a:latin typeface="Segoe UI"/>
              </a:rPr>
              <a:t> de </a:t>
            </a:r>
            <a:r>
              <a:rPr sz="1300" b="0" i="0" dirty="0" err="1">
                <a:solidFill>
                  <a:srgbClr val="FFFFFF"/>
                </a:solidFill>
                <a:latin typeface="Segoe UI"/>
              </a:rPr>
              <a:t>observabilidad</a:t>
            </a:r>
            <a:r>
              <a:rPr sz="1300" b="0" i="0" dirty="0">
                <a:solidFill>
                  <a:srgbClr val="FFFFFF"/>
                </a:solidFill>
                <a:latin typeface="Segoe UI"/>
              </a:rPr>
              <a:t>. </a:t>
            </a:r>
            <a:r>
              <a:rPr sz="1300" b="0" i="0" dirty="0" err="1">
                <a:solidFill>
                  <a:srgbClr val="FFFFFF"/>
                </a:solidFill>
                <a:latin typeface="Segoe UI"/>
              </a:rPr>
              <a:t>Terminas</a:t>
            </a:r>
            <a:r>
              <a:rPr sz="1300" b="0" i="0" dirty="0">
                <a:solidFill>
                  <a:srgbClr val="FFFFFF"/>
                </a:solidFill>
                <a:latin typeface="Segoe UI"/>
              </a:rPr>
              <a:t> </a:t>
            </a:r>
            <a:r>
              <a:rPr sz="1300" b="0" i="0" dirty="0" err="1">
                <a:solidFill>
                  <a:srgbClr val="FFFFFF"/>
                </a:solidFill>
                <a:latin typeface="Segoe UI"/>
              </a:rPr>
              <a:t>gestionando</a:t>
            </a:r>
            <a:r>
              <a:rPr sz="1300" b="0" i="0" dirty="0">
                <a:solidFill>
                  <a:srgbClr val="FFFFFF"/>
                </a:solidFill>
                <a:latin typeface="Segoe UI"/>
              </a:rPr>
              <a:t> </a:t>
            </a:r>
            <a:r>
              <a:rPr sz="1300" b="0" i="0" dirty="0" err="1">
                <a:solidFill>
                  <a:srgbClr val="FFFFFF"/>
                </a:solidFill>
                <a:latin typeface="Segoe UI"/>
              </a:rPr>
              <a:t>cinco</a:t>
            </a:r>
            <a:r>
              <a:rPr sz="1300" b="0" i="0" dirty="0">
                <a:solidFill>
                  <a:srgbClr val="FFFFFF"/>
                </a:solidFill>
                <a:latin typeface="Segoe UI"/>
              </a:rPr>
              <a:t> </a:t>
            </a:r>
            <a:r>
              <a:rPr sz="1300" b="0" i="0" dirty="0" err="1">
                <a:solidFill>
                  <a:srgbClr val="FFFFFF"/>
                </a:solidFill>
                <a:latin typeface="Segoe UI"/>
              </a:rPr>
              <a:t>proveedores</a:t>
            </a:r>
            <a:r>
              <a:rPr sz="1300" b="0" i="0" dirty="0">
                <a:solidFill>
                  <a:srgbClr val="FFFFFF"/>
                </a:solidFill>
                <a:latin typeface="Segoe UI"/>
              </a:rPr>
              <a:t>, </a:t>
            </a:r>
            <a:r>
              <a:rPr sz="1300" b="0" i="0" dirty="0" err="1">
                <a:solidFill>
                  <a:srgbClr val="FFFFFF"/>
                </a:solidFill>
                <a:latin typeface="Segoe UI"/>
              </a:rPr>
              <a:t>cinco</a:t>
            </a:r>
            <a:r>
              <a:rPr sz="1300" b="0" i="0" dirty="0">
                <a:solidFill>
                  <a:srgbClr val="FFFFFF"/>
                </a:solidFill>
                <a:latin typeface="Segoe UI"/>
              </a:rPr>
              <a:t> </a:t>
            </a:r>
            <a:r>
              <a:rPr sz="1300" b="0" i="0" dirty="0" err="1">
                <a:solidFill>
                  <a:srgbClr val="FFFFFF"/>
                </a:solidFill>
                <a:latin typeface="Segoe UI"/>
              </a:rPr>
              <a:t>contratos</a:t>
            </a:r>
            <a:r>
              <a:rPr sz="1300" b="0" i="0" dirty="0">
                <a:solidFill>
                  <a:srgbClr val="FFFFFF"/>
                </a:solidFill>
                <a:latin typeface="Segoe UI"/>
              </a:rPr>
              <a:t> y </a:t>
            </a:r>
            <a:r>
              <a:rPr sz="1300" b="0" i="0" dirty="0" err="1">
                <a:solidFill>
                  <a:srgbClr val="FFFFFF"/>
                </a:solidFill>
                <a:latin typeface="Segoe UI"/>
              </a:rPr>
              <a:t>cinco</a:t>
            </a:r>
            <a:r>
              <a:rPr sz="1300" b="0" i="0" dirty="0">
                <a:solidFill>
                  <a:srgbClr val="FFFFFF"/>
                </a:solidFill>
                <a:latin typeface="Segoe UI"/>
              </a:rPr>
              <a:t> </a:t>
            </a:r>
            <a:r>
              <a:rPr sz="1300" b="0" i="0" dirty="0" err="1">
                <a:solidFill>
                  <a:srgbClr val="FFFFFF"/>
                </a:solidFill>
                <a:latin typeface="Segoe UI"/>
              </a:rPr>
              <a:t>riesgos</a:t>
            </a:r>
            <a:r>
              <a:rPr sz="1300" b="0" i="0" dirty="0">
                <a:solidFill>
                  <a:srgbClr val="FFFFFF"/>
                </a:solidFill>
                <a:latin typeface="Segoe UI"/>
              </a:rPr>
              <a:t> de </a:t>
            </a:r>
            <a:r>
              <a:rPr sz="1300" b="0" i="0" dirty="0" err="1">
                <a:solidFill>
                  <a:srgbClr val="FFFFFF"/>
                </a:solidFill>
                <a:latin typeface="Segoe UI"/>
              </a:rPr>
              <a:t>integración</a:t>
            </a:r>
            <a:r>
              <a:rPr sz="1300" b="0" i="0" dirty="0">
                <a:solidFill>
                  <a:srgbClr val="FFFFFF"/>
                </a:solidFill>
                <a:latin typeface="Segoe UI"/>
              </a:rPr>
              <a:t>. Four J</a:t>
            </a:r>
            <a:r>
              <a:rPr lang="es-MX" sz="1300" b="0" i="0" dirty="0">
                <a:solidFill>
                  <a:srgbClr val="FFFFFF"/>
                </a:solidFill>
                <a:latin typeface="Segoe UI"/>
              </a:rPr>
              <a:t> s</a:t>
            </a:r>
            <a:r>
              <a:rPr sz="1300" b="0" i="0" dirty="0">
                <a:solidFill>
                  <a:srgbClr val="FFFFFF"/>
                </a:solidFill>
                <a:latin typeface="Segoe UI"/>
              </a:rPr>
              <a:t> </a:t>
            </a:r>
            <a:r>
              <a:rPr sz="1300" b="0" i="0" dirty="0" err="1">
                <a:solidFill>
                  <a:srgbClr val="FFFFFF"/>
                </a:solidFill>
                <a:latin typeface="Segoe UI"/>
              </a:rPr>
              <a:t>cubre</a:t>
            </a:r>
            <a:r>
              <a:rPr sz="1300" b="0" i="0" dirty="0">
                <a:solidFill>
                  <a:srgbClr val="FFFFFF"/>
                </a:solidFill>
                <a:latin typeface="Segoe UI"/>
              </a:rPr>
              <a:t> </a:t>
            </a:r>
            <a:r>
              <a:rPr sz="1300" b="0" i="0" dirty="0" err="1">
                <a:solidFill>
                  <a:srgbClr val="FFFFFF"/>
                </a:solidFill>
                <a:latin typeface="Segoe UI"/>
              </a:rPr>
              <a:t>el</a:t>
            </a:r>
            <a:r>
              <a:rPr sz="1300" b="0" i="0" dirty="0">
                <a:solidFill>
                  <a:srgbClr val="FFFFFF"/>
                </a:solidFill>
                <a:latin typeface="Segoe UI"/>
              </a:rPr>
              <a:t> stack </a:t>
            </a:r>
            <a:r>
              <a:rPr sz="1300" b="0" i="0" dirty="0" err="1">
                <a:solidFill>
                  <a:srgbClr val="FFFFFF"/>
                </a:solidFill>
                <a:latin typeface="Segoe UI"/>
              </a:rPr>
              <a:t>completo</a:t>
            </a:r>
            <a:r>
              <a:rPr sz="1300" b="0" i="0" dirty="0">
                <a:solidFill>
                  <a:srgbClr val="FFFFFF"/>
                </a:solidFill>
                <a:latin typeface="Segoe UI"/>
              </a:rPr>
              <a:t>: </a:t>
            </a:r>
            <a:r>
              <a:rPr sz="1300" b="0" i="0" dirty="0" err="1">
                <a:solidFill>
                  <a:srgbClr val="FFFFFF"/>
                </a:solidFill>
                <a:latin typeface="Segoe UI"/>
              </a:rPr>
              <a:t>modernización</a:t>
            </a:r>
            <a:r>
              <a:rPr sz="1300" b="0" i="0" dirty="0">
                <a:solidFill>
                  <a:srgbClr val="FFFFFF"/>
                </a:solidFill>
                <a:latin typeface="Segoe UI"/>
              </a:rPr>
              <a:t> del runtime, </a:t>
            </a:r>
            <a:r>
              <a:rPr sz="1300" b="0" i="0" dirty="0" err="1">
                <a:solidFill>
                  <a:srgbClr val="FFFFFF"/>
                </a:solidFill>
                <a:latin typeface="Segoe UI"/>
              </a:rPr>
              <a:t>desacoplamiento</a:t>
            </a:r>
            <a:r>
              <a:rPr sz="1300" b="0" i="0" dirty="0">
                <a:solidFill>
                  <a:srgbClr val="FFFFFF"/>
                </a:solidFill>
                <a:latin typeface="Segoe UI"/>
              </a:rPr>
              <a:t> del frontend, </a:t>
            </a:r>
            <a:r>
              <a:rPr sz="1300" b="0" i="0" dirty="0" err="1">
                <a:solidFill>
                  <a:srgbClr val="FFFFFF"/>
                </a:solidFill>
                <a:latin typeface="Segoe UI"/>
              </a:rPr>
              <a:t>potenciación</a:t>
            </a:r>
            <a:r>
              <a:rPr sz="1300" b="0" i="0" dirty="0">
                <a:solidFill>
                  <a:srgbClr val="FFFFFF"/>
                </a:solidFill>
                <a:latin typeface="Segoe UI"/>
              </a:rPr>
              <a:t> con IA, </a:t>
            </a:r>
            <a:r>
              <a:rPr sz="1300" b="0" i="0" dirty="0" err="1">
                <a:solidFill>
                  <a:srgbClr val="FFFFFF"/>
                </a:solidFill>
                <a:latin typeface="Segoe UI"/>
              </a:rPr>
              <a:t>observabilidad</a:t>
            </a:r>
            <a:r>
              <a:rPr sz="1300" b="0" i="0" dirty="0">
                <a:solidFill>
                  <a:srgbClr val="FFFFFF"/>
                </a:solidFill>
                <a:latin typeface="Segoe UI"/>
              </a:rPr>
              <a:t> de </a:t>
            </a:r>
            <a:r>
              <a:rPr sz="1300" b="0" i="0" dirty="0" err="1">
                <a:solidFill>
                  <a:srgbClr val="FFFFFF"/>
                </a:solidFill>
                <a:latin typeface="Segoe UI"/>
              </a:rPr>
              <a:t>producción</a:t>
            </a:r>
            <a:r>
              <a:rPr sz="1300" b="0" i="0" dirty="0">
                <a:solidFill>
                  <a:srgbClr val="FFFFFF"/>
                </a:solidFill>
                <a:latin typeface="Segoe UI"/>
              </a:rPr>
              <a:t> y </a:t>
            </a:r>
            <a:r>
              <a:rPr sz="1300" b="0" i="0" dirty="0" err="1">
                <a:solidFill>
                  <a:srgbClr val="FFFFFF"/>
                </a:solidFill>
                <a:latin typeface="Segoe UI"/>
              </a:rPr>
              <a:t>reportería</a:t>
            </a:r>
            <a:r>
              <a:rPr sz="1300" b="0" i="0" dirty="0">
                <a:solidFill>
                  <a:srgbClr val="FFFFFF"/>
                </a:solidFill>
                <a:latin typeface="Segoe UI"/>
              </a:rPr>
              <a:t> </a:t>
            </a:r>
            <a:r>
              <a:rPr sz="1300" b="0" i="0" dirty="0" err="1">
                <a:solidFill>
                  <a:srgbClr val="FFFFFF"/>
                </a:solidFill>
                <a:latin typeface="Segoe UI"/>
              </a:rPr>
              <a:t>empresarial</a:t>
            </a:r>
            <a:r>
              <a:rPr sz="1300" b="0" i="0" dirty="0">
                <a:solidFill>
                  <a:srgbClr val="FFFFFF"/>
                </a:solidFill>
                <a:latin typeface="Segoe UI"/>
              </a:rPr>
              <a:t> — </a:t>
            </a:r>
            <a:r>
              <a:rPr sz="1300" b="0" i="0" dirty="0" err="1">
                <a:solidFill>
                  <a:srgbClr val="FFFFFF"/>
                </a:solidFill>
                <a:latin typeface="Segoe UI"/>
              </a:rPr>
              <a:t>todo</a:t>
            </a:r>
            <a:r>
              <a:rPr sz="1300" b="0" i="0" dirty="0">
                <a:solidFill>
                  <a:srgbClr val="FFFFFF"/>
                </a:solidFill>
                <a:latin typeface="Segoe UI"/>
              </a:rPr>
              <a:t> </a:t>
            </a:r>
            <a:r>
              <a:rPr sz="1300" b="0" i="0" dirty="0" err="1">
                <a:solidFill>
                  <a:srgbClr val="FFFFFF"/>
                </a:solidFill>
                <a:latin typeface="Segoe UI"/>
              </a:rPr>
              <a:t>diseñado</a:t>
            </a:r>
            <a:r>
              <a:rPr sz="1300" b="0" i="0" dirty="0">
                <a:solidFill>
                  <a:srgbClr val="FFFFFF"/>
                </a:solidFill>
                <a:latin typeface="Segoe UI"/>
              </a:rPr>
              <a:t> para </a:t>
            </a:r>
            <a:r>
              <a:rPr sz="1300" b="0" i="0" dirty="0" err="1">
                <a:solidFill>
                  <a:srgbClr val="FFFFFF"/>
                </a:solidFill>
                <a:latin typeface="Segoe UI"/>
              </a:rPr>
              <a:t>trabajar</a:t>
            </a:r>
            <a:r>
              <a:rPr sz="1300" b="0" i="0" dirty="0">
                <a:solidFill>
                  <a:srgbClr val="FFFFFF"/>
                </a:solidFill>
                <a:latin typeface="Segoe UI"/>
              </a:rPr>
              <a:t> </a:t>
            </a:r>
            <a:r>
              <a:rPr sz="1300" b="0" i="0" dirty="0" err="1">
                <a:solidFill>
                  <a:srgbClr val="FFFFFF"/>
                </a:solidFill>
                <a:latin typeface="Segoe UI"/>
              </a:rPr>
              <a:t>en</a:t>
            </a:r>
            <a:r>
              <a:rPr sz="1300" b="0" i="0" dirty="0">
                <a:solidFill>
                  <a:srgbClr val="FFFFFF"/>
                </a:solidFill>
                <a:latin typeface="Segoe UI"/>
              </a:rPr>
              <a:t> conjunto, </a:t>
            </a:r>
            <a:r>
              <a:rPr sz="1300" b="0" i="0" dirty="0" err="1">
                <a:solidFill>
                  <a:srgbClr val="FFFFFF"/>
                </a:solidFill>
                <a:latin typeface="Segoe UI"/>
              </a:rPr>
              <a:t>todo</a:t>
            </a:r>
            <a:r>
              <a:rPr sz="1300" b="0" i="0" dirty="0">
                <a:solidFill>
                  <a:srgbClr val="FFFFFF"/>
                </a:solidFill>
                <a:latin typeface="Segoe UI"/>
              </a:rPr>
              <a:t> </a:t>
            </a:r>
            <a:r>
              <a:rPr sz="1300" b="0" i="0" dirty="0" err="1">
                <a:solidFill>
                  <a:srgbClr val="FFFFFF"/>
                </a:solidFill>
                <a:latin typeface="Segoe UI"/>
              </a:rPr>
              <a:t>pensado</a:t>
            </a:r>
            <a:r>
              <a:rPr sz="1300" b="0" i="0" dirty="0">
                <a:solidFill>
                  <a:srgbClr val="FFFFFF"/>
                </a:solidFill>
                <a:latin typeface="Segoe UI"/>
              </a:rPr>
              <a:t> para </a:t>
            </a:r>
            <a:r>
              <a:rPr sz="1300" b="0" i="0" dirty="0" err="1">
                <a:solidFill>
                  <a:srgbClr val="FFFFFF"/>
                </a:solidFill>
                <a:latin typeface="Segoe UI"/>
              </a:rPr>
              <a:t>aplicaciones</a:t>
            </a:r>
            <a:r>
              <a:rPr sz="1300" b="0" i="0" dirty="0">
                <a:solidFill>
                  <a:srgbClr val="FFFFFF"/>
                </a:solidFill>
                <a:latin typeface="Segoe UI"/>
              </a:rPr>
              <a:t> que no </a:t>
            </a:r>
            <a:r>
              <a:rPr sz="1300" b="0" i="0" dirty="0" err="1">
                <a:solidFill>
                  <a:srgbClr val="FFFFFF"/>
                </a:solidFill>
                <a:latin typeface="Segoe UI"/>
              </a:rPr>
              <a:t>pueden</a:t>
            </a:r>
            <a:r>
              <a:rPr sz="1300" b="0" i="0" dirty="0">
                <a:solidFill>
                  <a:srgbClr val="FFFFFF"/>
                </a:solidFill>
                <a:latin typeface="Segoe UI"/>
              </a:rPr>
              <a:t> </a:t>
            </a:r>
            <a:r>
              <a:rPr sz="1300" b="0" i="0" dirty="0" err="1">
                <a:solidFill>
                  <a:srgbClr val="FFFFFF"/>
                </a:solidFill>
                <a:latin typeface="Segoe UI"/>
              </a:rPr>
              <a:t>fallar</a:t>
            </a:r>
            <a:r>
              <a:rPr sz="1300" b="0" i="0" dirty="0">
                <a:solidFill>
                  <a:srgbClr val="FFFFFF"/>
                </a:solidFill>
                <a:latin typeface="Segoe UI"/>
              </a:rPr>
              <a:t>.</a:t>
            </a:r>
          </a:p>
          <a:p>
            <a:pPr algn="l">
              <a:lnSpc>
                <a:spcPct val="130000"/>
              </a:lnSpc>
            </a:pPr>
            <a:endParaRPr sz="1300" b="0" i="0" dirty="0">
              <a:solidFill>
                <a:srgbClr val="FFFFFF"/>
              </a:solidFill>
              <a:latin typeface="Segoe UI"/>
            </a:endParaRPr>
          </a:p>
          <a:p>
            <a:pPr algn="l">
              <a:lnSpc>
                <a:spcPct val="130000"/>
              </a:lnSpc>
            </a:pPr>
            <a:r>
              <a:rPr sz="1300" b="0" i="0" dirty="0">
                <a:solidFill>
                  <a:srgbClr val="FFFFFF"/>
                </a:solidFill>
                <a:latin typeface="Segoe UI"/>
              </a:rPr>
              <a:t>Sin </a:t>
            </a:r>
            <a:r>
              <a:rPr sz="1300" b="0" i="0" dirty="0" err="1">
                <a:solidFill>
                  <a:srgbClr val="FFFFFF"/>
                </a:solidFill>
                <a:latin typeface="Segoe UI"/>
              </a:rPr>
              <a:t>reescritura</a:t>
            </a:r>
            <a:r>
              <a:rPr sz="1300" b="0" i="0" dirty="0">
                <a:solidFill>
                  <a:srgbClr val="FFFFFF"/>
                </a:solidFill>
                <a:latin typeface="Segoe UI"/>
              </a:rPr>
              <a:t>. Sin </a:t>
            </a:r>
            <a:r>
              <a:rPr sz="1300" b="0" i="0" dirty="0" err="1">
                <a:solidFill>
                  <a:srgbClr val="FFFFFF"/>
                </a:solidFill>
                <a:latin typeface="Segoe UI"/>
              </a:rPr>
              <a:t>migración</a:t>
            </a:r>
            <a:r>
              <a:rPr sz="1300" b="0" i="0" dirty="0">
                <a:solidFill>
                  <a:srgbClr val="FFFFFF"/>
                </a:solidFill>
                <a:latin typeface="Segoe UI"/>
              </a:rPr>
              <a:t> big-bang. Sin </a:t>
            </a:r>
            <a:r>
              <a:rPr sz="1300" b="0" i="0" dirty="0" err="1">
                <a:solidFill>
                  <a:srgbClr val="FFFFFF"/>
                </a:solidFill>
                <a:latin typeface="Segoe UI"/>
              </a:rPr>
              <a:t>nueva</a:t>
            </a:r>
            <a:r>
              <a:rPr sz="1300" b="0" i="0" dirty="0">
                <a:solidFill>
                  <a:srgbClr val="FFFFFF"/>
                </a:solidFill>
                <a:latin typeface="Segoe UI"/>
              </a:rPr>
              <a:t> </a:t>
            </a:r>
            <a:r>
              <a:rPr sz="1300" b="0" i="0" dirty="0" err="1">
                <a:solidFill>
                  <a:srgbClr val="FFFFFF"/>
                </a:solidFill>
                <a:latin typeface="Segoe UI"/>
              </a:rPr>
              <a:t>dependencia</a:t>
            </a:r>
            <a:r>
              <a:rPr sz="1300" b="0" i="0" dirty="0">
                <a:solidFill>
                  <a:srgbClr val="FFFFFF"/>
                </a:solidFill>
                <a:latin typeface="Segoe UI"/>
              </a:rPr>
              <a:t> de </a:t>
            </a:r>
            <a:r>
              <a:rPr sz="1300" b="0" i="0" dirty="0" err="1">
                <a:solidFill>
                  <a:srgbClr val="FFFFFF"/>
                </a:solidFill>
                <a:latin typeface="Segoe UI"/>
              </a:rPr>
              <a:t>proveedor</a:t>
            </a:r>
            <a:r>
              <a:rPr sz="1300" b="0" i="0" dirty="0">
                <a:solidFill>
                  <a:srgbClr val="FFFFFF"/>
                </a:solidFill>
                <a:latin typeface="Segoe UI"/>
              </a:rPr>
              <a:t> que </a:t>
            </a:r>
            <a:r>
              <a:rPr sz="1300" b="0" i="0" dirty="0" err="1">
                <a:solidFill>
                  <a:srgbClr val="FFFFFF"/>
                </a:solidFill>
                <a:latin typeface="Segoe UI"/>
              </a:rPr>
              <a:t>ponga</a:t>
            </a:r>
            <a:r>
              <a:rPr sz="1300" b="0" i="0" dirty="0">
                <a:solidFill>
                  <a:srgbClr val="FFFFFF"/>
                </a:solidFill>
                <a:latin typeface="Segoe UI"/>
              </a:rPr>
              <a:t> </a:t>
            </a:r>
            <a:r>
              <a:rPr sz="1300" b="0" i="0" dirty="0" err="1">
                <a:solidFill>
                  <a:srgbClr val="FFFFFF"/>
                </a:solidFill>
                <a:latin typeface="Segoe UI"/>
              </a:rPr>
              <a:t>en</a:t>
            </a:r>
            <a:r>
              <a:rPr sz="1300" b="0" i="0" dirty="0">
                <a:solidFill>
                  <a:srgbClr val="FFFFFF"/>
                </a:solidFill>
                <a:latin typeface="Segoe UI"/>
              </a:rPr>
              <a:t> </a:t>
            </a:r>
            <a:r>
              <a:rPr sz="1300" b="0" i="0" dirty="0" err="1">
                <a:solidFill>
                  <a:srgbClr val="FFFFFF"/>
                </a:solidFill>
                <a:latin typeface="Segoe UI"/>
              </a:rPr>
              <a:t>riesgo</a:t>
            </a:r>
            <a:r>
              <a:rPr sz="1300" b="0" i="0" dirty="0">
                <a:solidFill>
                  <a:srgbClr val="FFFFFF"/>
                </a:solidFill>
                <a:latin typeface="Segoe UI"/>
              </a:rPr>
              <a:t> </a:t>
            </a:r>
            <a:r>
              <a:rPr sz="1300" b="0" i="0" dirty="0" err="1">
                <a:solidFill>
                  <a:srgbClr val="FFFFFF"/>
                </a:solidFill>
                <a:latin typeface="Segoe UI"/>
              </a:rPr>
              <a:t>tu</a:t>
            </a:r>
            <a:r>
              <a:rPr sz="1300" b="0" i="0" dirty="0">
                <a:solidFill>
                  <a:srgbClr val="FFFFFF"/>
                </a:solidFill>
                <a:latin typeface="Segoe UI"/>
              </a:rPr>
              <a:t> </a:t>
            </a:r>
            <a:r>
              <a:rPr sz="1300" b="0" i="0" dirty="0" err="1">
                <a:solidFill>
                  <a:srgbClr val="FFFFFF"/>
                </a:solidFill>
                <a:latin typeface="Segoe UI"/>
              </a:rPr>
              <a:t>inversión</a:t>
            </a:r>
            <a:r>
              <a:rPr sz="1300" b="0" i="0" dirty="0">
                <a:solidFill>
                  <a:srgbClr val="FFFFFF"/>
                </a:solidFill>
                <a:latin typeface="Segoe UI"/>
              </a:rPr>
              <a:t> actual. Con la </a:t>
            </a:r>
            <a:r>
              <a:rPr sz="1300" b="0" i="0" dirty="0" err="1">
                <a:solidFill>
                  <a:srgbClr val="FFFFFF"/>
                </a:solidFill>
                <a:latin typeface="Segoe UI"/>
              </a:rPr>
              <a:t>confianza</a:t>
            </a:r>
            <a:r>
              <a:rPr sz="1300" b="0" i="0" dirty="0">
                <a:solidFill>
                  <a:srgbClr val="FFFFFF"/>
                </a:solidFill>
                <a:latin typeface="Segoe UI"/>
              </a:rPr>
              <a:t> de </a:t>
            </a:r>
            <a:r>
              <a:rPr lang="es-MX" sz="1300" b="0" i="0" dirty="0">
                <a:solidFill>
                  <a:srgbClr val="FFFFFF"/>
                </a:solidFill>
                <a:latin typeface="Segoe UI"/>
              </a:rPr>
              <a:t>Tramontina</a:t>
            </a:r>
            <a:r>
              <a:rPr sz="1300" b="0" i="0" dirty="0">
                <a:solidFill>
                  <a:srgbClr val="FFFFFF"/>
                </a:solidFill>
                <a:latin typeface="Segoe UI"/>
              </a:rPr>
              <a:t>,</a:t>
            </a:r>
            <a:r>
              <a:rPr lang="es-MX" sz="1300" b="0" i="0" dirty="0">
                <a:solidFill>
                  <a:srgbClr val="FFFFFF"/>
                </a:solidFill>
                <a:latin typeface="Segoe UI"/>
              </a:rPr>
              <a:t> Infonavit, ISSSTE, </a:t>
            </a:r>
            <a:r>
              <a:rPr lang="es-MX" sz="1300" dirty="0" err="1">
                <a:solidFill>
                  <a:srgbClr val="FFFFFF"/>
                </a:solidFill>
                <a:latin typeface="Segoe UI"/>
              </a:rPr>
              <a:t>Zurich</a:t>
            </a:r>
            <a:r>
              <a:rPr lang="es-MX" sz="1300" dirty="0">
                <a:solidFill>
                  <a:srgbClr val="FFFFFF"/>
                </a:solidFill>
                <a:latin typeface="Segoe UI"/>
              </a:rPr>
              <a:t>, Gobierno de Tlaxcala</a:t>
            </a:r>
            <a:r>
              <a:rPr sz="1300" b="0" i="0" dirty="0">
                <a:solidFill>
                  <a:srgbClr val="FFFFFF"/>
                </a:solidFill>
                <a:latin typeface="Segoe UI"/>
              </a:rPr>
              <a:t> — </a:t>
            </a:r>
            <a:r>
              <a:rPr sz="1300" b="0" i="0" dirty="0" err="1">
                <a:solidFill>
                  <a:srgbClr val="FFFFFF"/>
                </a:solidFill>
                <a:latin typeface="Segoe UI"/>
              </a:rPr>
              <a:t>en</a:t>
            </a:r>
            <a:r>
              <a:rPr sz="1300" b="0" i="0" dirty="0">
                <a:solidFill>
                  <a:srgbClr val="FFFFFF"/>
                </a:solidFill>
                <a:latin typeface="Segoe UI"/>
              </a:rPr>
              <a:t> las </a:t>
            </a:r>
            <a:r>
              <a:rPr sz="1300" b="0" i="0" dirty="0" err="1">
                <a:solidFill>
                  <a:srgbClr val="FFFFFF"/>
                </a:solidFill>
                <a:latin typeface="Segoe UI"/>
              </a:rPr>
              <a:t>industrias</a:t>
            </a:r>
            <a:r>
              <a:rPr sz="1300" b="0" i="0" dirty="0">
                <a:solidFill>
                  <a:srgbClr val="FFFFFF"/>
                </a:solidFill>
                <a:latin typeface="Segoe UI"/>
              </a:rPr>
              <a:t> </a:t>
            </a:r>
            <a:r>
              <a:rPr sz="1300" b="0" i="0" dirty="0" err="1">
                <a:solidFill>
                  <a:srgbClr val="FFFFFF"/>
                </a:solidFill>
                <a:latin typeface="Segoe UI"/>
              </a:rPr>
              <a:t>donde</a:t>
            </a:r>
            <a:r>
              <a:rPr sz="1300" b="0" i="0" dirty="0">
                <a:solidFill>
                  <a:srgbClr val="FFFFFF"/>
                </a:solidFill>
                <a:latin typeface="Segoe UI"/>
              </a:rPr>
              <a:t> la </a:t>
            </a:r>
            <a:r>
              <a:rPr sz="1300" b="0" i="0" dirty="0" err="1">
                <a:solidFill>
                  <a:srgbClr val="FFFFFF"/>
                </a:solidFill>
                <a:latin typeface="Segoe UI"/>
              </a:rPr>
              <a:t>caída</a:t>
            </a:r>
            <a:r>
              <a:rPr sz="1300" b="0" i="0" dirty="0">
                <a:solidFill>
                  <a:srgbClr val="FFFFFF"/>
                </a:solidFill>
                <a:latin typeface="Segoe UI"/>
              </a:rPr>
              <a:t> </a:t>
            </a:r>
            <a:r>
              <a:rPr sz="1300" b="0" i="0" dirty="0" err="1">
                <a:solidFill>
                  <a:srgbClr val="FFFFFF"/>
                </a:solidFill>
                <a:latin typeface="Segoe UI"/>
              </a:rPr>
              <a:t>tiene</a:t>
            </a:r>
            <a:r>
              <a:rPr sz="1300" b="0" i="0" dirty="0">
                <a:solidFill>
                  <a:srgbClr val="FFFFFF"/>
                </a:solidFill>
                <a:latin typeface="Segoe UI"/>
              </a:rPr>
              <a:t> </a:t>
            </a:r>
            <a:r>
              <a:rPr sz="1300" b="0" i="0" dirty="0" err="1">
                <a:solidFill>
                  <a:srgbClr val="FFFFFF"/>
                </a:solidFill>
                <a:latin typeface="Segoe UI"/>
              </a:rPr>
              <a:t>costo</a:t>
            </a:r>
            <a:r>
              <a:rPr sz="1300" b="0" i="0" dirty="0">
                <a:solidFill>
                  <a:srgbClr val="FFFFFF"/>
                </a:solidFill>
                <a:latin typeface="Segoe UI"/>
              </a:rPr>
              <a:t>.</a:t>
            </a:r>
          </a:p>
        </p:txBody>
      </p:sp>
      <p:sp>
        <p:nvSpPr>
          <p:cNvPr id="9" name="TextBox 8"/>
          <p:cNvSpPr txBox="1"/>
          <p:nvPr/>
        </p:nvSpPr>
        <p:spPr>
          <a:xfrm>
            <a:off x="502920" y="8412480"/>
            <a:ext cx="3200400" cy="365760"/>
          </a:xfrm>
          <a:prstGeom prst="rect">
            <a:avLst/>
          </a:prstGeom>
          <a:noFill/>
        </p:spPr>
        <p:txBody>
          <a:bodyPr wrap="square" lIns="0" tIns="0" rIns="0" bIns="0" anchor="t">
            <a:spAutoFit/>
          </a:bodyPr>
          <a:lstStyle/>
          <a:p>
            <a:pPr algn="l">
              <a:lnSpc>
                <a:spcPct val="115000"/>
              </a:lnSpc>
            </a:pPr>
            <a:r>
              <a:rPr sz="1600" b="1" i="0">
                <a:solidFill>
                  <a:srgbClr val="FFFFFF"/>
                </a:solidFill>
                <a:latin typeface="Segoe UI Semibold"/>
              </a:rPr>
              <a:t>Contacto</a:t>
            </a:r>
          </a:p>
        </p:txBody>
      </p:sp>
      <p:sp>
        <p:nvSpPr>
          <p:cNvPr id="10" name="TextBox 9"/>
          <p:cNvSpPr txBox="1"/>
          <p:nvPr/>
        </p:nvSpPr>
        <p:spPr>
          <a:xfrm>
            <a:off x="502920" y="8732520"/>
            <a:ext cx="3200400" cy="567271"/>
          </a:xfrm>
          <a:prstGeom prst="rect">
            <a:avLst/>
          </a:prstGeom>
          <a:noFill/>
        </p:spPr>
        <p:txBody>
          <a:bodyPr wrap="square" lIns="0" tIns="0" rIns="0" bIns="0" anchor="t">
            <a:spAutoFit/>
          </a:bodyPr>
          <a:lstStyle/>
          <a:p>
            <a:pPr>
              <a:lnSpc>
                <a:spcPct val="115000"/>
              </a:lnSpc>
            </a:pPr>
            <a:r>
              <a:rPr sz="1100" b="0" i="0" dirty="0">
                <a:solidFill>
                  <a:srgbClr val="FFFFFF"/>
                </a:solidFill>
                <a:latin typeface="Segoe UI"/>
              </a:rPr>
              <a:t>🌐  Sitio web: </a:t>
            </a:r>
            <a:r>
              <a:rPr sz="1100" b="0" i="0" dirty="0">
                <a:solidFill>
                  <a:srgbClr val="FFFFFF"/>
                </a:solidFill>
                <a:latin typeface="Segoe UI"/>
                <a:hlinkClick r:id="rId2"/>
              </a:rPr>
              <a:t>https://4js.com</a:t>
            </a:r>
            <a:r>
              <a:rPr lang="es-MX" sz="1100" b="0" i="0" dirty="0">
                <a:solidFill>
                  <a:srgbClr val="FFFFFF"/>
                </a:solidFill>
                <a:latin typeface="Segoe UI"/>
              </a:rPr>
              <a:t> &amp; </a:t>
            </a:r>
            <a:r>
              <a:rPr lang="en-US" sz="1100" dirty="0">
                <a:solidFill>
                  <a:srgbClr val="FFFFFF"/>
                </a:solidFill>
                <a:latin typeface="Segoe UI"/>
              </a:rPr>
              <a:t>https://fourjs.com</a:t>
            </a:r>
            <a:endParaRPr sz="1100" b="0" i="0" dirty="0">
              <a:solidFill>
                <a:srgbClr val="FFFFFF"/>
              </a:solidFill>
              <a:latin typeface="Segoe UI"/>
            </a:endParaRPr>
          </a:p>
          <a:p>
            <a:pPr algn="l">
              <a:lnSpc>
                <a:spcPct val="115000"/>
              </a:lnSpc>
            </a:pPr>
            <a:r>
              <a:rPr sz="1100" b="0" i="0" dirty="0">
                <a:solidFill>
                  <a:srgbClr val="FFFFFF"/>
                </a:solidFill>
                <a:latin typeface="Segoe UI"/>
              </a:rPr>
              <a:t>✉  Ventas y demos:</a:t>
            </a:r>
            <a:r>
              <a:rPr lang="en-US" sz="1100" b="0" i="0" dirty="0">
                <a:solidFill>
                  <a:srgbClr val="FFFFFF"/>
                </a:solidFill>
                <a:latin typeface="Segoe UI"/>
              </a:rPr>
              <a:t> ailine</a:t>
            </a:r>
            <a:r>
              <a:rPr lang="en-US" sz="1100" dirty="0">
                <a:solidFill>
                  <a:srgbClr val="FFFFFF"/>
                </a:solidFill>
                <a:latin typeface="Segoe UI"/>
              </a:rPr>
              <a:t>.espinoza@4js.com</a:t>
            </a:r>
            <a:endParaRPr lang="en-US" sz="1100" b="0" i="0" dirty="0">
              <a:solidFill>
                <a:srgbClr val="FFFFFF"/>
              </a:solidFill>
              <a:latin typeface="Segoe UI"/>
            </a:endParaRPr>
          </a:p>
          <a:p>
            <a:pPr algn="l">
              <a:lnSpc>
                <a:spcPct val="115000"/>
              </a:lnSpc>
            </a:pPr>
            <a:r>
              <a:rPr lang="en-US" sz="1100" b="0" i="0" dirty="0">
                <a:solidFill>
                  <a:srgbClr val="FFFFFF"/>
                </a:solidFill>
                <a:latin typeface="Segoe UI"/>
              </a:rPr>
              <a:t>✉  </a:t>
            </a:r>
            <a:r>
              <a:rPr lang="en-US" sz="1100" b="0" i="0" dirty="0" err="1">
                <a:solidFill>
                  <a:srgbClr val="FFFFFF"/>
                </a:solidFill>
                <a:latin typeface="Segoe UI"/>
              </a:rPr>
              <a:t>Consultas</a:t>
            </a:r>
            <a:r>
              <a:rPr lang="en-US" sz="1100" b="0" i="0" dirty="0">
                <a:solidFill>
                  <a:srgbClr val="FFFFFF"/>
                </a:solidFill>
                <a:latin typeface="Segoe UI"/>
              </a:rPr>
              <a:t>: ivan.gonzalez@4js.com</a:t>
            </a:r>
          </a:p>
        </p:txBody>
      </p:sp>
      <p:sp>
        <p:nvSpPr>
          <p:cNvPr id="11" name="TextBox 10"/>
          <p:cNvSpPr txBox="1"/>
          <p:nvPr/>
        </p:nvSpPr>
        <p:spPr>
          <a:xfrm>
            <a:off x="4114800" y="8412480"/>
            <a:ext cx="3200400" cy="365760"/>
          </a:xfrm>
          <a:prstGeom prst="rect">
            <a:avLst/>
          </a:prstGeom>
          <a:noFill/>
        </p:spPr>
        <p:txBody>
          <a:bodyPr wrap="square" lIns="0" tIns="0" rIns="0" bIns="0" anchor="t">
            <a:spAutoFit/>
          </a:bodyPr>
          <a:lstStyle/>
          <a:p>
            <a:pPr algn="l">
              <a:lnSpc>
                <a:spcPct val="115000"/>
              </a:lnSpc>
            </a:pPr>
            <a:r>
              <a:rPr sz="1300" b="1" i="0">
                <a:solidFill>
                  <a:srgbClr val="FFFFFF"/>
                </a:solidFill>
                <a:latin typeface="Segoe UI Semibold"/>
              </a:rPr>
              <a:t>Alcance Global, Soporte Local</a:t>
            </a:r>
          </a:p>
        </p:txBody>
      </p:sp>
      <p:sp>
        <p:nvSpPr>
          <p:cNvPr id="12" name="TextBox 11"/>
          <p:cNvSpPr txBox="1"/>
          <p:nvPr/>
        </p:nvSpPr>
        <p:spPr>
          <a:xfrm>
            <a:off x="4114800" y="8732520"/>
            <a:ext cx="3200400" cy="914400"/>
          </a:xfrm>
          <a:prstGeom prst="rect">
            <a:avLst/>
          </a:prstGeom>
          <a:noFill/>
        </p:spPr>
        <p:txBody>
          <a:bodyPr wrap="square" lIns="0" tIns="0" rIns="0" bIns="0" anchor="t">
            <a:spAutoFit/>
          </a:bodyPr>
          <a:lstStyle/>
          <a:p>
            <a:pPr algn="l">
              <a:lnSpc>
                <a:spcPct val="115000"/>
              </a:lnSpc>
            </a:pPr>
            <a:r>
              <a:rPr sz="1100" b="0" i="0">
                <a:solidFill>
                  <a:srgbClr val="FFFFFF"/>
                </a:solidFill>
                <a:latin typeface="Segoe UI"/>
              </a:rPr>
              <a:t>EUA · México · Irlanda · Francia · Australia · Reino Unido · Alemania</a:t>
            </a:r>
          </a:p>
        </p:txBody>
      </p:sp>
      <p:pic>
        <p:nvPicPr>
          <p:cNvPr id="15" name="Imagen 14" descr="Imagen que contiene Logotipo&#10;&#10;El contenido generado por IA puede ser incorrecto.">
            <a:extLst>
              <a:ext uri="{FF2B5EF4-FFF2-40B4-BE49-F238E27FC236}">
                <a16:creationId xmlns:a16="http://schemas.microsoft.com/office/drawing/2014/main" id="{4E97CBAA-8190-F910-A248-5E7A55E10B86}"/>
              </a:ext>
            </a:extLst>
          </p:cNvPr>
          <p:cNvPicPr>
            <a:picLocks noChangeAspect="1"/>
          </p:cNvPicPr>
          <p:nvPr/>
        </p:nvPicPr>
        <p:blipFill>
          <a:blip r:embed="rId3"/>
          <a:stretch>
            <a:fillRect/>
          </a:stretch>
        </p:blipFill>
        <p:spPr>
          <a:xfrm>
            <a:off x="262402" y="115032"/>
            <a:ext cx="2029041" cy="6222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17171"/>
            <a:ext cx="7772400" cy="10058400"/>
          </a:xfrm>
          <a:prstGeom prst="rect">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143000"/>
            <a:ext cx="6766560" cy="822960"/>
          </a:xfrm>
          <a:prstGeom prst="rect">
            <a:avLst/>
          </a:prstGeom>
          <a:noFill/>
        </p:spPr>
        <p:txBody>
          <a:bodyPr wrap="square" lIns="0" tIns="0" rIns="0" bIns="0" anchor="t">
            <a:spAutoFit/>
          </a:bodyPr>
          <a:lstStyle/>
          <a:p>
            <a:pPr algn="l">
              <a:lnSpc>
                <a:spcPct val="115000"/>
              </a:lnSpc>
            </a:pPr>
            <a:r>
              <a:rPr sz="4200" b="0" i="0">
                <a:solidFill>
                  <a:srgbClr val="114A5C"/>
                </a:solidFill>
                <a:latin typeface="Segoe UI Light"/>
              </a:rPr>
              <a:t>Datos Legales y Contacto</a:t>
            </a:r>
          </a:p>
        </p:txBody>
      </p:sp>
      <p:sp>
        <p:nvSpPr>
          <p:cNvPr id="7" name="TextBox 6"/>
          <p:cNvSpPr txBox="1"/>
          <p:nvPr/>
        </p:nvSpPr>
        <p:spPr>
          <a:xfrm>
            <a:off x="6583680" y="9601200"/>
            <a:ext cx="914400" cy="274320"/>
          </a:xfrm>
          <a:prstGeom prst="rect">
            <a:avLst/>
          </a:prstGeom>
          <a:noFill/>
        </p:spPr>
        <p:txBody>
          <a:bodyPr wrap="square" lIns="0" tIns="0" rIns="0" bIns="0" anchor="t">
            <a:spAutoFit/>
          </a:bodyPr>
          <a:lstStyle/>
          <a:p>
            <a:pPr algn="r">
              <a:lnSpc>
                <a:spcPct val="115000"/>
              </a:lnSpc>
            </a:pPr>
            <a:r>
              <a:rPr sz="800" b="0" i="0">
                <a:solidFill>
                  <a:srgbClr val="555555"/>
                </a:solidFill>
                <a:latin typeface="Segoe UI"/>
              </a:rPr>
              <a:t>Página 9</a:t>
            </a:r>
          </a:p>
        </p:txBody>
      </p:sp>
      <p:sp>
        <p:nvSpPr>
          <p:cNvPr id="8" name="TextBox 7"/>
          <p:cNvSpPr txBox="1"/>
          <p:nvPr/>
        </p:nvSpPr>
        <p:spPr>
          <a:xfrm>
            <a:off x="502920" y="2103120"/>
            <a:ext cx="6766560" cy="242631"/>
          </a:xfrm>
          <a:prstGeom prst="rect">
            <a:avLst/>
          </a:prstGeom>
          <a:noFill/>
        </p:spPr>
        <p:txBody>
          <a:bodyPr wrap="square" lIns="0" tIns="0" rIns="0" bIns="0" anchor="t">
            <a:spAutoFit/>
          </a:bodyPr>
          <a:lstStyle/>
          <a:p>
            <a:pPr algn="l">
              <a:lnSpc>
                <a:spcPct val="115000"/>
              </a:lnSpc>
            </a:pPr>
            <a:r>
              <a:rPr sz="1500" b="0" i="1" dirty="0">
                <a:solidFill>
                  <a:srgbClr val="114A5C"/>
                </a:solidFill>
                <a:latin typeface="Segoe UI Semibold"/>
              </a:rPr>
              <a:t>Four J</a:t>
            </a:r>
            <a:r>
              <a:rPr lang="es-MX" sz="1500" b="0" i="1" dirty="0">
                <a:solidFill>
                  <a:srgbClr val="114A5C"/>
                </a:solidFill>
                <a:latin typeface="Segoe UI Semibold"/>
              </a:rPr>
              <a:t> S</a:t>
            </a:r>
            <a:r>
              <a:rPr sz="1500" b="0" i="1" dirty="0">
                <a:solidFill>
                  <a:srgbClr val="114A5C"/>
                </a:solidFill>
                <a:latin typeface="Segoe UI Semibold"/>
              </a:rPr>
              <a:t> Development Tools </a:t>
            </a:r>
            <a:r>
              <a:rPr sz="1500" b="0" i="1" dirty="0" err="1">
                <a:solidFill>
                  <a:srgbClr val="114A5C"/>
                </a:solidFill>
                <a:latin typeface="Segoe UI Semibold"/>
              </a:rPr>
              <a:t>Latinoamérica</a:t>
            </a:r>
            <a:r>
              <a:rPr sz="1500" b="0" i="1" dirty="0">
                <a:solidFill>
                  <a:srgbClr val="114A5C"/>
                </a:solidFill>
                <a:latin typeface="Segoe UI Semibold"/>
              </a:rPr>
              <a:t>, S.A. de C.V.</a:t>
            </a:r>
          </a:p>
        </p:txBody>
      </p:sp>
      <p:sp>
        <p:nvSpPr>
          <p:cNvPr id="9" name="TextBox 8"/>
          <p:cNvSpPr txBox="1"/>
          <p:nvPr/>
        </p:nvSpPr>
        <p:spPr>
          <a:xfrm>
            <a:off x="502920" y="2743200"/>
            <a:ext cx="3291840" cy="457200"/>
          </a:xfrm>
          <a:prstGeom prst="rect">
            <a:avLst/>
          </a:prstGeom>
          <a:noFill/>
        </p:spPr>
        <p:txBody>
          <a:bodyPr wrap="square" lIns="0" tIns="0" rIns="0" bIns="0" anchor="t">
            <a:spAutoFit/>
          </a:bodyPr>
          <a:lstStyle/>
          <a:p>
            <a:pPr algn="l">
              <a:lnSpc>
                <a:spcPct val="115000"/>
              </a:lnSpc>
            </a:pPr>
            <a:r>
              <a:rPr sz="1800" b="1" i="0">
                <a:solidFill>
                  <a:srgbClr val="114A5C"/>
                </a:solidFill>
                <a:latin typeface="Segoe UI Semibold"/>
              </a:rPr>
              <a:t>Domicilio Legal</a:t>
            </a:r>
          </a:p>
        </p:txBody>
      </p:sp>
      <p:sp>
        <p:nvSpPr>
          <p:cNvPr id="10" name="TextBox 9"/>
          <p:cNvSpPr txBox="1"/>
          <p:nvPr/>
        </p:nvSpPr>
        <p:spPr>
          <a:xfrm>
            <a:off x="502920" y="3246120"/>
            <a:ext cx="3291840" cy="2099164"/>
          </a:xfrm>
          <a:prstGeom prst="rect">
            <a:avLst/>
          </a:prstGeom>
          <a:noFill/>
        </p:spPr>
        <p:txBody>
          <a:bodyPr wrap="square" lIns="0" tIns="0" rIns="0" bIns="0" anchor="t">
            <a:spAutoFit/>
          </a:bodyPr>
          <a:lstStyle/>
          <a:p>
            <a:pPr algn="l">
              <a:lnSpc>
                <a:spcPct val="125000"/>
              </a:lnSpc>
            </a:pPr>
            <a:r>
              <a:rPr sz="1100" b="0" i="0" dirty="0">
                <a:solidFill>
                  <a:srgbClr val="2A2A2A"/>
                </a:solidFill>
                <a:latin typeface="Segoe UI"/>
              </a:rPr>
              <a:t>Avenida </a:t>
            </a:r>
            <a:r>
              <a:rPr sz="1100" b="0" i="0" dirty="0" err="1">
                <a:solidFill>
                  <a:srgbClr val="2A2A2A"/>
                </a:solidFill>
                <a:latin typeface="Segoe UI"/>
              </a:rPr>
              <a:t>Insurgentes</a:t>
            </a:r>
            <a:r>
              <a:rPr sz="1100" b="0" i="0" dirty="0">
                <a:solidFill>
                  <a:srgbClr val="2A2A2A"/>
                </a:solidFill>
                <a:latin typeface="Segoe UI"/>
              </a:rPr>
              <a:t> Sur No. 1602 – Piso 4</a:t>
            </a:r>
          </a:p>
          <a:p>
            <a:pPr algn="l">
              <a:lnSpc>
                <a:spcPct val="125000"/>
              </a:lnSpc>
            </a:pPr>
            <a:r>
              <a:rPr sz="1100" b="0" i="0" dirty="0">
                <a:solidFill>
                  <a:srgbClr val="2A2A2A"/>
                </a:solidFill>
                <a:latin typeface="Segoe UI"/>
              </a:rPr>
              <a:t>Col. Crédito Constructor</a:t>
            </a:r>
          </a:p>
          <a:p>
            <a:pPr algn="l">
              <a:lnSpc>
                <a:spcPct val="125000"/>
              </a:lnSpc>
            </a:pPr>
            <a:r>
              <a:rPr sz="1100" b="0" i="0" dirty="0">
                <a:solidFill>
                  <a:srgbClr val="2A2A2A"/>
                </a:solidFill>
                <a:latin typeface="Segoe UI"/>
              </a:rPr>
              <a:t>C.P. 03940</a:t>
            </a:r>
          </a:p>
          <a:p>
            <a:pPr algn="l">
              <a:lnSpc>
                <a:spcPct val="125000"/>
              </a:lnSpc>
            </a:pPr>
            <a:r>
              <a:rPr sz="1100" b="0" i="0" dirty="0">
                <a:solidFill>
                  <a:srgbClr val="2A2A2A"/>
                </a:solidFill>
                <a:latin typeface="Segoe UI"/>
              </a:rPr>
              <a:t>Del. Benito Juárez, Ciudad de México, México</a:t>
            </a:r>
          </a:p>
          <a:p>
            <a:pPr algn="l">
              <a:lnSpc>
                <a:spcPct val="125000"/>
              </a:lnSpc>
            </a:pPr>
            <a:endParaRPr sz="1100" b="0" i="0" dirty="0">
              <a:solidFill>
                <a:srgbClr val="2A2A2A"/>
              </a:solidFill>
              <a:latin typeface="Segoe UI"/>
            </a:endParaRPr>
          </a:p>
          <a:p>
            <a:pPr algn="l">
              <a:lnSpc>
                <a:spcPct val="125000"/>
              </a:lnSpc>
            </a:pPr>
            <a:r>
              <a:rPr sz="1100" b="0" i="0" dirty="0">
                <a:solidFill>
                  <a:srgbClr val="2A2A2A"/>
                </a:solidFill>
                <a:latin typeface="Segoe UI"/>
              </a:rPr>
              <a:t>Ref.: entre Barranca del Muerto y Calle Hermes,</a:t>
            </a:r>
          </a:p>
          <a:p>
            <a:pPr algn="l">
              <a:lnSpc>
                <a:spcPct val="125000"/>
              </a:lnSpc>
            </a:pPr>
            <a:r>
              <a:rPr sz="1100" b="0" i="0" dirty="0" err="1">
                <a:solidFill>
                  <a:srgbClr val="2A2A2A"/>
                </a:solidFill>
                <a:latin typeface="Segoe UI"/>
              </a:rPr>
              <a:t>frente</a:t>
            </a:r>
            <a:r>
              <a:rPr sz="1100" b="0" i="0" dirty="0">
                <a:solidFill>
                  <a:srgbClr val="2A2A2A"/>
                </a:solidFill>
                <a:latin typeface="Segoe UI"/>
              </a:rPr>
              <a:t> al Teatro de </a:t>
            </a:r>
            <a:r>
              <a:rPr sz="1100" b="0" i="0" dirty="0" err="1">
                <a:solidFill>
                  <a:srgbClr val="2A2A2A"/>
                </a:solidFill>
                <a:latin typeface="Segoe UI"/>
              </a:rPr>
              <a:t>los</a:t>
            </a:r>
            <a:r>
              <a:rPr sz="1100" b="0" i="0" dirty="0">
                <a:solidFill>
                  <a:srgbClr val="2A2A2A"/>
                </a:solidFill>
                <a:latin typeface="Segoe UI"/>
              </a:rPr>
              <a:t> </a:t>
            </a:r>
            <a:r>
              <a:rPr sz="1100" b="0" i="0" dirty="0" err="1">
                <a:solidFill>
                  <a:srgbClr val="2A2A2A"/>
                </a:solidFill>
                <a:latin typeface="Segoe UI"/>
              </a:rPr>
              <a:t>Insurgentes</a:t>
            </a:r>
            <a:r>
              <a:rPr sz="1100" b="0" i="0" dirty="0">
                <a:solidFill>
                  <a:srgbClr val="2A2A2A"/>
                </a:solidFill>
                <a:latin typeface="Segoe UI"/>
              </a:rPr>
              <a:t>.</a:t>
            </a:r>
            <a:endParaRPr lang="es-MX" sz="1100" b="0" i="0" dirty="0">
              <a:solidFill>
                <a:srgbClr val="2A2A2A"/>
              </a:solidFill>
              <a:latin typeface="Segoe UI"/>
            </a:endParaRPr>
          </a:p>
          <a:p>
            <a:pPr algn="l">
              <a:lnSpc>
                <a:spcPct val="125000"/>
              </a:lnSpc>
            </a:pPr>
            <a:endParaRPr lang="es-MX" sz="1100" dirty="0">
              <a:solidFill>
                <a:srgbClr val="2A2A2A"/>
              </a:solidFill>
              <a:latin typeface="Segoe UI"/>
            </a:endParaRPr>
          </a:p>
          <a:p>
            <a:pPr>
              <a:lnSpc>
                <a:spcPct val="125000"/>
              </a:lnSpc>
            </a:pPr>
            <a:r>
              <a:rPr lang="es-MX" sz="1100" b="0" i="0" dirty="0">
                <a:solidFill>
                  <a:srgbClr val="2A2A2A"/>
                </a:solidFill>
                <a:latin typeface="Segoe UI"/>
              </a:rPr>
              <a:t>Coordenadas: </a:t>
            </a:r>
            <a:r>
              <a:rPr lang="es-MX" sz="1100" dirty="0">
                <a:solidFill>
                  <a:srgbClr val="2A2A2A"/>
                </a:solidFill>
                <a:latin typeface="Segoe UI"/>
              </a:rPr>
              <a:t>9R79+G8 Ciudad de México, Cd. de México</a:t>
            </a:r>
            <a:endParaRPr sz="1100" dirty="0">
              <a:solidFill>
                <a:srgbClr val="2A2A2A"/>
              </a:solidFill>
              <a:latin typeface="Segoe UI"/>
            </a:endParaRPr>
          </a:p>
        </p:txBody>
      </p:sp>
      <p:sp>
        <p:nvSpPr>
          <p:cNvPr id="11" name="Rectangle 10"/>
          <p:cNvSpPr/>
          <p:nvPr/>
        </p:nvSpPr>
        <p:spPr>
          <a:xfrm>
            <a:off x="3977640" y="2743200"/>
            <a:ext cx="329184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977640" y="2743200"/>
            <a:ext cx="3291840" cy="137160"/>
          </a:xfrm>
          <a:prstGeom prst="rect">
            <a:avLst/>
          </a:prstGeom>
          <a:solidFill>
            <a:srgbClr val="26B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77640" y="3154680"/>
            <a:ext cx="3291840" cy="365760"/>
          </a:xfrm>
          <a:prstGeom prst="rect">
            <a:avLst/>
          </a:prstGeom>
          <a:noFill/>
        </p:spPr>
        <p:txBody>
          <a:bodyPr wrap="square" lIns="0" tIns="0" rIns="0" bIns="0" anchor="t">
            <a:spAutoFit/>
          </a:bodyPr>
          <a:lstStyle/>
          <a:p>
            <a:pPr algn="ctr">
              <a:lnSpc>
                <a:spcPct val="115000"/>
              </a:lnSpc>
            </a:pPr>
            <a:r>
              <a:rPr sz="1200" b="1" i="0" dirty="0" err="1">
                <a:solidFill>
                  <a:srgbClr val="555555"/>
                </a:solidFill>
                <a:latin typeface="Segoe UI Semibold"/>
              </a:rPr>
              <a:t>Apoderado</a:t>
            </a:r>
            <a:r>
              <a:rPr sz="1200" b="1" i="0" dirty="0">
                <a:solidFill>
                  <a:srgbClr val="555555"/>
                </a:solidFill>
                <a:latin typeface="Segoe UI Semibold"/>
              </a:rPr>
              <a:t> Legal</a:t>
            </a:r>
          </a:p>
        </p:txBody>
      </p:sp>
      <p:sp>
        <p:nvSpPr>
          <p:cNvPr id="14" name="TextBox 13"/>
          <p:cNvSpPr txBox="1"/>
          <p:nvPr/>
        </p:nvSpPr>
        <p:spPr>
          <a:xfrm>
            <a:off x="3977640" y="3657600"/>
            <a:ext cx="3291840" cy="323550"/>
          </a:xfrm>
          <a:prstGeom prst="rect">
            <a:avLst/>
          </a:prstGeom>
          <a:noFill/>
        </p:spPr>
        <p:txBody>
          <a:bodyPr wrap="square" lIns="0" tIns="0" rIns="0" bIns="0" anchor="t">
            <a:spAutoFit/>
          </a:bodyPr>
          <a:lstStyle/>
          <a:p>
            <a:pPr algn="ctr">
              <a:lnSpc>
                <a:spcPct val="115000"/>
              </a:lnSpc>
            </a:pPr>
            <a:r>
              <a:rPr lang="es-MX" sz="2000" b="1" dirty="0">
                <a:solidFill>
                  <a:srgbClr val="114A5C"/>
                </a:solidFill>
                <a:latin typeface="Segoe UI Semibold"/>
              </a:rPr>
              <a:t>Ing</a:t>
            </a:r>
            <a:r>
              <a:rPr sz="2000" b="1" i="0" dirty="0">
                <a:solidFill>
                  <a:srgbClr val="114A5C"/>
                </a:solidFill>
                <a:latin typeface="Segoe UI Semibold"/>
              </a:rPr>
              <a:t>.</a:t>
            </a:r>
            <a:r>
              <a:rPr lang="es-MX" sz="2000" b="1" i="0" dirty="0">
                <a:solidFill>
                  <a:srgbClr val="114A5C"/>
                </a:solidFill>
                <a:latin typeface="Segoe UI Semibold"/>
              </a:rPr>
              <a:t> Juan </a:t>
            </a:r>
            <a:r>
              <a:rPr sz="2000" b="1" i="0" dirty="0">
                <a:solidFill>
                  <a:srgbClr val="114A5C"/>
                </a:solidFill>
                <a:latin typeface="Segoe UI Semibold"/>
              </a:rPr>
              <a:t>Oscar Vera</a:t>
            </a:r>
            <a:r>
              <a:rPr lang="es-MX" sz="2000" b="1" i="0" dirty="0">
                <a:solidFill>
                  <a:srgbClr val="114A5C"/>
                </a:solidFill>
                <a:latin typeface="Segoe UI Semibold"/>
              </a:rPr>
              <a:t> García</a:t>
            </a:r>
            <a:endParaRPr sz="2000" b="1" i="0" dirty="0">
              <a:solidFill>
                <a:srgbClr val="114A5C"/>
              </a:solidFill>
              <a:latin typeface="Segoe UI Semibold"/>
            </a:endParaRPr>
          </a:p>
        </p:txBody>
      </p:sp>
      <p:sp>
        <p:nvSpPr>
          <p:cNvPr id="15" name="TextBox 14"/>
          <p:cNvSpPr txBox="1"/>
          <p:nvPr/>
        </p:nvSpPr>
        <p:spPr>
          <a:xfrm>
            <a:off x="3977640" y="4200302"/>
            <a:ext cx="3291840" cy="440377"/>
          </a:xfrm>
          <a:prstGeom prst="rect">
            <a:avLst/>
          </a:prstGeom>
          <a:noFill/>
        </p:spPr>
        <p:txBody>
          <a:bodyPr wrap="square" lIns="0" tIns="0" rIns="0" bIns="0" anchor="t">
            <a:spAutoFit/>
          </a:bodyPr>
          <a:lstStyle/>
          <a:p>
            <a:pPr algn="ctr">
              <a:lnSpc>
                <a:spcPct val="115000"/>
              </a:lnSpc>
            </a:pPr>
            <a:r>
              <a:rPr lang="es-MX" sz="1300" b="0" i="1" dirty="0">
                <a:solidFill>
                  <a:srgbClr val="1B647A"/>
                </a:solidFill>
                <a:latin typeface="Segoe UI Semibold"/>
              </a:rPr>
              <a:t>VP LATAM</a:t>
            </a:r>
            <a:br>
              <a:rPr lang="es-MX" sz="1300" b="0" i="1" dirty="0">
                <a:solidFill>
                  <a:srgbClr val="1B647A"/>
                </a:solidFill>
                <a:latin typeface="Segoe UI Semibold"/>
              </a:rPr>
            </a:br>
            <a:r>
              <a:rPr sz="1300" b="0" i="1" dirty="0" err="1">
                <a:solidFill>
                  <a:srgbClr val="1B647A"/>
                </a:solidFill>
                <a:latin typeface="Segoe UI Semibold"/>
              </a:rPr>
              <a:t>Representación</a:t>
            </a:r>
            <a:r>
              <a:rPr sz="1300" b="0" i="1" dirty="0">
                <a:solidFill>
                  <a:srgbClr val="1B647A"/>
                </a:solidFill>
                <a:latin typeface="Segoe UI Semibold"/>
              </a:rPr>
              <a:t> Legal</a:t>
            </a:r>
          </a:p>
        </p:txBody>
      </p:sp>
      <p:sp>
        <p:nvSpPr>
          <p:cNvPr id="16" name="Rectangle 15"/>
          <p:cNvSpPr/>
          <p:nvPr/>
        </p:nvSpPr>
        <p:spPr>
          <a:xfrm>
            <a:off x="5166360" y="4937760"/>
            <a:ext cx="914400" cy="27432"/>
          </a:xfrm>
          <a:prstGeom prst="rect">
            <a:avLst/>
          </a:prstGeom>
          <a:solidFill>
            <a:srgbClr val="26B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77640" y="5074920"/>
            <a:ext cx="3291840" cy="161776"/>
          </a:xfrm>
          <a:prstGeom prst="rect">
            <a:avLst/>
          </a:prstGeom>
          <a:noFill/>
        </p:spPr>
        <p:txBody>
          <a:bodyPr wrap="square" lIns="0" tIns="0" rIns="0" bIns="0" anchor="t">
            <a:spAutoFit/>
          </a:bodyPr>
          <a:lstStyle/>
          <a:p>
            <a:pPr algn="ctr">
              <a:lnSpc>
                <a:spcPct val="115000"/>
              </a:lnSpc>
            </a:pPr>
            <a:r>
              <a:rPr sz="1000" b="0" i="0" dirty="0">
                <a:solidFill>
                  <a:srgbClr val="555555"/>
                </a:solidFill>
                <a:latin typeface="Segoe UI"/>
              </a:rPr>
              <a:t>Four J</a:t>
            </a:r>
            <a:r>
              <a:rPr lang="es-MX" sz="1000" b="0" i="0" dirty="0">
                <a:solidFill>
                  <a:srgbClr val="555555"/>
                </a:solidFill>
                <a:latin typeface="Segoe UI"/>
              </a:rPr>
              <a:t> S</a:t>
            </a:r>
            <a:r>
              <a:rPr sz="1000" b="0" i="0" dirty="0">
                <a:solidFill>
                  <a:srgbClr val="555555"/>
                </a:solidFill>
                <a:latin typeface="Segoe UI"/>
              </a:rPr>
              <a:t> </a:t>
            </a:r>
            <a:r>
              <a:rPr sz="1000" b="0" i="0" dirty="0" err="1">
                <a:solidFill>
                  <a:srgbClr val="555555"/>
                </a:solidFill>
                <a:latin typeface="Segoe UI"/>
              </a:rPr>
              <a:t>Latinoamérica</a:t>
            </a:r>
            <a:r>
              <a:rPr sz="1000" b="0" i="0" dirty="0">
                <a:solidFill>
                  <a:srgbClr val="555555"/>
                </a:solidFill>
                <a:latin typeface="Segoe UI"/>
              </a:rPr>
              <a:t>, S.A. de C.V.</a:t>
            </a:r>
          </a:p>
        </p:txBody>
      </p:sp>
      <p:sp>
        <p:nvSpPr>
          <p:cNvPr id="18" name="TextBox 17"/>
          <p:cNvSpPr txBox="1"/>
          <p:nvPr/>
        </p:nvSpPr>
        <p:spPr>
          <a:xfrm>
            <a:off x="502920" y="6217920"/>
            <a:ext cx="6766560" cy="457200"/>
          </a:xfrm>
          <a:prstGeom prst="rect">
            <a:avLst/>
          </a:prstGeom>
          <a:noFill/>
        </p:spPr>
        <p:txBody>
          <a:bodyPr wrap="square" lIns="0" tIns="0" rIns="0" bIns="0" anchor="t">
            <a:spAutoFit/>
          </a:bodyPr>
          <a:lstStyle/>
          <a:p>
            <a:pPr algn="l">
              <a:lnSpc>
                <a:spcPct val="115000"/>
              </a:lnSpc>
            </a:pPr>
            <a:r>
              <a:rPr sz="1600" b="1" i="0">
                <a:solidFill>
                  <a:srgbClr val="114A5C"/>
                </a:solidFill>
                <a:latin typeface="Segoe UI Semibold"/>
              </a:rPr>
              <a:t>Contacto Global</a:t>
            </a:r>
          </a:p>
        </p:txBody>
      </p:sp>
      <p:sp>
        <p:nvSpPr>
          <p:cNvPr id="19" name="TextBox 18"/>
          <p:cNvSpPr txBox="1"/>
          <p:nvPr/>
        </p:nvSpPr>
        <p:spPr>
          <a:xfrm>
            <a:off x="502920" y="6675120"/>
            <a:ext cx="6766560" cy="1037015"/>
          </a:xfrm>
          <a:prstGeom prst="rect">
            <a:avLst/>
          </a:prstGeom>
          <a:noFill/>
        </p:spPr>
        <p:txBody>
          <a:bodyPr wrap="square" lIns="0" tIns="0" rIns="0" bIns="0" anchor="t">
            <a:spAutoFit/>
          </a:bodyPr>
          <a:lstStyle/>
          <a:p>
            <a:pPr>
              <a:lnSpc>
                <a:spcPct val="125000"/>
              </a:lnSpc>
            </a:pPr>
            <a:r>
              <a:rPr sz="1100" b="0" i="0" dirty="0">
                <a:solidFill>
                  <a:srgbClr val="2A2A2A"/>
                </a:solidFill>
                <a:latin typeface="Segoe UI"/>
              </a:rPr>
              <a:t>🌐  Sitio web: </a:t>
            </a:r>
            <a:r>
              <a:rPr sz="1100" b="0" i="0" dirty="0">
                <a:solidFill>
                  <a:srgbClr val="2A2A2A"/>
                </a:solidFill>
                <a:latin typeface="Segoe UI"/>
                <a:hlinkClick r:id="rId2"/>
              </a:rPr>
              <a:t>https://4js.com</a:t>
            </a:r>
            <a:r>
              <a:rPr lang="es-MX" sz="1100" b="0" i="0" dirty="0">
                <a:solidFill>
                  <a:srgbClr val="2A2A2A"/>
                </a:solidFill>
                <a:latin typeface="Segoe UI"/>
              </a:rPr>
              <a:t> &amp; </a:t>
            </a:r>
            <a:r>
              <a:rPr lang="en-US" sz="1100" dirty="0">
                <a:solidFill>
                  <a:srgbClr val="2A2A2A"/>
                </a:solidFill>
                <a:latin typeface="Segoe UI"/>
                <a:hlinkClick r:id="rId2"/>
              </a:rPr>
              <a:t>https://fourjs.com</a:t>
            </a:r>
            <a:r>
              <a:rPr sz="1100" b="0" i="0" dirty="0">
                <a:solidFill>
                  <a:srgbClr val="2A2A2A"/>
                </a:solidFill>
                <a:latin typeface="Segoe UI"/>
              </a:rPr>
              <a:t>     ✉  Ventas: </a:t>
            </a:r>
            <a:r>
              <a:rPr lang="es-MX" sz="1100" b="0" i="0" dirty="0">
                <a:solidFill>
                  <a:srgbClr val="2A2A2A"/>
                </a:solidFill>
                <a:latin typeface="Segoe UI"/>
              </a:rPr>
              <a:t>a</a:t>
            </a:r>
            <a:r>
              <a:rPr lang="es-MX" sz="1100" dirty="0">
                <a:solidFill>
                  <a:srgbClr val="2A2A2A"/>
                </a:solidFill>
                <a:latin typeface="Segoe UI"/>
              </a:rPr>
              <a:t>iline.espinoza@4js.com</a:t>
            </a:r>
            <a:r>
              <a:rPr sz="1100" b="0" i="0" dirty="0">
                <a:solidFill>
                  <a:srgbClr val="2A2A2A"/>
                </a:solidFill>
                <a:latin typeface="Segoe UI"/>
              </a:rPr>
              <a:t>   </a:t>
            </a:r>
            <a:r>
              <a:rPr lang="es-MX" sz="1100" b="0" i="0" dirty="0">
                <a:solidFill>
                  <a:srgbClr val="2A2A2A"/>
                </a:solidFill>
                <a:latin typeface="Segoe UI"/>
              </a:rPr>
              <a:t>                           </a:t>
            </a:r>
            <a:r>
              <a:rPr sz="1100" b="0" i="0" dirty="0">
                <a:solidFill>
                  <a:srgbClr val="2A2A2A"/>
                </a:solidFill>
                <a:latin typeface="Segoe UI"/>
              </a:rPr>
              <a:t>  </a:t>
            </a:r>
            <a:r>
              <a:rPr lang="es-MX" sz="1100" b="0" i="0" dirty="0">
                <a:solidFill>
                  <a:srgbClr val="2A2A2A"/>
                </a:solidFill>
                <a:latin typeface="Segoe UI"/>
              </a:rPr>
              <a:t> </a:t>
            </a:r>
            <a:r>
              <a:rPr sz="1100" b="0" i="0" dirty="0">
                <a:solidFill>
                  <a:srgbClr val="2A2A2A"/>
                </a:solidFill>
                <a:latin typeface="Segoe UI"/>
              </a:rPr>
              <a:t>✉  </a:t>
            </a:r>
            <a:r>
              <a:rPr sz="1100" b="0" i="0" dirty="0" err="1">
                <a:solidFill>
                  <a:srgbClr val="2A2A2A"/>
                </a:solidFill>
                <a:latin typeface="Segoe UI"/>
              </a:rPr>
              <a:t>Consultas</a:t>
            </a:r>
            <a:r>
              <a:rPr sz="1100" b="0" i="0" dirty="0">
                <a:solidFill>
                  <a:srgbClr val="2A2A2A"/>
                </a:solidFill>
                <a:latin typeface="Segoe UI"/>
              </a:rPr>
              <a:t>: </a:t>
            </a:r>
            <a:r>
              <a:rPr lang="es-MX" sz="1100" dirty="0" err="1">
                <a:solidFill>
                  <a:srgbClr val="2A2A2A"/>
                </a:solidFill>
                <a:latin typeface="Segoe UI"/>
              </a:rPr>
              <a:t>iv</a:t>
            </a:r>
            <a:r>
              <a:rPr lang="es-MX" sz="1100" b="0" i="0" dirty="0" err="1">
                <a:solidFill>
                  <a:srgbClr val="2A2A2A"/>
                </a:solidFill>
                <a:latin typeface="Segoe UI"/>
              </a:rPr>
              <a:t>an.gonzalez</a:t>
            </a:r>
            <a:r>
              <a:rPr sz="1100" b="0" i="0" dirty="0">
                <a:solidFill>
                  <a:srgbClr val="2A2A2A"/>
                </a:solidFill>
                <a:latin typeface="Segoe UI"/>
              </a:rPr>
              <a:t>@4js.com</a:t>
            </a:r>
          </a:p>
          <a:p>
            <a:pPr algn="l">
              <a:lnSpc>
                <a:spcPct val="125000"/>
              </a:lnSpc>
            </a:pPr>
            <a:endParaRPr sz="1100" b="0" i="0" dirty="0">
              <a:solidFill>
                <a:srgbClr val="2A2A2A"/>
              </a:solidFill>
              <a:latin typeface="Segoe UI"/>
            </a:endParaRPr>
          </a:p>
          <a:p>
            <a:pPr algn="l">
              <a:lnSpc>
                <a:spcPct val="125000"/>
              </a:lnSpc>
            </a:pPr>
            <a:r>
              <a:rPr sz="1100" b="0" i="0" dirty="0" err="1">
                <a:solidFill>
                  <a:srgbClr val="2A2A2A"/>
                </a:solidFill>
                <a:latin typeface="Segoe UI"/>
              </a:rPr>
              <a:t>Sede</a:t>
            </a:r>
            <a:r>
              <a:rPr sz="1100" b="0" i="0" dirty="0">
                <a:solidFill>
                  <a:srgbClr val="2A2A2A"/>
                </a:solidFill>
                <a:latin typeface="Segoe UI"/>
              </a:rPr>
              <a:t> </a:t>
            </a:r>
            <a:r>
              <a:rPr sz="1100" b="0" i="0" dirty="0" err="1">
                <a:solidFill>
                  <a:srgbClr val="2A2A2A"/>
                </a:solidFill>
                <a:latin typeface="Segoe UI"/>
              </a:rPr>
              <a:t>corporativa</a:t>
            </a:r>
            <a:r>
              <a:rPr sz="1100" b="0" i="0" dirty="0">
                <a:solidFill>
                  <a:srgbClr val="2A2A2A"/>
                </a:solidFill>
                <a:latin typeface="Segoe UI"/>
              </a:rPr>
              <a:t>: Four Js Development Tools </a:t>
            </a:r>
            <a:r>
              <a:rPr lang="es-MX" sz="1100" dirty="0">
                <a:solidFill>
                  <a:srgbClr val="2A2A2A"/>
                </a:solidFill>
                <a:latin typeface="Segoe UI"/>
              </a:rPr>
              <a:t>Latinoamérica CDMX, México</a:t>
            </a:r>
            <a:r>
              <a:rPr sz="1100" b="0" i="0" dirty="0">
                <a:solidFill>
                  <a:srgbClr val="2A2A2A"/>
                </a:solidFill>
                <a:latin typeface="Segoe UI"/>
              </a:rPr>
              <a:t>.</a:t>
            </a:r>
          </a:p>
          <a:p>
            <a:pPr algn="l">
              <a:lnSpc>
                <a:spcPct val="125000"/>
              </a:lnSpc>
            </a:pPr>
            <a:r>
              <a:rPr sz="1100" b="0" i="0" dirty="0" err="1">
                <a:solidFill>
                  <a:srgbClr val="2A2A2A"/>
                </a:solidFill>
                <a:latin typeface="Segoe UI"/>
              </a:rPr>
              <a:t>Fundada</a:t>
            </a:r>
            <a:r>
              <a:rPr sz="1100" b="0" i="0" dirty="0">
                <a:solidFill>
                  <a:srgbClr val="2A2A2A"/>
                </a:solidFill>
                <a:latin typeface="Segoe UI"/>
              </a:rPr>
              <a:t> </a:t>
            </a:r>
            <a:r>
              <a:rPr sz="1100" b="0" i="0" dirty="0" err="1">
                <a:solidFill>
                  <a:srgbClr val="2A2A2A"/>
                </a:solidFill>
                <a:latin typeface="Segoe UI"/>
              </a:rPr>
              <a:t>en</a:t>
            </a:r>
            <a:r>
              <a:rPr sz="1100" b="0" i="0" dirty="0">
                <a:solidFill>
                  <a:srgbClr val="2A2A2A"/>
                </a:solidFill>
                <a:latin typeface="Segoe UI"/>
              </a:rPr>
              <a:t> </a:t>
            </a:r>
            <a:r>
              <a:rPr lang="es-MX" sz="1100" dirty="0">
                <a:solidFill>
                  <a:srgbClr val="2A2A2A"/>
                </a:solidFill>
                <a:latin typeface="Segoe UI"/>
              </a:rPr>
              <a:t>2000</a:t>
            </a:r>
            <a:r>
              <a:rPr sz="1100" b="0" i="0" dirty="0">
                <a:solidFill>
                  <a:srgbClr val="2A2A2A"/>
                </a:solidFill>
                <a:latin typeface="Segoe UI"/>
              </a:rPr>
              <a:t>. </a:t>
            </a:r>
            <a:r>
              <a:rPr sz="1100" b="0" i="0" dirty="0" err="1">
                <a:solidFill>
                  <a:srgbClr val="2A2A2A"/>
                </a:solidFill>
                <a:latin typeface="Segoe UI"/>
              </a:rPr>
              <a:t>Parte</a:t>
            </a:r>
            <a:r>
              <a:rPr sz="1100" b="0" i="0" dirty="0">
                <a:solidFill>
                  <a:srgbClr val="2A2A2A"/>
                </a:solidFill>
                <a:latin typeface="Segoe UI"/>
              </a:rPr>
              <a:t> de Volaris Group / Constellation Software (TSX: CSU).</a:t>
            </a:r>
          </a:p>
        </p:txBody>
      </p:sp>
      <p:sp>
        <p:nvSpPr>
          <p:cNvPr id="20" name="Rectangle 19"/>
          <p:cNvSpPr/>
          <p:nvPr/>
        </p:nvSpPr>
        <p:spPr>
          <a:xfrm>
            <a:off x="0" y="9235440"/>
            <a:ext cx="7772400" cy="822960"/>
          </a:xfrm>
          <a:prstGeom prst="rect">
            <a:avLst/>
          </a:prstGeom>
          <a:solidFill>
            <a:srgbClr val="1B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9372600"/>
            <a:ext cx="6766560" cy="365760"/>
          </a:xfrm>
          <a:prstGeom prst="rect">
            <a:avLst/>
          </a:prstGeom>
          <a:noFill/>
        </p:spPr>
        <p:txBody>
          <a:bodyPr wrap="square" lIns="0" tIns="0" rIns="0" bIns="0" anchor="t">
            <a:spAutoFit/>
          </a:bodyPr>
          <a:lstStyle/>
          <a:p>
            <a:pPr algn="ctr">
              <a:lnSpc>
                <a:spcPct val="115000"/>
              </a:lnSpc>
            </a:pPr>
            <a:r>
              <a:rPr sz="1300" b="1" i="0">
                <a:solidFill>
                  <a:srgbClr val="FFFFFF"/>
                </a:solidFill>
                <a:latin typeface="Segoe UI Semibold"/>
              </a:rPr>
              <a:t>Alcance Global, Soporte Local</a:t>
            </a:r>
          </a:p>
        </p:txBody>
      </p:sp>
      <p:sp>
        <p:nvSpPr>
          <p:cNvPr id="22" name="TextBox 21"/>
          <p:cNvSpPr txBox="1"/>
          <p:nvPr/>
        </p:nvSpPr>
        <p:spPr>
          <a:xfrm>
            <a:off x="502920" y="9692640"/>
            <a:ext cx="6766560" cy="320040"/>
          </a:xfrm>
          <a:prstGeom prst="rect">
            <a:avLst/>
          </a:prstGeom>
          <a:noFill/>
        </p:spPr>
        <p:txBody>
          <a:bodyPr wrap="square" lIns="0" tIns="0" rIns="0" bIns="0" anchor="t">
            <a:spAutoFit/>
          </a:bodyPr>
          <a:lstStyle/>
          <a:p>
            <a:pPr algn="ctr">
              <a:lnSpc>
                <a:spcPct val="115000"/>
              </a:lnSpc>
            </a:pPr>
            <a:r>
              <a:rPr sz="1000" b="0" i="1">
                <a:solidFill>
                  <a:srgbClr val="B8D9E0"/>
                </a:solidFill>
                <a:latin typeface="Segoe UI"/>
              </a:rPr>
              <a:t>EUA · México · Irlanda · Francia · Australia · Reino Unido · Alemania</a:t>
            </a:r>
          </a:p>
        </p:txBody>
      </p:sp>
      <p:pic>
        <p:nvPicPr>
          <p:cNvPr id="23" name="Imagen 22" descr="Imagen que contiene Forma&#10;&#10;El contenido generado por IA puede ser incorrecto.">
            <a:extLst>
              <a:ext uri="{FF2B5EF4-FFF2-40B4-BE49-F238E27FC236}">
                <a16:creationId xmlns:a16="http://schemas.microsoft.com/office/drawing/2014/main" id="{3C6381DE-10AF-A07E-B4A1-A2BDE73C6515}"/>
              </a:ext>
            </a:extLst>
          </p:cNvPr>
          <p:cNvPicPr>
            <a:picLocks noChangeAspect="1"/>
          </p:cNvPicPr>
          <p:nvPr/>
        </p:nvPicPr>
        <p:blipFill>
          <a:blip r:embed="rId3">
            <a:extLst>
              <a:ext uri="{28A0092B-C50C-407E-A947-70E740481C1C}">
                <a14:useLocalDpi xmlns:a14="http://schemas.microsoft.com/office/drawing/2010/main" val="0"/>
              </a:ext>
            </a:extLst>
          </a:blip>
          <a:srcRect l="-8" t="-26" r="-8" b="-26"/>
          <a:stretch>
            <a:fillRect/>
          </a:stretch>
        </p:blipFill>
        <p:spPr bwMode="auto">
          <a:xfrm>
            <a:off x="323850" y="304800"/>
            <a:ext cx="1821180" cy="56388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1872</Words>
  <Application>Microsoft Office PowerPoint</Application>
  <PresentationFormat>Personalizado</PresentationFormat>
  <Paragraphs>157</Paragraphs>
  <Slides>9</Slides>
  <Notes>1</Notes>
  <HiddenSlides>0</HiddenSlides>
  <MMClips>0</MMClip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Ailine Espinoza</dc:creator>
  <cp:keywords/>
  <dc:description>generated using python-pptx</dc:description>
  <cp:lastModifiedBy>Ailine Espinoza</cp:lastModifiedBy>
  <cp:revision>3</cp:revision>
  <dcterms:created xsi:type="dcterms:W3CDTF">2013-01-27T09:14:16Z</dcterms:created>
  <dcterms:modified xsi:type="dcterms:W3CDTF">2026-09-13T02:03:24Z</dcterms:modified>
  <cp:category/>
</cp:coreProperties>
</file>
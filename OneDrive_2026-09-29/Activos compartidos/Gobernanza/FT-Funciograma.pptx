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4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ia López" initials="TL" lastIdx="1" clrIdx="0">
    <p:extLst>
      <p:ext uri="{19B8F6BF-5375-455C-9EA6-DF929625EA0E}">
        <p15:presenceInfo xmlns:p15="http://schemas.microsoft.com/office/powerpoint/2012/main" userId="S::tlopez@innevo.com::77f58189-e01e-4d35-9d35-b5786e1d02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6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418C91-2774-4A22-A2BB-4A7AA5718992}" v="1" dt="2026-01-19T15:49:36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49" autoAdjust="0"/>
  </p:normalViewPr>
  <p:slideViewPr>
    <p:cSldViewPr snapToGrid="0">
      <p:cViewPr varScale="1">
        <p:scale>
          <a:sx n="90" d="100"/>
          <a:sy n="90" d="100"/>
        </p:scale>
        <p:origin x="258" y="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a López" userId="77f58189-e01e-4d35-9d35-b5786e1d02a6" providerId="ADAL" clId="{13A27A49-83C3-4FDC-996B-565458F4EA3E}"/>
    <pc:docChg chg="undo custSel addSld delSld modSld">
      <pc:chgData name="Tania López" userId="77f58189-e01e-4d35-9d35-b5786e1d02a6" providerId="ADAL" clId="{13A27A49-83C3-4FDC-996B-565458F4EA3E}" dt="2023-08-07T17:05:51.923" v="249" actId="1076"/>
      <pc:docMkLst>
        <pc:docMk/>
      </pc:docMkLst>
      <pc:sldChg chg="addSp delSp modSp mod">
        <pc:chgData name="Tania López" userId="77f58189-e01e-4d35-9d35-b5786e1d02a6" providerId="ADAL" clId="{13A27A49-83C3-4FDC-996B-565458F4EA3E}" dt="2023-08-07T17:05:51.923" v="249" actId="1076"/>
        <pc:sldMkLst>
          <pc:docMk/>
          <pc:sldMk cId="1162260093" sldId="264"/>
        </pc:sldMkLst>
      </pc:sldChg>
      <pc:sldChg chg="addSp modSp new del mod">
        <pc:chgData name="Tania López" userId="77f58189-e01e-4d35-9d35-b5786e1d02a6" providerId="ADAL" clId="{13A27A49-83C3-4FDC-996B-565458F4EA3E}" dt="2023-08-07T17:00:34.801" v="52" actId="47"/>
        <pc:sldMkLst>
          <pc:docMk/>
          <pc:sldMk cId="2305630286" sldId="265"/>
        </pc:sldMkLst>
      </pc:sldChg>
    </pc:docChg>
  </pc:docChgLst>
  <pc:docChgLst>
    <pc:chgData name="Tania López" userId="77f58189-e01e-4d35-9d35-b5786e1d02a6" providerId="ADAL" clId="{BA7DFACB-09CF-49FE-9F9D-A59AE9EE7E46}"/>
    <pc:docChg chg="delSld">
      <pc:chgData name="Tania López" userId="77f58189-e01e-4d35-9d35-b5786e1d02a6" providerId="ADAL" clId="{BA7DFACB-09CF-49FE-9F9D-A59AE9EE7E46}" dt="2023-08-07T16:55:07.092" v="3" actId="47"/>
      <pc:docMkLst>
        <pc:docMk/>
      </pc:docMkLst>
      <pc:sldChg chg="del">
        <pc:chgData name="Tania López" userId="77f58189-e01e-4d35-9d35-b5786e1d02a6" providerId="ADAL" clId="{BA7DFACB-09CF-49FE-9F9D-A59AE9EE7E46}" dt="2023-08-07T16:55:07.092" v="3" actId="47"/>
        <pc:sldMkLst>
          <pc:docMk/>
          <pc:sldMk cId="2174234186" sldId="256"/>
        </pc:sldMkLst>
      </pc:sldChg>
      <pc:sldChg chg="del">
        <pc:chgData name="Tania López" userId="77f58189-e01e-4d35-9d35-b5786e1d02a6" providerId="ADAL" clId="{BA7DFACB-09CF-49FE-9F9D-A59AE9EE7E46}" dt="2023-08-07T16:55:04.665" v="0" actId="47"/>
        <pc:sldMkLst>
          <pc:docMk/>
          <pc:sldMk cId="1341773723" sldId="257"/>
        </pc:sldMkLst>
      </pc:sldChg>
      <pc:sldChg chg="del">
        <pc:chgData name="Tania López" userId="77f58189-e01e-4d35-9d35-b5786e1d02a6" providerId="ADAL" clId="{BA7DFACB-09CF-49FE-9F9D-A59AE9EE7E46}" dt="2023-08-07T16:55:04.854" v="1" actId="47"/>
        <pc:sldMkLst>
          <pc:docMk/>
          <pc:sldMk cId="2718271593" sldId="259"/>
        </pc:sldMkLst>
      </pc:sldChg>
      <pc:sldChg chg="del">
        <pc:chgData name="Tania López" userId="77f58189-e01e-4d35-9d35-b5786e1d02a6" providerId="ADAL" clId="{BA7DFACB-09CF-49FE-9F9D-A59AE9EE7E46}" dt="2023-08-07T16:55:06.268" v="2" actId="47"/>
        <pc:sldMkLst>
          <pc:docMk/>
          <pc:sldMk cId="3718218077" sldId="261"/>
        </pc:sldMkLst>
      </pc:sldChg>
    </pc:docChg>
  </pc:docChgLst>
  <pc:docChgLst>
    <pc:chgData name="Adolfo Mota" userId="2f7203d3-7281-4617-b4dd-a40c4e1be407" providerId="ADAL" clId="{6F980FC0-CA9E-4DD1-B75D-40E16CB923FA}"/>
    <pc:docChg chg="custSel modSld">
      <pc:chgData name="Adolfo Mota" userId="2f7203d3-7281-4617-b4dd-a40c4e1be407" providerId="ADAL" clId="{6F980FC0-CA9E-4DD1-B75D-40E16CB923FA}" dt="2026-01-19T15:49:46.566" v="5" actId="478"/>
      <pc:docMkLst>
        <pc:docMk/>
      </pc:docMkLst>
      <pc:sldChg chg="delSp modSp mod">
        <pc:chgData name="Adolfo Mota" userId="2f7203d3-7281-4617-b4dd-a40c4e1be407" providerId="ADAL" clId="{6F980FC0-CA9E-4DD1-B75D-40E16CB923FA}" dt="2026-01-19T15:49:46.566" v="5" actId="478"/>
        <pc:sldMkLst>
          <pc:docMk/>
          <pc:sldMk cId="1162260093" sldId="264"/>
        </pc:sldMkLst>
        <pc:spChg chg="mod">
          <ac:chgData name="Adolfo Mota" userId="2f7203d3-7281-4617-b4dd-a40c4e1be407" providerId="ADAL" clId="{6F980FC0-CA9E-4DD1-B75D-40E16CB923FA}" dt="2026-01-19T15:49:33.019" v="0" actId="21"/>
          <ac:spMkLst>
            <pc:docMk/>
            <pc:sldMk cId="1162260093" sldId="264"/>
            <ac:spMk id="31" creationId="{1D864088-79B4-4D81-B18A-79D452A7B54A}"/>
          </ac:spMkLst>
        </pc:spChg>
        <pc:spChg chg="mod">
          <ac:chgData name="Adolfo Mota" userId="2f7203d3-7281-4617-b4dd-a40c4e1be407" providerId="ADAL" clId="{6F980FC0-CA9E-4DD1-B75D-40E16CB923FA}" dt="2026-01-19T15:49:36.523" v="2"/>
          <ac:spMkLst>
            <pc:docMk/>
            <pc:sldMk cId="1162260093" sldId="264"/>
            <ac:spMk id="50" creationId="{7B3B70A0-03C6-4FCB-8094-0A9460DE50E5}"/>
          </ac:spMkLst>
        </pc:spChg>
        <pc:grpChg chg="del">
          <ac:chgData name="Adolfo Mota" userId="2f7203d3-7281-4617-b4dd-a40c4e1be407" providerId="ADAL" clId="{6F980FC0-CA9E-4DD1-B75D-40E16CB923FA}" dt="2026-01-19T15:49:38.625" v="3" actId="478"/>
          <ac:grpSpMkLst>
            <pc:docMk/>
            <pc:sldMk cId="1162260093" sldId="264"/>
            <ac:grpSpMk id="29" creationId="{CEF03A51-7CC7-4083-B7C0-E0E22F887BD7}"/>
          </ac:grpSpMkLst>
        </pc:grpChg>
        <pc:grpChg chg="mod">
          <ac:chgData name="Adolfo Mota" userId="2f7203d3-7281-4617-b4dd-a40c4e1be407" providerId="ADAL" clId="{6F980FC0-CA9E-4DD1-B75D-40E16CB923FA}" dt="2026-01-19T15:49:42.817" v="4" actId="14100"/>
          <ac:grpSpMkLst>
            <pc:docMk/>
            <pc:sldMk cId="1162260093" sldId="264"/>
            <ac:grpSpMk id="48" creationId="{48A9E8A1-B4C0-4494-90BE-6F7250D4A9E8}"/>
          </ac:grpSpMkLst>
        </pc:grpChg>
        <pc:cxnChg chg="mod">
          <ac:chgData name="Adolfo Mota" userId="2f7203d3-7281-4617-b4dd-a40c4e1be407" providerId="ADAL" clId="{6F980FC0-CA9E-4DD1-B75D-40E16CB923FA}" dt="2026-01-19T15:49:42.817" v="4" actId="14100"/>
          <ac:cxnSpMkLst>
            <pc:docMk/>
            <pc:sldMk cId="1162260093" sldId="264"/>
            <ac:cxnSpMk id="70" creationId="{7CF80A13-8332-48E8-BF50-815CA0F69A50}"/>
          </ac:cxnSpMkLst>
        </pc:cxnChg>
        <pc:cxnChg chg="del mod">
          <ac:chgData name="Adolfo Mota" userId="2f7203d3-7281-4617-b4dd-a40c4e1be407" providerId="ADAL" clId="{6F980FC0-CA9E-4DD1-B75D-40E16CB923FA}" dt="2026-01-19T15:49:46.566" v="5" actId="478"/>
          <ac:cxnSpMkLst>
            <pc:docMk/>
            <pc:sldMk cId="1162260093" sldId="264"/>
            <ac:cxnSpMk id="72" creationId="{410314DE-85C5-4995-A899-0E4509B68F91}"/>
          </ac:cxnSpMkLst>
        </pc:cxnChg>
      </pc:sldChg>
    </pc:docChg>
  </pc:docChgLst>
  <pc:docChgLst>
    <pc:chgData name="Adolfo Mota" userId="2f7203d3-7281-4617-b4dd-a40c4e1be407" providerId="ADAL" clId="{80C1E1AE-75B0-4D7C-B542-5E0F2197AFE0}"/>
    <pc:docChg chg="undo custSel modSld">
      <pc:chgData name="Adolfo Mota" userId="2f7203d3-7281-4617-b4dd-a40c4e1be407" providerId="ADAL" clId="{80C1E1AE-75B0-4D7C-B542-5E0F2197AFE0}" dt="2025-10-13T14:19:07.390" v="23" actId="20577"/>
      <pc:docMkLst>
        <pc:docMk/>
      </pc:docMkLst>
      <pc:sldChg chg="modSp mod">
        <pc:chgData name="Adolfo Mota" userId="2f7203d3-7281-4617-b4dd-a40c4e1be407" providerId="ADAL" clId="{80C1E1AE-75B0-4D7C-B542-5E0F2197AFE0}" dt="2025-10-13T14:19:07.390" v="23" actId="20577"/>
        <pc:sldMkLst>
          <pc:docMk/>
          <pc:sldMk cId="1162260093" sldId="264"/>
        </pc:sldMkLst>
      </pc:sldChg>
    </pc:docChg>
  </pc:docChgLst>
  <pc:docChgLst>
    <pc:chgData name="Pedro Alatorre" userId="9d3befdc-a3aa-476f-8ce4-395f998ca365" providerId="ADAL" clId="{F96E1584-F4CF-469C-B28C-D10D95F3D98B}"/>
    <pc:docChg chg="modSld">
      <pc:chgData name="Pedro Alatorre" userId="9d3befdc-a3aa-476f-8ce4-395f998ca365" providerId="ADAL" clId="{F96E1584-F4CF-469C-B28C-D10D95F3D98B}" dt="2023-11-23T17:59:59.071" v="19" actId="1076"/>
      <pc:docMkLst>
        <pc:docMk/>
      </pc:docMkLst>
      <pc:sldChg chg="addSp modSp mod">
        <pc:chgData name="Pedro Alatorre" userId="9d3befdc-a3aa-476f-8ce4-395f998ca365" providerId="ADAL" clId="{F96E1584-F4CF-469C-B28C-D10D95F3D98B}" dt="2023-11-23T17:59:59.071" v="19" actId="1076"/>
        <pc:sldMkLst>
          <pc:docMk/>
          <pc:sldMk cId="1162260093" sldId="264"/>
        </pc:sldMkLst>
      </pc:sldChg>
    </pc:docChg>
  </pc:docChgLst>
  <pc:docChgLst>
    <pc:chgData name="Tania López" userId="77f58189-e01e-4d35-9d35-b5786e1d02a6" providerId="ADAL" clId="{0BE972CD-F0B1-4046-9294-9CD8DFC8B906}"/>
    <pc:docChg chg="custSel modSld">
      <pc:chgData name="Tania López" userId="77f58189-e01e-4d35-9d35-b5786e1d02a6" providerId="ADAL" clId="{0BE972CD-F0B1-4046-9294-9CD8DFC8B906}" dt="2024-05-14T15:33:10.025" v="0" actId="478"/>
      <pc:docMkLst>
        <pc:docMk/>
      </pc:docMkLst>
      <pc:sldChg chg="delSp mod">
        <pc:chgData name="Tania López" userId="77f58189-e01e-4d35-9d35-b5786e1d02a6" providerId="ADAL" clId="{0BE972CD-F0B1-4046-9294-9CD8DFC8B906}" dt="2024-05-14T15:33:10.025" v="0" actId="478"/>
        <pc:sldMkLst>
          <pc:docMk/>
          <pc:sldMk cId="116226009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283FD-AC59-4EA1-8EC9-F791350B16DF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862EA-BD3E-4B12-9B80-B706F0A5B5B1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884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073EE-E929-494A-B6A8-C02CFF95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FAC9AA-8735-476F-A647-BE917257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56BBC6-E5A0-4D95-8920-F45905B60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44CCE-C5F8-436A-88A8-B9012CE9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37D9AD-3FA7-4F46-8426-672380E8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533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6D474-C05D-4A12-BE23-537DA26A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FF81A-02E3-4F77-8474-A2A887095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76FC3-AEC6-445B-A9E3-B34C169D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307A0-4C73-4BCF-BF5C-1CC9980A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A21EF-E5C6-4465-B260-A52DF5F8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057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F0348-A4FE-4B52-8FEF-175BF830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E91809-633E-4773-93C3-6A42AFCB0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20A593-7C6B-4430-9C99-6294679B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98CC1-0327-4972-B90E-CDCFAC02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0E19F0-A93E-4825-9C93-5BE4D31B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320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C9BF3-04D9-46C2-AF2D-D5AABEE1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132AE8-988D-4FBC-806E-34B010E46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6FF69F-28B3-4BCE-B9E2-84F4A796C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3A58AF-5A41-4CD0-9FB0-0DFFC7EC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949024-8857-48CE-9CE8-368FF910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3B4F7-EDE6-472F-9B5E-CA3607FB4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569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90DF0-8A9A-47E4-B2B0-80616EBA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E94E33-D2A7-45AF-8CEC-D41487B09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7C8D97-52C1-4CA2-ADCE-ECAEC7264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2D1935-C03D-42CD-901F-38A66D225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633EE2-58E3-4B3A-B0D0-AE950A409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DA8121-DB50-4268-8D1D-6C6D8E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921C77-AED0-4FA2-8F0A-F3F8ED82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4DE528-B76A-4D51-9F8F-ECB5011A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843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0CE35-690B-4B3C-B997-D110576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C578DF-F80B-407F-9918-B8B1962E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8973B0-0F55-4183-94FF-29DFCC6C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7702D4-3252-4EB6-9A88-F74E3F9D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21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BAFC78-DD93-47AA-818C-B476C26B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57AA25-1A6B-4265-BC9D-BFE67E5D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14927F-3A59-41C5-8C16-B4570B9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1201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78738-7FD5-4AB2-A72B-07695F08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5C81A-FEA5-4840-8D57-77C579EFE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A12E57-9FB8-4BF3-82A6-E683B221D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8B4DAD-4246-4822-9FD1-8C43A6C6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D36FD2-DD99-4454-B647-E7D5EF56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B07A0C-7BB8-48B5-97C9-6FDF9E48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9896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80948-D92E-44F8-BD48-CC71BA66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A92DFA-A735-4760-8DC1-58D4AD71F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4200E4-10E3-44F9-A5C8-1D79A4DFC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7A9279-1FE7-4ED6-B450-788C9DD0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D26597-2C33-4290-99F4-CF442AB8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6329DD-D324-47C0-B8AF-82A2C3D1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1913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32A6F-755E-4AEF-AEA9-101BDFC3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063A5F-84DB-4302-B698-6B66B695E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7E3CC5-9971-4F6E-B495-41700B4A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9D5D96-46F9-4E94-AFA6-739DC48B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988A16-0FFF-4DE2-BC69-01F31A29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291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A94CC7-B179-457F-B732-C660F291E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F66C08-7BBA-4046-9543-DBEF7C605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2D14B6-0728-4B05-9A0C-28CE54D5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6C83C4-7592-4991-A953-2F9794EF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E4BF5-BE8E-4AAD-80F3-12F2EA50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854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A77F77-9CA8-4263-982F-10CFE8C0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F96219-1BE6-45CB-B49E-1EA778B5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67E09-CB53-446C-A5B1-2AB1E0A3D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9C331-9F2B-4951-9830-5275B4C25EFD}" type="datetimeFigureOut">
              <a:rPr lang="es-MX" smtClean="0"/>
              <a:t>19/01/2026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094358-9D0B-46EE-B99E-74CA51377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0948D7-E1DB-45B9-B998-38BF77E54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29E8D-0791-453C-81D8-6D89C0B901D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420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6092082-4D36-455F-89F6-EBC3B42457B1}"/>
              </a:ext>
            </a:extLst>
          </p:cNvPr>
          <p:cNvGrpSpPr/>
          <p:nvPr/>
        </p:nvGrpSpPr>
        <p:grpSpPr>
          <a:xfrm>
            <a:off x="4541469" y="792479"/>
            <a:ext cx="2290456" cy="748199"/>
            <a:chOff x="4536785" y="154527"/>
            <a:chExt cx="2290456" cy="682147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1A1F164B-7281-446A-851A-D0ECED46019D}"/>
                </a:ext>
              </a:extLst>
            </p:cNvPr>
            <p:cNvSpPr/>
            <p:nvPr/>
          </p:nvSpPr>
          <p:spPr>
            <a:xfrm>
              <a:off x="4536785" y="154527"/>
              <a:ext cx="2290456" cy="68214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4" name="Rectángulo: esquinas redondeadas 4">
              <a:extLst>
                <a:ext uri="{FF2B5EF4-FFF2-40B4-BE49-F238E27FC236}">
                  <a16:creationId xmlns:a16="http://schemas.microsoft.com/office/drawing/2014/main" id="{5B0903E4-880D-4339-99BD-B1663100A4EE}"/>
                </a:ext>
              </a:extLst>
            </p:cNvPr>
            <p:cNvSpPr txBox="1"/>
            <p:nvPr/>
          </p:nvSpPr>
          <p:spPr>
            <a:xfrm>
              <a:off x="4556764" y="174506"/>
              <a:ext cx="2250498" cy="6421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b="1" kern="1200" dirty="0"/>
                <a:t>Director general</a:t>
              </a:r>
            </a:p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/>
                <a:t>Planear, dirigir y coordinar el funcionamiento de la organización.</a:t>
              </a:r>
            </a:p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MX" sz="1000" kern="1200" dirty="0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03008C01-700C-41F5-8918-9A2F04CD45A7}"/>
              </a:ext>
            </a:extLst>
          </p:cNvPr>
          <p:cNvGrpSpPr/>
          <p:nvPr/>
        </p:nvGrpSpPr>
        <p:grpSpPr>
          <a:xfrm>
            <a:off x="836988" y="1883944"/>
            <a:ext cx="2107734" cy="1113055"/>
            <a:chOff x="0" y="1180249"/>
            <a:chExt cx="1989177" cy="1288103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BCFC13B5-2CF5-41B0-8729-AB91E5781EED}"/>
                </a:ext>
              </a:extLst>
            </p:cNvPr>
            <p:cNvSpPr/>
            <p:nvPr/>
          </p:nvSpPr>
          <p:spPr>
            <a:xfrm>
              <a:off x="0" y="1180249"/>
              <a:ext cx="1989177" cy="128810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" name="Rectángulo: esquinas redondeadas 4">
              <a:extLst>
                <a:ext uri="{FF2B5EF4-FFF2-40B4-BE49-F238E27FC236}">
                  <a16:creationId xmlns:a16="http://schemas.microsoft.com/office/drawing/2014/main" id="{3C4CA055-7F82-4578-AD50-6F81F2890251}"/>
                </a:ext>
              </a:extLst>
            </p:cNvPr>
            <p:cNvSpPr txBox="1"/>
            <p:nvPr/>
          </p:nvSpPr>
          <p:spPr>
            <a:xfrm>
              <a:off x="37726" y="1246790"/>
              <a:ext cx="1913723" cy="12126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b="1" kern="1200" dirty="0"/>
                <a:t>Responsable de recursos humanos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s-MX" sz="1000" kern="1200" dirty="0"/>
                <a:t>Selección, reclutamiento, definición de compensaciones, relaciones laborables, seguridad e higiene, planes de entrenamiento y desempeño organizacional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D8ED49E3-318D-475E-88E9-25C90DF1DE42}"/>
              </a:ext>
            </a:extLst>
          </p:cNvPr>
          <p:cNvGrpSpPr/>
          <p:nvPr/>
        </p:nvGrpSpPr>
        <p:grpSpPr>
          <a:xfrm>
            <a:off x="8661676" y="1889482"/>
            <a:ext cx="1943480" cy="899710"/>
            <a:chOff x="7335470" y="1346161"/>
            <a:chExt cx="1943480" cy="1001555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4380C5D8-49DA-43C1-8A11-0707DE397582}"/>
                </a:ext>
              </a:extLst>
            </p:cNvPr>
            <p:cNvSpPr/>
            <p:nvPr/>
          </p:nvSpPr>
          <p:spPr>
            <a:xfrm>
              <a:off x="7335470" y="1346161"/>
              <a:ext cx="1943480" cy="1001555"/>
            </a:xfrm>
            <a:prstGeom prst="roundRect">
              <a:avLst>
                <a:gd name="adj" fmla="val 10000"/>
              </a:avLst>
            </a:prstGeom>
            <a:solidFill>
              <a:prstClr val="white">
                <a:alpha val="90000"/>
                <a:hueOff val="0"/>
                <a:satOff val="0"/>
                <a:lumOff val="0"/>
                <a:alphaOff val="0"/>
              </a:prstClr>
            </a:solidFill>
            <a:ln w="12700" cap="flat" cmpd="sng" algn="ctr">
              <a:solidFill>
                <a:srgbClr val="4472C4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10" name="Rectángulo: esquinas redondeadas 4">
              <a:extLst>
                <a:ext uri="{FF2B5EF4-FFF2-40B4-BE49-F238E27FC236}">
                  <a16:creationId xmlns:a16="http://schemas.microsoft.com/office/drawing/2014/main" id="{07EE7D97-2B39-486D-80AF-6BF1324F45EA}"/>
                </a:ext>
              </a:extLst>
            </p:cNvPr>
            <p:cNvSpPr txBox="1"/>
            <p:nvPr/>
          </p:nvSpPr>
          <p:spPr>
            <a:xfrm>
              <a:off x="7364805" y="1375496"/>
              <a:ext cx="1884810" cy="9428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 panose="020F0502020204030204"/>
                  <a:ea typeface="+mn-ea"/>
                  <a:cs typeface="+mn-cs"/>
                </a:rPr>
                <a:t>Responsable de procesos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/>
                <a:t>Creación y mantenimiento de procesos.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/>
                <a:t>Mantener un entorno de mejora continua.</a:t>
              </a:r>
              <a:endParaRPr lang="es-MX" sz="1000" b="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7BCD32C1-7340-4BA9-B725-B5729858AF54}"/>
              </a:ext>
            </a:extLst>
          </p:cNvPr>
          <p:cNvGrpSpPr/>
          <p:nvPr/>
        </p:nvGrpSpPr>
        <p:grpSpPr>
          <a:xfrm>
            <a:off x="3290274" y="1903928"/>
            <a:ext cx="2029519" cy="1073090"/>
            <a:chOff x="2244839" y="1220579"/>
            <a:chExt cx="2029519" cy="1073090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42F35565-0C78-4605-86E1-B396068B6265}"/>
                </a:ext>
              </a:extLst>
            </p:cNvPr>
            <p:cNvSpPr/>
            <p:nvPr/>
          </p:nvSpPr>
          <p:spPr>
            <a:xfrm>
              <a:off x="2244839" y="1220579"/>
              <a:ext cx="2029519" cy="1073090"/>
            </a:xfrm>
            <a:prstGeom prst="roundRect">
              <a:avLst>
                <a:gd name="adj" fmla="val 10000"/>
              </a:avLst>
            </a:prstGeom>
            <a:solidFill>
              <a:prstClr val="white">
                <a:alpha val="90000"/>
                <a:hueOff val="0"/>
                <a:satOff val="0"/>
                <a:lumOff val="0"/>
                <a:alphaOff val="0"/>
              </a:prstClr>
            </a:solidFill>
            <a:ln w="12700" cap="flat" cmpd="sng" algn="ctr">
              <a:solidFill>
                <a:srgbClr val="4472C4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13" name="Rectángulo: esquinas redondeadas 4">
              <a:extLst>
                <a:ext uri="{FF2B5EF4-FFF2-40B4-BE49-F238E27FC236}">
                  <a16:creationId xmlns:a16="http://schemas.microsoft.com/office/drawing/2014/main" id="{5936C281-2990-499B-AB6F-EE36E5B8A231}"/>
                </a:ext>
              </a:extLst>
            </p:cNvPr>
            <p:cNvSpPr txBox="1"/>
            <p:nvPr/>
          </p:nvSpPr>
          <p:spPr>
            <a:xfrm>
              <a:off x="2276269" y="1252009"/>
              <a:ext cx="1966659" cy="10102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+mn-lt"/>
                  <a:ea typeface="+mn-ea"/>
                  <a:cs typeface="+mn-cs"/>
                </a:rPr>
                <a:t>Auditor de calidad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/>
                <a:t>Evaluar el grado de cumplimiento de los procesos, normas y estándares definidos para garantizar que se producen soluciones de calidad</a:t>
              </a:r>
              <a:endParaRPr lang="es-MX" sz="1000" b="1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52E3B4C-566F-4C85-B395-21826E673EF6}"/>
              </a:ext>
            </a:extLst>
          </p:cNvPr>
          <p:cNvGrpSpPr/>
          <p:nvPr/>
        </p:nvGrpSpPr>
        <p:grpSpPr>
          <a:xfrm>
            <a:off x="5893666" y="1903928"/>
            <a:ext cx="2034204" cy="1073089"/>
            <a:chOff x="4731072" y="1281145"/>
            <a:chExt cx="2034204" cy="885757"/>
          </a:xfrm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3124464D-70FA-41DA-A873-89F4AB769B0D}"/>
                </a:ext>
              </a:extLst>
            </p:cNvPr>
            <p:cNvSpPr/>
            <p:nvPr/>
          </p:nvSpPr>
          <p:spPr>
            <a:xfrm>
              <a:off x="4731072" y="1281145"/>
              <a:ext cx="2034204" cy="8857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dirty="0"/>
            </a:p>
          </p:txBody>
        </p:sp>
        <p:sp>
          <p:nvSpPr>
            <p:cNvPr id="16" name="Rectángulo: esquinas redondeadas 4">
              <a:extLst>
                <a:ext uri="{FF2B5EF4-FFF2-40B4-BE49-F238E27FC236}">
                  <a16:creationId xmlns:a16="http://schemas.microsoft.com/office/drawing/2014/main" id="{24FA1EFB-FD9C-45C9-8097-F9BD3C649D17}"/>
                </a:ext>
              </a:extLst>
            </p:cNvPr>
            <p:cNvSpPr txBox="1"/>
            <p:nvPr/>
          </p:nvSpPr>
          <p:spPr>
            <a:xfrm>
              <a:off x="4757015" y="1307088"/>
              <a:ext cx="1982318" cy="8338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+mn-lt"/>
                  <a:ea typeface="+mn-ea"/>
                  <a:cs typeface="+mn-cs"/>
                </a:rPr>
                <a:t>Gerente</a:t>
              </a:r>
              <a:r>
                <a:rPr lang="es-MX" sz="1600" kern="1200" dirty="0">
                  <a:latin typeface="+mn-lt"/>
                </a:rPr>
                <a:t> </a:t>
              </a:r>
              <a:r>
                <a:rPr lang="es-MX" sz="12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+mn-lt"/>
                  <a:ea typeface="+mn-ea"/>
                  <a:cs typeface="+mn-cs"/>
                </a:rPr>
                <a:t>de proyectos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kern="1200" dirty="0"/>
                <a:t>Prospección de nuevos proyectos, coordinación de la estrategia operativa y evaluar la rentabilidad de los proyectos.</a:t>
              </a:r>
              <a:endParaRPr lang="es-MX" sz="1000" b="1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2C2431-5E73-42C2-BFC1-A0CDF0B97C56}"/>
              </a:ext>
            </a:extLst>
          </p:cNvPr>
          <p:cNvGrpSpPr/>
          <p:nvPr/>
        </p:nvGrpSpPr>
        <p:grpSpPr>
          <a:xfrm>
            <a:off x="5893666" y="3170500"/>
            <a:ext cx="2034203" cy="1024683"/>
            <a:chOff x="5059848" y="2485149"/>
            <a:chExt cx="1424014" cy="904249"/>
          </a:xfrm>
        </p:grpSpPr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7B3D74BB-7D11-4C13-B271-D54DECBE2276}"/>
                </a:ext>
              </a:extLst>
            </p:cNvPr>
            <p:cNvSpPr/>
            <p:nvPr/>
          </p:nvSpPr>
          <p:spPr>
            <a:xfrm>
              <a:off x="5059848" y="2485149"/>
              <a:ext cx="1424014" cy="904249"/>
            </a:xfrm>
            <a:prstGeom prst="roundRect">
              <a:avLst>
                <a:gd name="adj" fmla="val 10000"/>
              </a:avLst>
            </a:prstGeom>
            <a:solidFill>
              <a:prstClr val="white">
                <a:alpha val="90000"/>
                <a:hueOff val="0"/>
                <a:satOff val="0"/>
                <a:lumOff val="0"/>
                <a:alphaOff val="0"/>
              </a:prstClr>
            </a:solidFill>
            <a:ln w="12700" cap="flat" cmpd="sng" algn="ctr">
              <a:solidFill>
                <a:srgbClr val="4472C4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19" name="Rectángulo: esquinas redondeadas 4">
              <a:extLst>
                <a:ext uri="{FF2B5EF4-FFF2-40B4-BE49-F238E27FC236}">
                  <a16:creationId xmlns:a16="http://schemas.microsoft.com/office/drawing/2014/main" id="{71D94471-F11E-4AEA-83C5-EECBA74D7B6C}"/>
                </a:ext>
              </a:extLst>
            </p:cNvPr>
            <p:cNvSpPr txBox="1"/>
            <p:nvPr/>
          </p:nvSpPr>
          <p:spPr>
            <a:xfrm>
              <a:off x="5086333" y="2511633"/>
              <a:ext cx="1371044" cy="8631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+mn-ea"/>
                  <a:cs typeface="+mn-cs"/>
                </a:rPr>
                <a:t>Líder</a:t>
              </a:r>
              <a:r>
                <a:rPr lang="es-MX" sz="1700" kern="1200" dirty="0"/>
                <a:t> </a:t>
              </a:r>
              <a:r>
                <a:rPr lang="es-MX" sz="12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a typeface="+mn-ea"/>
                  <a:cs typeface="+mn-cs"/>
                </a:rPr>
                <a:t>de proyecto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Cumplimiento del proyecto dentro del alcance, costos y calidad establecidos. Evaluar el desempeño del proyecto. </a:t>
              </a:r>
              <a:endParaRPr lang="es-MX" sz="10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1E564165-4C62-4168-A254-002B340326AD}"/>
              </a:ext>
            </a:extLst>
          </p:cNvPr>
          <p:cNvGrpSpPr/>
          <p:nvPr/>
        </p:nvGrpSpPr>
        <p:grpSpPr>
          <a:xfrm>
            <a:off x="5893666" y="4405405"/>
            <a:ext cx="2034203" cy="1073089"/>
            <a:chOff x="5085979" y="3930099"/>
            <a:chExt cx="1424014" cy="904249"/>
          </a:xfrm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CA49B69D-E38E-4E2B-9AEB-A268DC20E445}"/>
                </a:ext>
              </a:extLst>
            </p:cNvPr>
            <p:cNvSpPr/>
            <p:nvPr/>
          </p:nvSpPr>
          <p:spPr>
            <a:xfrm>
              <a:off x="5085979" y="3930099"/>
              <a:ext cx="1424014" cy="90424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dirty="0"/>
            </a:p>
          </p:txBody>
        </p:sp>
        <p:sp>
          <p:nvSpPr>
            <p:cNvPr id="22" name="Rectángulo: esquinas redondeadas 4">
              <a:extLst>
                <a:ext uri="{FF2B5EF4-FFF2-40B4-BE49-F238E27FC236}">
                  <a16:creationId xmlns:a16="http://schemas.microsoft.com/office/drawing/2014/main" id="{5F6AF485-F540-41E7-8967-90551D2B2722}"/>
                </a:ext>
              </a:extLst>
            </p:cNvPr>
            <p:cNvSpPr txBox="1"/>
            <p:nvPr/>
          </p:nvSpPr>
          <p:spPr>
            <a:xfrm>
              <a:off x="5112464" y="3956584"/>
              <a:ext cx="1371044" cy="8512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12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Líder técnico</a:t>
              </a:r>
            </a:p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10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Definir tareas de desarrollo e implementación del proyecto y la asignación de estas tareas a cada recurso.  Tomar decisiones sobre arquitectura de software</a:t>
              </a: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392FCD15-CC49-48C0-860C-28AE945F83D9}"/>
              </a:ext>
            </a:extLst>
          </p:cNvPr>
          <p:cNvGrpSpPr/>
          <p:nvPr/>
        </p:nvGrpSpPr>
        <p:grpSpPr>
          <a:xfrm>
            <a:off x="1802526" y="5926497"/>
            <a:ext cx="1647448" cy="741643"/>
            <a:chOff x="5085979" y="3930099"/>
            <a:chExt cx="1424014" cy="904249"/>
          </a:xfrm>
        </p:grpSpPr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91127F37-8E2B-4281-99CF-FA333DD699C6}"/>
                </a:ext>
              </a:extLst>
            </p:cNvPr>
            <p:cNvSpPr/>
            <p:nvPr/>
          </p:nvSpPr>
          <p:spPr>
            <a:xfrm>
              <a:off x="5085979" y="3930099"/>
              <a:ext cx="1424014" cy="90424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dirty="0"/>
            </a:p>
          </p:txBody>
        </p:sp>
        <p:sp>
          <p:nvSpPr>
            <p:cNvPr id="47" name="Rectángulo: esquinas redondeadas 4">
              <a:extLst>
                <a:ext uri="{FF2B5EF4-FFF2-40B4-BE49-F238E27FC236}">
                  <a16:creationId xmlns:a16="http://schemas.microsoft.com/office/drawing/2014/main" id="{EB120349-26CA-421E-9C49-78F8EB41D6B7}"/>
                </a:ext>
              </a:extLst>
            </p:cNvPr>
            <p:cNvSpPr txBox="1"/>
            <p:nvPr/>
          </p:nvSpPr>
          <p:spPr>
            <a:xfrm>
              <a:off x="5112464" y="3956584"/>
              <a:ext cx="1371044" cy="8512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12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Analista</a:t>
              </a:r>
            </a:p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10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Obtener, modelar, analizar y validar requisitos  </a:t>
              </a: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48A9E8A1-B4C0-4494-90BE-6F7250D4A9E8}"/>
              </a:ext>
            </a:extLst>
          </p:cNvPr>
          <p:cNvGrpSpPr/>
          <p:nvPr/>
        </p:nvGrpSpPr>
        <p:grpSpPr>
          <a:xfrm>
            <a:off x="3894364" y="5919622"/>
            <a:ext cx="3452678" cy="752055"/>
            <a:chOff x="5085979" y="3930099"/>
            <a:chExt cx="1424014" cy="904249"/>
          </a:xfrm>
        </p:grpSpPr>
        <p:sp>
          <p:nvSpPr>
            <p:cNvPr id="49" name="Rectángulo: esquinas redondeadas 48">
              <a:extLst>
                <a:ext uri="{FF2B5EF4-FFF2-40B4-BE49-F238E27FC236}">
                  <a16:creationId xmlns:a16="http://schemas.microsoft.com/office/drawing/2014/main" id="{51729AEF-98C3-492D-AC37-3C753814271B}"/>
                </a:ext>
              </a:extLst>
            </p:cNvPr>
            <p:cNvSpPr/>
            <p:nvPr/>
          </p:nvSpPr>
          <p:spPr>
            <a:xfrm>
              <a:off x="5085979" y="3930099"/>
              <a:ext cx="1424014" cy="90424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 dirty="0"/>
            </a:p>
          </p:txBody>
        </p:sp>
        <p:sp>
          <p:nvSpPr>
            <p:cNvPr id="50" name="Rectángulo: esquinas redondeadas 4">
              <a:extLst>
                <a:ext uri="{FF2B5EF4-FFF2-40B4-BE49-F238E27FC236}">
                  <a16:creationId xmlns:a16="http://schemas.microsoft.com/office/drawing/2014/main" id="{7B3B70A0-03C6-4FCB-8094-0A9460DE50E5}"/>
                </a:ext>
              </a:extLst>
            </p:cNvPr>
            <p:cNvSpPr txBox="1"/>
            <p:nvPr/>
          </p:nvSpPr>
          <p:spPr>
            <a:xfrm>
              <a:off x="5112464" y="3956584"/>
              <a:ext cx="1371044" cy="8512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12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Arquitecto</a:t>
              </a:r>
            </a:p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MX" sz="10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Dirigir decisiones técnicas y definir la arquitectura del producto</a:t>
              </a:r>
              <a:br>
                <a:rPr lang="es-MX" sz="10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</a:br>
              <a:r>
                <a:rPr lang="es-MX" sz="1000" dirty="0"/>
                <a:t>Realizar el diseño detallado del producto de software</a:t>
              </a:r>
              <a:endParaRPr lang="es-MX" sz="1200" b="1" dirty="0"/>
            </a:p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MX" sz="10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</p:txBody>
        </p:sp>
      </p:grp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A6F249CD-A805-4F26-BA57-C23811197B0E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5400000">
            <a:off x="3617143" y="-185610"/>
            <a:ext cx="343266" cy="3795842"/>
          </a:xfrm>
          <a:prstGeom prst="bentConnector3">
            <a:avLst>
              <a:gd name="adj1" fmla="val 481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1C454706-B58B-476C-BF99-51B17590EB5D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rot="5400000">
            <a:off x="4798526" y="1047187"/>
            <a:ext cx="394680" cy="1381663"/>
          </a:xfrm>
          <a:prstGeom prst="bentConnector3">
            <a:avLst>
              <a:gd name="adj1" fmla="val 429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r 58">
            <a:extLst>
              <a:ext uri="{FF2B5EF4-FFF2-40B4-BE49-F238E27FC236}">
                <a16:creationId xmlns:a16="http://schemas.microsoft.com/office/drawing/2014/main" id="{2C12D984-28C0-416A-82BD-B41B2DC94BF8}"/>
              </a:ext>
            </a:extLst>
          </p:cNvPr>
          <p:cNvCxnSpPr>
            <a:stCxn id="3" idx="2"/>
            <a:endCxn id="15" idx="0"/>
          </p:cNvCxnSpPr>
          <p:nvPr/>
        </p:nvCxnSpPr>
        <p:spPr>
          <a:xfrm rot="16200000" flipH="1">
            <a:off x="6117107" y="1110267"/>
            <a:ext cx="363250" cy="1224071"/>
          </a:xfrm>
          <a:prstGeom prst="bentConnector3">
            <a:avLst>
              <a:gd name="adj1" fmla="val 456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824CDE08-1F48-4FA3-A006-2D066B7047BF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686696" y="1707460"/>
            <a:ext cx="3946720" cy="2083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43F30247-7D54-496D-8EEF-352DCB900456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>
            <a:off x="6910768" y="2977017"/>
            <a:ext cx="0" cy="193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F29A687B-01B6-46D6-83EB-1AF90E7EA6D0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6910768" y="4178606"/>
            <a:ext cx="0" cy="226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: angular 67">
            <a:extLst>
              <a:ext uri="{FF2B5EF4-FFF2-40B4-BE49-F238E27FC236}">
                <a16:creationId xmlns:a16="http://schemas.microsoft.com/office/drawing/2014/main" id="{CCAD8F96-1517-45F1-A753-89B4DF49028C}"/>
              </a:ext>
            </a:extLst>
          </p:cNvPr>
          <p:cNvCxnSpPr>
            <a:stCxn id="21" idx="2"/>
            <a:endCxn id="47" idx="0"/>
          </p:cNvCxnSpPr>
          <p:nvPr/>
        </p:nvCxnSpPr>
        <p:spPr>
          <a:xfrm rot="5400000">
            <a:off x="4533648" y="3571098"/>
            <a:ext cx="469725" cy="42845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7CF80A13-8332-48E8-BF50-815CA0F69A50}"/>
              </a:ext>
            </a:extLst>
          </p:cNvPr>
          <p:cNvCxnSpPr>
            <a:cxnSpLocks/>
            <a:stCxn id="21" idx="2"/>
            <a:endCxn id="50" idx="0"/>
          </p:cNvCxnSpPr>
          <p:nvPr/>
        </p:nvCxnSpPr>
        <p:spPr>
          <a:xfrm rot="5400000">
            <a:off x="6034159" y="5065039"/>
            <a:ext cx="463155" cy="12900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270CA0B7-1B16-4AB4-9795-E35615DBCDC0}"/>
              </a:ext>
            </a:extLst>
          </p:cNvPr>
          <p:cNvCxnSpPr>
            <a:cxnSpLocks/>
            <a:stCxn id="21" idx="2"/>
            <a:endCxn id="37" idx="0"/>
          </p:cNvCxnSpPr>
          <p:nvPr/>
        </p:nvCxnSpPr>
        <p:spPr>
          <a:xfrm rot="16200000" flipH="1">
            <a:off x="8453692" y="3935569"/>
            <a:ext cx="441128" cy="3526977"/>
          </a:xfrm>
          <a:prstGeom prst="bentConnector3">
            <a:avLst>
              <a:gd name="adj1" fmla="val 528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25">
            <a:extLst>
              <a:ext uri="{FF2B5EF4-FFF2-40B4-BE49-F238E27FC236}">
                <a16:creationId xmlns:a16="http://schemas.microsoft.com/office/drawing/2014/main" id="{7205634D-F65B-4BD7-8C3C-1D2C063A4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195"/>
            <a:ext cx="10515600" cy="644855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tx2"/>
                </a:solidFill>
              </a:rPr>
              <a:t>Funciograma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E323E1B-AEDD-33DB-D120-82C43B5CA841}"/>
              </a:ext>
            </a:extLst>
          </p:cNvPr>
          <p:cNvGrpSpPr/>
          <p:nvPr/>
        </p:nvGrpSpPr>
        <p:grpSpPr>
          <a:xfrm>
            <a:off x="7656591" y="5954376"/>
            <a:ext cx="1668425" cy="865326"/>
            <a:chOff x="7036069" y="5187534"/>
            <a:chExt cx="1424014" cy="1040442"/>
          </a:xfrm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C28E8D83-A972-4072-9E73-C83D28297FB2}"/>
                </a:ext>
              </a:extLst>
            </p:cNvPr>
            <p:cNvSpPr/>
            <p:nvPr/>
          </p:nvSpPr>
          <p:spPr>
            <a:xfrm>
              <a:off x="7036069" y="5187534"/>
              <a:ext cx="1424014" cy="90424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32" name="Rectángulo: esquinas redondeadas 4">
              <a:extLst>
                <a:ext uri="{FF2B5EF4-FFF2-40B4-BE49-F238E27FC236}">
                  <a16:creationId xmlns:a16="http://schemas.microsoft.com/office/drawing/2014/main" id="{1A27E7B9-8BCD-5B83-59D3-5CCC2F5164E1}"/>
                </a:ext>
              </a:extLst>
            </p:cNvPr>
            <p:cNvSpPr txBox="1"/>
            <p:nvPr/>
          </p:nvSpPr>
          <p:spPr>
            <a:xfrm>
              <a:off x="7062553" y="5214237"/>
              <a:ext cx="1371044" cy="10137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200" b="1" kern="1200" dirty="0"/>
                <a:t>Desarrollador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MX" sz="1000" dirty="0"/>
                <a:t>Construir los componentes de software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MX" sz="1200" b="1" kern="1200" dirty="0"/>
            </a:p>
          </p:txBody>
        </p:sp>
      </p:grp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8EFB8D83-22DA-0597-461A-7ECF264ABDB3}"/>
              </a:ext>
            </a:extLst>
          </p:cNvPr>
          <p:cNvCxnSpPr>
            <a:cxnSpLocks/>
            <a:stCxn id="21" idx="2"/>
            <a:endCxn id="32" idx="0"/>
          </p:cNvCxnSpPr>
          <p:nvPr/>
        </p:nvCxnSpPr>
        <p:spPr>
          <a:xfrm rot="16200000" flipH="1">
            <a:off x="7451740" y="4937521"/>
            <a:ext cx="498091" cy="1580035"/>
          </a:xfrm>
          <a:prstGeom prst="bentConnector3">
            <a:avLst>
              <a:gd name="adj1" fmla="val 468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189D6D2-BF74-095C-30C9-DB2C38B8DA76}"/>
              </a:ext>
            </a:extLst>
          </p:cNvPr>
          <p:cNvGrpSpPr/>
          <p:nvPr/>
        </p:nvGrpSpPr>
        <p:grpSpPr>
          <a:xfrm>
            <a:off x="9614525" y="5919622"/>
            <a:ext cx="1668425" cy="843117"/>
            <a:chOff x="7036069" y="5161051"/>
            <a:chExt cx="1424014" cy="1013739"/>
          </a:xfrm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C58769B9-BDF3-6A84-A1BB-752C6620BFAA}"/>
                </a:ext>
              </a:extLst>
            </p:cNvPr>
            <p:cNvSpPr/>
            <p:nvPr/>
          </p:nvSpPr>
          <p:spPr>
            <a:xfrm>
              <a:off x="7036069" y="5187534"/>
              <a:ext cx="1424014" cy="90424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37" name="Rectángulo: esquinas redondeadas 4">
              <a:extLst>
                <a:ext uri="{FF2B5EF4-FFF2-40B4-BE49-F238E27FC236}">
                  <a16:creationId xmlns:a16="http://schemas.microsoft.com/office/drawing/2014/main" id="{A3B93CB5-1B05-0B65-F608-35B9D7254263}"/>
                </a:ext>
              </a:extLst>
            </p:cNvPr>
            <p:cNvSpPr txBox="1"/>
            <p:nvPr/>
          </p:nvSpPr>
          <p:spPr>
            <a:xfrm>
              <a:off x="7053172" y="5161051"/>
              <a:ext cx="1371044" cy="10137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ES" sz="1200" b="1" kern="1200" dirty="0"/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200" b="1" kern="1200" dirty="0"/>
                <a:t>Tester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000" kern="1200" dirty="0"/>
                <a:t>Planear y ejecutar pruebas. Asegurar que el software funciona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MX" sz="12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622600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F87D81-1D10-490E-BA50-2C281F98E9C6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metadata/properties"/>
    <ds:schemaRef ds:uri="7a0a35da-276e-4c8e-b365-e7c47df80865"/>
    <ds:schemaRef ds:uri="http://purl.org/dc/dcmitype/"/>
    <ds:schemaRef ds:uri="http://schemas.microsoft.com/office/2006/documentManagement/types"/>
    <ds:schemaRef ds:uri="f1020bcf-9500-4749-8c84-b23cf1385772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EE53276-C247-4D25-A12E-4D19F46B10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6ED2D-B298-4928-9A66-23FB04790E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20bcf-9500-4749-8c84-b23cf1385772"/>
    <ds:schemaRef ds:uri="7a0a35da-276e-4c8e-b365-e7c47df808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192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Funciograma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Documentación Innevo</dc:creator>
  <cp:lastModifiedBy>Documentación Innevo</cp:lastModifiedBy>
  <cp:revision>7</cp:revision>
  <dcterms:created xsi:type="dcterms:W3CDTF">2019-05-28T19:12:47Z</dcterms:created>
  <dcterms:modified xsi:type="dcterms:W3CDTF">2026-01-19T15:49:53Z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
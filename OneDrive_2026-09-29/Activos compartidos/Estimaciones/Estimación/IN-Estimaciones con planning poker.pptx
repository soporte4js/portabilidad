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5"/>
    <p:sldId id="260" r:id="rId6"/>
    <p:sldId id="261" r:id="rId7"/>
    <p:sldId id="263" r:id="rId8"/>
    <p:sldId id="257" r:id="rId9"/>
    <p:sldId id="262" r:id="rId10"/>
    <p:sldId id="264" r:id="rId11"/>
    <p:sldId id="265"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35108D-EC51-E5D1-DB61-E3EC8BF10967}" name="Documentación Innevo" initials="DI" userId="Documentación Innev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5F84C0-CAB6-4513-BBC7-4D82A8577BA2}" v="1" dt="2024-01-23T23:09:49.84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6894" autoAdjust="0"/>
  </p:normalViewPr>
  <p:slideViewPr>
    <p:cSldViewPr snapToGrid="0">
      <p:cViewPr varScale="1">
        <p:scale>
          <a:sx n="67" d="100"/>
          <a:sy n="67" d="100"/>
        </p:scale>
        <p:origin x="8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a López" userId="77f58189-e01e-4d35-9d35-b5786e1d02a6" providerId="ADAL" clId="{425F84C0-CAB6-4513-BBC7-4D82A8577BA2}"/>
    <pc:docChg chg="undo custSel addSld modSld">
      <pc:chgData name="Tania López" userId="77f58189-e01e-4d35-9d35-b5786e1d02a6" providerId="ADAL" clId="{425F84C0-CAB6-4513-BBC7-4D82A8577BA2}" dt="2024-01-23T23:13:21.900" v="390" actId="1076"/>
      <pc:docMkLst>
        <pc:docMk/>
      </pc:docMkLst>
      <pc:sldChg chg="modSp mod">
        <pc:chgData name="Tania López" userId="77f58189-e01e-4d35-9d35-b5786e1d02a6" providerId="ADAL" clId="{425F84C0-CAB6-4513-BBC7-4D82A8577BA2}" dt="2024-01-23T23:13:21.900" v="390" actId="1076"/>
        <pc:sldMkLst>
          <pc:docMk/>
          <pc:sldMk cId="1693389875" sldId="257"/>
        </pc:sldMkLst>
        <pc:spChg chg="mod">
          <ac:chgData name="Tania López" userId="77f58189-e01e-4d35-9d35-b5786e1d02a6" providerId="ADAL" clId="{425F84C0-CAB6-4513-BBC7-4D82A8577BA2}" dt="2024-01-23T23:13:21.900" v="390" actId="1076"/>
          <ac:spMkLst>
            <pc:docMk/>
            <pc:sldMk cId="1693389875" sldId="257"/>
            <ac:spMk id="5" creationId="{39BC8102-CC76-33D7-C65C-379131298A79}"/>
          </ac:spMkLst>
        </pc:spChg>
      </pc:sldChg>
      <pc:sldChg chg="modSp mod">
        <pc:chgData name="Tania López" userId="77f58189-e01e-4d35-9d35-b5786e1d02a6" providerId="ADAL" clId="{425F84C0-CAB6-4513-BBC7-4D82A8577BA2}" dt="2024-01-23T23:10:40.844" v="374" actId="27636"/>
        <pc:sldMkLst>
          <pc:docMk/>
          <pc:sldMk cId="1495189457" sldId="262"/>
        </pc:sldMkLst>
        <pc:spChg chg="mod">
          <ac:chgData name="Tania López" userId="77f58189-e01e-4d35-9d35-b5786e1d02a6" providerId="ADAL" clId="{425F84C0-CAB6-4513-BBC7-4D82A8577BA2}" dt="2024-01-23T23:10:40.844" v="374" actId="27636"/>
          <ac:spMkLst>
            <pc:docMk/>
            <pc:sldMk cId="1495189457" sldId="262"/>
            <ac:spMk id="3" creationId="{9E9DDC9D-C404-5621-CC11-6A0D2B3A75A0}"/>
          </ac:spMkLst>
        </pc:spChg>
      </pc:sldChg>
      <pc:sldChg chg="modSp mod">
        <pc:chgData name="Tania López" userId="77f58189-e01e-4d35-9d35-b5786e1d02a6" providerId="ADAL" clId="{425F84C0-CAB6-4513-BBC7-4D82A8577BA2}" dt="2024-01-23T22:56:56.100" v="2" actId="20577"/>
        <pc:sldMkLst>
          <pc:docMk/>
          <pc:sldMk cId="2040269142" sldId="263"/>
        </pc:sldMkLst>
        <pc:spChg chg="mod">
          <ac:chgData name="Tania López" userId="77f58189-e01e-4d35-9d35-b5786e1d02a6" providerId="ADAL" clId="{425F84C0-CAB6-4513-BBC7-4D82A8577BA2}" dt="2024-01-23T22:56:56.100" v="2" actId="20577"/>
          <ac:spMkLst>
            <pc:docMk/>
            <pc:sldMk cId="2040269142" sldId="263"/>
            <ac:spMk id="3" creationId="{91070E6E-0E0D-6194-2058-6EA575AA36A9}"/>
          </ac:spMkLst>
        </pc:spChg>
      </pc:sldChg>
      <pc:sldChg chg="modSp mod">
        <pc:chgData name="Tania López" userId="77f58189-e01e-4d35-9d35-b5786e1d02a6" providerId="ADAL" clId="{425F84C0-CAB6-4513-BBC7-4D82A8577BA2}" dt="2024-01-23T23:10:46.423" v="380" actId="27636"/>
        <pc:sldMkLst>
          <pc:docMk/>
          <pc:sldMk cId="3484993228" sldId="264"/>
        </pc:sldMkLst>
        <pc:spChg chg="mod">
          <ac:chgData name="Tania López" userId="77f58189-e01e-4d35-9d35-b5786e1d02a6" providerId="ADAL" clId="{425F84C0-CAB6-4513-BBC7-4D82A8577BA2}" dt="2024-01-23T23:10:46.423" v="380" actId="27636"/>
          <ac:spMkLst>
            <pc:docMk/>
            <pc:sldMk cId="3484993228" sldId="264"/>
            <ac:spMk id="3" creationId="{9E9DDC9D-C404-5621-CC11-6A0D2B3A75A0}"/>
          </ac:spMkLst>
        </pc:spChg>
      </pc:sldChg>
      <pc:sldChg chg="modSp add mod">
        <pc:chgData name="Tania López" userId="77f58189-e01e-4d35-9d35-b5786e1d02a6" providerId="ADAL" clId="{425F84C0-CAB6-4513-BBC7-4D82A8577BA2}" dt="2024-01-23T23:13:04.036" v="389" actId="790"/>
        <pc:sldMkLst>
          <pc:docMk/>
          <pc:sldMk cId="1034481627" sldId="265"/>
        </pc:sldMkLst>
        <pc:spChg chg="mod">
          <ac:chgData name="Tania López" userId="77f58189-e01e-4d35-9d35-b5786e1d02a6" providerId="ADAL" clId="{425F84C0-CAB6-4513-BBC7-4D82A8577BA2}" dt="2024-01-23T23:13:04.036" v="389" actId="790"/>
          <ac:spMkLst>
            <pc:docMk/>
            <pc:sldMk cId="1034481627" sldId="265"/>
            <ac:spMk id="3" creationId="{9E9DDC9D-C404-5621-CC11-6A0D2B3A75A0}"/>
          </ac:spMkLst>
        </pc:spChg>
      </pc:sldChg>
    </pc:docChg>
  </pc:docChgLst>
  <pc:docChgLst>
    <pc:chgData name="Tania López" userId="77f58189-e01e-4d35-9d35-b5786e1d02a6" providerId="ADAL" clId="{C387869B-9274-4703-9FA7-CBCD31B614F8}"/>
    <pc:docChg chg="undo custSel addSld delSld modSld sldOrd">
      <pc:chgData name="Tania López" userId="77f58189-e01e-4d35-9d35-b5786e1d02a6" providerId="ADAL" clId="{C387869B-9274-4703-9FA7-CBCD31B614F8}" dt="2023-10-30T23:52:58.888" v="3047" actId="20577"/>
      <pc:docMkLst>
        <pc:docMk/>
      </pc:docMkLst>
      <pc:sldChg chg="modSp mod">
        <pc:chgData name="Tania López" userId="77f58189-e01e-4d35-9d35-b5786e1d02a6" providerId="ADAL" clId="{C387869B-9274-4703-9FA7-CBCD31B614F8}" dt="2023-10-26T23:29:20.176" v="13" actId="20577"/>
        <pc:sldMkLst>
          <pc:docMk/>
          <pc:sldMk cId="4131606930" sldId="256"/>
        </pc:sldMkLst>
        <pc:spChg chg="mod">
          <ac:chgData name="Tania López" userId="77f58189-e01e-4d35-9d35-b5786e1d02a6" providerId="ADAL" clId="{C387869B-9274-4703-9FA7-CBCD31B614F8}" dt="2023-10-26T23:29:20.176" v="13" actId="20577"/>
          <ac:spMkLst>
            <pc:docMk/>
            <pc:sldMk cId="4131606930" sldId="256"/>
            <ac:spMk id="2" creationId="{E84CC6A3-2E06-3B4D-7329-6F99A075DF38}"/>
          </ac:spMkLst>
        </pc:spChg>
      </pc:sldChg>
      <pc:sldChg chg="del">
        <pc:chgData name="Tania López" userId="77f58189-e01e-4d35-9d35-b5786e1d02a6" providerId="ADAL" clId="{C387869B-9274-4703-9FA7-CBCD31B614F8}" dt="2023-10-26T23:29:24.011" v="14" actId="47"/>
        <pc:sldMkLst>
          <pc:docMk/>
          <pc:sldMk cId="667114798" sldId="257"/>
        </pc:sldMkLst>
      </pc:sldChg>
      <pc:sldChg chg="addSp delSp modSp new mod">
        <pc:chgData name="Tania López" userId="77f58189-e01e-4d35-9d35-b5786e1d02a6" providerId="ADAL" clId="{C387869B-9274-4703-9FA7-CBCD31B614F8}" dt="2023-10-30T23:31:26.449" v="583" actId="20577"/>
        <pc:sldMkLst>
          <pc:docMk/>
          <pc:sldMk cId="1693389875" sldId="257"/>
        </pc:sldMkLst>
        <pc:spChg chg="mod">
          <ac:chgData name="Tania López" userId="77f58189-e01e-4d35-9d35-b5786e1d02a6" providerId="ADAL" clId="{C387869B-9274-4703-9FA7-CBCD31B614F8}" dt="2023-10-30T23:31:26.449" v="583" actId="20577"/>
          <ac:spMkLst>
            <pc:docMk/>
            <pc:sldMk cId="1693389875" sldId="257"/>
            <ac:spMk id="2" creationId="{F770A8E3-D6F2-09CE-D9F0-6891515BD25C}"/>
          </ac:spMkLst>
        </pc:spChg>
        <pc:spChg chg="del">
          <ac:chgData name="Tania López" userId="77f58189-e01e-4d35-9d35-b5786e1d02a6" providerId="ADAL" clId="{C387869B-9274-4703-9FA7-CBCD31B614F8}" dt="2023-10-26T23:29:30.774" v="16" actId="478"/>
          <ac:spMkLst>
            <pc:docMk/>
            <pc:sldMk cId="1693389875" sldId="257"/>
            <ac:spMk id="3" creationId="{B112814A-1580-C19F-A4CC-C3375A634EAE}"/>
          </ac:spMkLst>
        </pc:spChg>
        <pc:spChg chg="add del mod">
          <ac:chgData name="Tania López" userId="77f58189-e01e-4d35-9d35-b5786e1d02a6" providerId="ADAL" clId="{C387869B-9274-4703-9FA7-CBCD31B614F8}" dt="2023-10-26T23:33:29.482" v="390" actId="478"/>
          <ac:spMkLst>
            <pc:docMk/>
            <pc:sldMk cId="1693389875" sldId="257"/>
            <ac:spMk id="4" creationId="{A17A0283-178F-108A-AF3F-C710015F7970}"/>
          </ac:spMkLst>
        </pc:spChg>
        <pc:spChg chg="add mod">
          <ac:chgData name="Tania López" userId="77f58189-e01e-4d35-9d35-b5786e1d02a6" providerId="ADAL" clId="{C387869B-9274-4703-9FA7-CBCD31B614F8}" dt="2023-10-30T23:31:04.964" v="538" actId="6549"/>
          <ac:spMkLst>
            <pc:docMk/>
            <pc:sldMk cId="1693389875" sldId="257"/>
            <ac:spMk id="5" creationId="{39BC8102-CC76-33D7-C65C-379131298A79}"/>
          </ac:spMkLst>
        </pc:spChg>
        <pc:picChg chg="add mod">
          <ac:chgData name="Tania López" userId="77f58189-e01e-4d35-9d35-b5786e1d02a6" providerId="ADAL" clId="{C387869B-9274-4703-9FA7-CBCD31B614F8}" dt="2023-10-26T23:32:21.001" v="366" actId="1076"/>
          <ac:picMkLst>
            <pc:docMk/>
            <pc:sldMk cId="1693389875" sldId="257"/>
            <ac:picMk id="1026" creationId="{32ECC4A6-FA6F-CCFE-DFAC-584FF190BC59}"/>
          </ac:picMkLst>
        </pc:picChg>
        <pc:picChg chg="add del">
          <ac:chgData name="Tania López" userId="77f58189-e01e-4d35-9d35-b5786e1d02a6" providerId="ADAL" clId="{C387869B-9274-4703-9FA7-CBCD31B614F8}" dt="2023-10-26T23:33:29.482" v="390" actId="478"/>
          <ac:picMkLst>
            <pc:docMk/>
            <pc:sldMk cId="1693389875" sldId="257"/>
            <ac:picMk id="1028" creationId="{B529FD24-C9B8-7AB2-1001-A07FE4F24B4E}"/>
          </ac:picMkLst>
        </pc:picChg>
      </pc:sldChg>
      <pc:sldChg chg="addSp delSp modSp new del mod">
        <pc:chgData name="Tania López" userId="77f58189-e01e-4d35-9d35-b5786e1d02a6" providerId="ADAL" clId="{C387869B-9274-4703-9FA7-CBCD31B614F8}" dt="2023-10-30T23:21:02.634" v="469" actId="47"/>
        <pc:sldMkLst>
          <pc:docMk/>
          <pc:sldMk cId="2103718741" sldId="258"/>
        </pc:sldMkLst>
        <pc:spChg chg="mod">
          <ac:chgData name="Tania López" userId="77f58189-e01e-4d35-9d35-b5786e1d02a6" providerId="ADAL" clId="{C387869B-9274-4703-9FA7-CBCD31B614F8}" dt="2023-10-26T23:32:11.993" v="364" actId="20577"/>
          <ac:spMkLst>
            <pc:docMk/>
            <pc:sldMk cId="2103718741" sldId="258"/>
            <ac:spMk id="2" creationId="{28A8D3B9-C245-E19A-EBFF-9C80A38E3988}"/>
          </ac:spMkLst>
        </pc:spChg>
        <pc:spChg chg="del">
          <ac:chgData name="Tania López" userId="77f58189-e01e-4d35-9d35-b5786e1d02a6" providerId="ADAL" clId="{C387869B-9274-4703-9FA7-CBCD31B614F8}" dt="2023-10-26T23:30:38.186" v="24"/>
          <ac:spMkLst>
            <pc:docMk/>
            <pc:sldMk cId="2103718741" sldId="258"/>
            <ac:spMk id="3" creationId="{D1AF6EFD-0F5E-4615-9DEB-868DEEDA2830}"/>
          </ac:spMkLst>
        </pc:spChg>
        <pc:spChg chg="add del mod">
          <ac:chgData name="Tania López" userId="77f58189-e01e-4d35-9d35-b5786e1d02a6" providerId="ADAL" clId="{C387869B-9274-4703-9FA7-CBCD31B614F8}" dt="2023-10-26T23:32:05.808" v="350" actId="20577"/>
          <ac:spMkLst>
            <pc:docMk/>
            <pc:sldMk cId="2103718741" sldId="258"/>
            <ac:spMk id="4" creationId="{B88E136D-CC1E-3C33-DF0F-AB746947ED77}"/>
          </ac:spMkLst>
        </pc:spChg>
        <pc:picChg chg="add del mod">
          <ac:chgData name="Tania López" userId="77f58189-e01e-4d35-9d35-b5786e1d02a6" providerId="ADAL" clId="{C387869B-9274-4703-9FA7-CBCD31B614F8}" dt="2023-10-26T23:30:40.567" v="25" actId="478"/>
          <ac:picMkLst>
            <pc:docMk/>
            <pc:sldMk cId="2103718741" sldId="258"/>
            <ac:picMk id="2050" creationId="{258C139A-771B-1599-FA17-C0053A82574D}"/>
          </ac:picMkLst>
        </pc:picChg>
        <pc:picChg chg="add del mod">
          <ac:chgData name="Tania López" userId="77f58189-e01e-4d35-9d35-b5786e1d02a6" providerId="ADAL" clId="{C387869B-9274-4703-9FA7-CBCD31B614F8}" dt="2023-10-26T23:30:49.313" v="27"/>
          <ac:picMkLst>
            <pc:docMk/>
            <pc:sldMk cId="2103718741" sldId="258"/>
            <ac:picMk id="2052" creationId="{0D49CDCF-157A-0644-9CDD-62489CC08B99}"/>
          </ac:picMkLst>
        </pc:picChg>
      </pc:sldChg>
      <pc:sldChg chg="addSp delSp modSp new del mod">
        <pc:chgData name="Tania López" userId="77f58189-e01e-4d35-9d35-b5786e1d02a6" providerId="ADAL" clId="{C387869B-9274-4703-9FA7-CBCD31B614F8}" dt="2023-10-30T23:21:04.973" v="470" actId="47"/>
        <pc:sldMkLst>
          <pc:docMk/>
          <pc:sldMk cId="4178608691" sldId="259"/>
        </pc:sldMkLst>
        <pc:spChg chg="del">
          <ac:chgData name="Tania López" userId="77f58189-e01e-4d35-9d35-b5786e1d02a6" providerId="ADAL" clId="{C387869B-9274-4703-9FA7-CBCD31B614F8}" dt="2023-10-26T23:35:35.604" v="458"/>
          <ac:spMkLst>
            <pc:docMk/>
            <pc:sldMk cId="4178608691" sldId="259"/>
            <ac:spMk id="3" creationId="{C874F8E5-776B-611C-B3BC-7C56377F71FE}"/>
          </ac:spMkLst>
        </pc:spChg>
        <pc:spChg chg="add del mod">
          <ac:chgData name="Tania López" userId="77f58189-e01e-4d35-9d35-b5786e1d02a6" providerId="ADAL" clId="{C387869B-9274-4703-9FA7-CBCD31B614F8}" dt="2023-10-26T23:35:38.059" v="459" actId="478"/>
          <ac:spMkLst>
            <pc:docMk/>
            <pc:sldMk cId="4178608691" sldId="259"/>
            <ac:spMk id="4" creationId="{CBA66B17-0581-CEEF-7D6F-4F266AC66B0E}"/>
          </ac:spMkLst>
        </pc:spChg>
        <pc:spChg chg="add del mod">
          <ac:chgData name="Tania López" userId="77f58189-e01e-4d35-9d35-b5786e1d02a6" providerId="ADAL" clId="{C387869B-9274-4703-9FA7-CBCD31B614F8}" dt="2023-10-26T23:35:44.058" v="463"/>
          <ac:spMkLst>
            <pc:docMk/>
            <pc:sldMk cId="4178608691" sldId="259"/>
            <ac:spMk id="5" creationId="{7E6130CA-B4BA-A7B2-E83C-9D1D2316CB44}"/>
          </ac:spMkLst>
        </pc:spChg>
        <pc:spChg chg="add del mod">
          <ac:chgData name="Tania López" userId="77f58189-e01e-4d35-9d35-b5786e1d02a6" providerId="ADAL" clId="{C387869B-9274-4703-9FA7-CBCD31B614F8}" dt="2023-10-26T23:35:44.041" v="461"/>
          <ac:spMkLst>
            <pc:docMk/>
            <pc:sldMk cId="4178608691" sldId="259"/>
            <ac:spMk id="6" creationId="{D3D3ADDF-48E1-BF5E-F0C3-EAB8FB777E46}"/>
          </ac:spMkLst>
        </pc:spChg>
      </pc:sldChg>
      <pc:sldChg chg="del">
        <pc:chgData name="Tania López" userId="77f58189-e01e-4d35-9d35-b5786e1d02a6" providerId="ADAL" clId="{C387869B-9274-4703-9FA7-CBCD31B614F8}" dt="2023-10-26T23:29:24.011" v="14" actId="47"/>
        <pc:sldMkLst>
          <pc:docMk/>
          <pc:sldMk cId="1450272006" sldId="260"/>
        </pc:sldMkLst>
      </pc:sldChg>
      <pc:sldChg chg="modSp new mod">
        <pc:chgData name="Tania López" userId="77f58189-e01e-4d35-9d35-b5786e1d02a6" providerId="ADAL" clId="{C387869B-9274-4703-9FA7-CBCD31B614F8}" dt="2023-10-30T23:42:49.125" v="2093" actId="20577"/>
        <pc:sldMkLst>
          <pc:docMk/>
          <pc:sldMk cId="3781958272" sldId="260"/>
        </pc:sldMkLst>
        <pc:spChg chg="mod">
          <ac:chgData name="Tania López" userId="77f58189-e01e-4d35-9d35-b5786e1d02a6" providerId="ADAL" clId="{C387869B-9274-4703-9FA7-CBCD31B614F8}" dt="2023-10-30T23:41:57.241" v="1892" actId="20577"/>
          <ac:spMkLst>
            <pc:docMk/>
            <pc:sldMk cId="3781958272" sldId="260"/>
            <ac:spMk id="2" creationId="{0A63604D-6CD2-E05B-0EE7-CE1E6EE62700}"/>
          </ac:spMkLst>
        </pc:spChg>
        <pc:spChg chg="mod">
          <ac:chgData name="Tania López" userId="77f58189-e01e-4d35-9d35-b5786e1d02a6" providerId="ADAL" clId="{C387869B-9274-4703-9FA7-CBCD31B614F8}" dt="2023-10-30T23:42:49.125" v="2093" actId="20577"/>
          <ac:spMkLst>
            <pc:docMk/>
            <pc:sldMk cId="3781958272" sldId="260"/>
            <ac:spMk id="3" creationId="{44B6BF26-BF48-E81A-F5B3-10DC8D442F6B}"/>
          </ac:spMkLst>
        </pc:spChg>
      </pc:sldChg>
      <pc:sldChg chg="modSp new mod ord">
        <pc:chgData name="Tania López" userId="77f58189-e01e-4d35-9d35-b5786e1d02a6" providerId="ADAL" clId="{C387869B-9274-4703-9FA7-CBCD31B614F8}" dt="2023-10-30T23:43:10.854" v="2095" actId="313"/>
        <pc:sldMkLst>
          <pc:docMk/>
          <pc:sldMk cId="1133329798" sldId="261"/>
        </pc:sldMkLst>
        <pc:spChg chg="mod">
          <ac:chgData name="Tania López" userId="77f58189-e01e-4d35-9d35-b5786e1d02a6" providerId="ADAL" clId="{C387869B-9274-4703-9FA7-CBCD31B614F8}" dt="2023-10-30T23:39:38.970" v="1630" actId="20577"/>
          <ac:spMkLst>
            <pc:docMk/>
            <pc:sldMk cId="1133329798" sldId="261"/>
            <ac:spMk id="2" creationId="{54C45A5B-391F-D877-9F2E-41FF8615D357}"/>
          </ac:spMkLst>
        </pc:spChg>
        <pc:spChg chg="mod">
          <ac:chgData name="Tania López" userId="77f58189-e01e-4d35-9d35-b5786e1d02a6" providerId="ADAL" clId="{C387869B-9274-4703-9FA7-CBCD31B614F8}" dt="2023-10-30T23:43:10.854" v="2095" actId="313"/>
          <ac:spMkLst>
            <pc:docMk/>
            <pc:sldMk cId="1133329798" sldId="261"/>
            <ac:spMk id="3" creationId="{B6E756ED-8564-968E-9146-27F87B4391B7}"/>
          </ac:spMkLst>
        </pc:spChg>
      </pc:sldChg>
      <pc:sldChg chg="modSp new mod">
        <pc:chgData name="Tania López" userId="77f58189-e01e-4d35-9d35-b5786e1d02a6" providerId="ADAL" clId="{C387869B-9274-4703-9FA7-CBCD31B614F8}" dt="2023-10-30T23:51:03.987" v="2846" actId="20577"/>
        <pc:sldMkLst>
          <pc:docMk/>
          <pc:sldMk cId="1495189457" sldId="262"/>
        </pc:sldMkLst>
        <pc:spChg chg="mod">
          <ac:chgData name="Tania López" userId="77f58189-e01e-4d35-9d35-b5786e1d02a6" providerId="ADAL" clId="{C387869B-9274-4703-9FA7-CBCD31B614F8}" dt="2023-10-30T23:32:15.267" v="591" actId="20577"/>
          <ac:spMkLst>
            <pc:docMk/>
            <pc:sldMk cId="1495189457" sldId="262"/>
            <ac:spMk id="2" creationId="{09D1DB8F-0905-6B97-F149-C2F7A2AA2C49}"/>
          </ac:spMkLst>
        </pc:spChg>
        <pc:spChg chg="mod">
          <ac:chgData name="Tania López" userId="77f58189-e01e-4d35-9d35-b5786e1d02a6" providerId="ADAL" clId="{C387869B-9274-4703-9FA7-CBCD31B614F8}" dt="2023-10-30T23:51:03.987" v="2846" actId="20577"/>
          <ac:spMkLst>
            <pc:docMk/>
            <pc:sldMk cId="1495189457" sldId="262"/>
            <ac:spMk id="3" creationId="{9E9DDC9D-C404-5621-CC11-6A0D2B3A75A0}"/>
          </ac:spMkLst>
        </pc:spChg>
      </pc:sldChg>
      <pc:sldChg chg="modSp new mod">
        <pc:chgData name="Tania López" userId="77f58189-e01e-4d35-9d35-b5786e1d02a6" providerId="ADAL" clId="{C387869B-9274-4703-9FA7-CBCD31B614F8}" dt="2023-10-30T23:46:16.778" v="2559" actId="20577"/>
        <pc:sldMkLst>
          <pc:docMk/>
          <pc:sldMk cId="2040269142" sldId="263"/>
        </pc:sldMkLst>
        <pc:spChg chg="mod">
          <ac:chgData name="Tania López" userId="77f58189-e01e-4d35-9d35-b5786e1d02a6" providerId="ADAL" clId="{C387869B-9274-4703-9FA7-CBCD31B614F8}" dt="2023-10-30T23:40:12.741" v="1704" actId="20577"/>
          <ac:spMkLst>
            <pc:docMk/>
            <pc:sldMk cId="2040269142" sldId="263"/>
            <ac:spMk id="2" creationId="{E21152F4-625B-46E2-C67B-92C6858AE530}"/>
          </ac:spMkLst>
        </pc:spChg>
        <pc:spChg chg="mod">
          <ac:chgData name="Tania López" userId="77f58189-e01e-4d35-9d35-b5786e1d02a6" providerId="ADAL" clId="{C387869B-9274-4703-9FA7-CBCD31B614F8}" dt="2023-10-30T23:46:16.778" v="2559" actId="20577"/>
          <ac:spMkLst>
            <pc:docMk/>
            <pc:sldMk cId="2040269142" sldId="263"/>
            <ac:spMk id="3" creationId="{91070E6E-0E0D-6194-2058-6EA575AA36A9}"/>
          </ac:spMkLst>
        </pc:spChg>
      </pc:sldChg>
      <pc:sldChg chg="del">
        <pc:chgData name="Tania López" userId="77f58189-e01e-4d35-9d35-b5786e1d02a6" providerId="ADAL" clId="{C387869B-9274-4703-9FA7-CBCD31B614F8}" dt="2023-10-26T23:29:24.011" v="14" actId="47"/>
        <pc:sldMkLst>
          <pc:docMk/>
          <pc:sldMk cId="3097068449" sldId="263"/>
        </pc:sldMkLst>
      </pc:sldChg>
      <pc:sldChg chg="modSp add mod">
        <pc:chgData name="Tania López" userId="77f58189-e01e-4d35-9d35-b5786e1d02a6" providerId="ADAL" clId="{C387869B-9274-4703-9FA7-CBCD31B614F8}" dt="2023-10-30T23:52:58.888" v="3047" actId="20577"/>
        <pc:sldMkLst>
          <pc:docMk/>
          <pc:sldMk cId="3484993228" sldId="264"/>
        </pc:sldMkLst>
        <pc:spChg chg="mod">
          <ac:chgData name="Tania López" userId="77f58189-e01e-4d35-9d35-b5786e1d02a6" providerId="ADAL" clId="{C387869B-9274-4703-9FA7-CBCD31B614F8}" dt="2023-10-30T23:52:58.888" v="3047" actId="20577"/>
          <ac:spMkLst>
            <pc:docMk/>
            <pc:sldMk cId="3484993228" sldId="264"/>
            <ac:spMk id="3" creationId="{9E9DDC9D-C404-5621-CC11-6A0D2B3A75A0}"/>
          </ac:spMkLst>
        </pc:spChg>
      </pc:sldChg>
      <pc:sldChg chg="del">
        <pc:chgData name="Tania López" userId="77f58189-e01e-4d35-9d35-b5786e1d02a6" providerId="ADAL" clId="{C387869B-9274-4703-9FA7-CBCD31B614F8}" dt="2023-10-26T23:29:24.011" v="14" actId="47"/>
        <pc:sldMkLst>
          <pc:docMk/>
          <pc:sldMk cId="3796591929" sldId="264"/>
        </pc:sldMkLst>
      </pc:sldChg>
      <pc:sldChg chg="del">
        <pc:chgData name="Tania López" userId="77f58189-e01e-4d35-9d35-b5786e1d02a6" providerId="ADAL" clId="{C387869B-9274-4703-9FA7-CBCD31B614F8}" dt="2023-10-26T23:29:24.011" v="14" actId="47"/>
        <pc:sldMkLst>
          <pc:docMk/>
          <pc:sldMk cId="1417173344" sldId="265"/>
        </pc:sldMkLst>
      </pc:sldChg>
      <pc:sldChg chg="del">
        <pc:chgData name="Tania López" userId="77f58189-e01e-4d35-9d35-b5786e1d02a6" providerId="ADAL" clId="{C387869B-9274-4703-9FA7-CBCD31B614F8}" dt="2023-10-26T23:29:24.011" v="14" actId="47"/>
        <pc:sldMkLst>
          <pc:docMk/>
          <pc:sldMk cId="717435251" sldId="266"/>
        </pc:sldMkLst>
      </pc:sldChg>
      <pc:sldChg chg="del">
        <pc:chgData name="Tania López" userId="77f58189-e01e-4d35-9d35-b5786e1d02a6" providerId="ADAL" clId="{C387869B-9274-4703-9FA7-CBCD31B614F8}" dt="2023-10-26T23:29:24.011" v="14" actId="47"/>
        <pc:sldMkLst>
          <pc:docMk/>
          <pc:sldMk cId="943788210" sldId="267"/>
        </pc:sldMkLst>
      </pc:sldChg>
      <pc:sldChg chg="del">
        <pc:chgData name="Tania López" userId="77f58189-e01e-4d35-9d35-b5786e1d02a6" providerId="ADAL" clId="{C387869B-9274-4703-9FA7-CBCD31B614F8}" dt="2023-10-26T23:29:24.011" v="14" actId="47"/>
        <pc:sldMkLst>
          <pc:docMk/>
          <pc:sldMk cId="0" sldId="298"/>
        </pc:sldMkLst>
      </pc:sldChg>
      <pc:sldChg chg="del">
        <pc:chgData name="Tania López" userId="77f58189-e01e-4d35-9d35-b5786e1d02a6" providerId="ADAL" clId="{C387869B-9274-4703-9FA7-CBCD31B614F8}" dt="2023-10-26T23:29:24.011" v="14" actId="47"/>
        <pc:sldMkLst>
          <pc:docMk/>
          <pc:sldMk cId="2698111336" sldId="343"/>
        </pc:sldMkLst>
      </pc:sldChg>
      <pc:sldChg chg="del">
        <pc:chgData name="Tania López" userId="77f58189-e01e-4d35-9d35-b5786e1d02a6" providerId="ADAL" clId="{C387869B-9274-4703-9FA7-CBCD31B614F8}" dt="2023-10-26T23:29:24.011" v="14" actId="47"/>
        <pc:sldMkLst>
          <pc:docMk/>
          <pc:sldMk cId="1605939230" sldId="344"/>
        </pc:sldMkLst>
      </pc:sldChg>
      <pc:sldChg chg="del">
        <pc:chgData name="Tania López" userId="77f58189-e01e-4d35-9d35-b5786e1d02a6" providerId="ADAL" clId="{C387869B-9274-4703-9FA7-CBCD31B614F8}" dt="2023-10-26T23:29:24.011" v="14" actId="47"/>
        <pc:sldMkLst>
          <pc:docMk/>
          <pc:sldMk cId="2138848956" sldId="347"/>
        </pc:sldMkLst>
      </pc:sldChg>
      <pc:sldChg chg="del">
        <pc:chgData name="Tania López" userId="77f58189-e01e-4d35-9d35-b5786e1d02a6" providerId="ADAL" clId="{C387869B-9274-4703-9FA7-CBCD31B614F8}" dt="2023-10-26T23:29:24.011" v="14" actId="47"/>
        <pc:sldMkLst>
          <pc:docMk/>
          <pc:sldMk cId="3425659044" sldId="348"/>
        </pc:sldMkLst>
      </pc:sldChg>
      <pc:sldChg chg="del">
        <pc:chgData name="Tania López" userId="77f58189-e01e-4d35-9d35-b5786e1d02a6" providerId="ADAL" clId="{C387869B-9274-4703-9FA7-CBCD31B614F8}" dt="2023-10-26T23:29:24.011" v="14" actId="47"/>
        <pc:sldMkLst>
          <pc:docMk/>
          <pc:sldMk cId="251995193" sldId="349"/>
        </pc:sldMkLst>
      </pc:sldChg>
      <pc:sldChg chg="del">
        <pc:chgData name="Tania López" userId="77f58189-e01e-4d35-9d35-b5786e1d02a6" providerId="ADAL" clId="{C387869B-9274-4703-9FA7-CBCD31B614F8}" dt="2023-10-26T23:29:24.011" v="14" actId="47"/>
        <pc:sldMkLst>
          <pc:docMk/>
          <pc:sldMk cId="759885736" sldId="350"/>
        </pc:sldMkLst>
      </pc:sldChg>
      <pc:sldChg chg="del">
        <pc:chgData name="Tania López" userId="77f58189-e01e-4d35-9d35-b5786e1d02a6" providerId="ADAL" clId="{C387869B-9274-4703-9FA7-CBCD31B614F8}" dt="2023-10-26T23:29:24.011" v="14" actId="47"/>
        <pc:sldMkLst>
          <pc:docMk/>
          <pc:sldMk cId="3621971893" sldId="351"/>
        </pc:sldMkLst>
      </pc:sldChg>
      <pc:sldChg chg="del">
        <pc:chgData name="Tania López" userId="77f58189-e01e-4d35-9d35-b5786e1d02a6" providerId="ADAL" clId="{C387869B-9274-4703-9FA7-CBCD31B614F8}" dt="2023-10-26T23:29:24.011" v="14" actId="47"/>
        <pc:sldMkLst>
          <pc:docMk/>
          <pc:sldMk cId="1503159931" sldId="352"/>
        </pc:sldMkLst>
      </pc:sldChg>
      <pc:sldChg chg="del">
        <pc:chgData name="Tania López" userId="77f58189-e01e-4d35-9d35-b5786e1d02a6" providerId="ADAL" clId="{C387869B-9274-4703-9FA7-CBCD31B614F8}" dt="2023-10-26T23:29:24.011" v="14" actId="47"/>
        <pc:sldMkLst>
          <pc:docMk/>
          <pc:sldMk cId="252895482" sldId="3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6B517B-BA37-4EA1-96B0-79C9BB076268}" type="datetimeFigureOut">
              <a:rPr lang="es-MX" smtClean="0"/>
              <a:t>23/01/2024</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960C16-F48E-4A39-A39D-712CE0F1270B}" type="slidenum">
              <a:rPr lang="es-MX" smtClean="0"/>
              <a:t>‹Nº›</a:t>
            </a:fld>
            <a:endParaRPr lang="es-MX" dirty="0"/>
          </a:p>
        </p:txBody>
      </p:sp>
    </p:spTree>
    <p:extLst>
      <p:ext uri="{BB962C8B-B14F-4D97-AF65-F5344CB8AC3E}">
        <p14:creationId xmlns:p14="http://schemas.microsoft.com/office/powerpoint/2010/main" val="1717277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23/01/2024</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1069988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23/01/2024</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2947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A66DAB19-D868-4620-A06A-DD1486530B4C}" type="datetimeFigureOut">
              <a:rPr lang="es-MX" smtClean="0"/>
              <a:t>23/01/2024</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735998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p:cNvSpPr>
            <a:spLocks noGrp="1"/>
          </p:cNvSpPr>
          <p:nvPr>
            <p:ph type="dt" sz="half" idx="10"/>
          </p:nvPr>
        </p:nvSpPr>
        <p:spPr/>
        <p:txBody>
          <a:bodyPr/>
          <a:lstStyle/>
          <a:p>
            <a:fld id="{A66DAB19-D868-4620-A06A-DD1486530B4C}" type="datetimeFigureOut">
              <a:rPr lang="es-MX" smtClean="0"/>
              <a:t>23/01/2024</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799010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p:cNvSpPr>
            <a:spLocks noGrp="1"/>
          </p:cNvSpPr>
          <p:nvPr>
            <p:ph type="dt" sz="half" idx="10"/>
          </p:nvPr>
        </p:nvSpPr>
        <p:spPr/>
        <p:txBody>
          <a:bodyPr/>
          <a:lstStyle/>
          <a:p>
            <a:fld id="{A66DAB19-D868-4620-A06A-DD1486530B4C}" type="datetimeFigureOut">
              <a:rPr lang="es-MX" smtClean="0"/>
              <a:t>23/01/2024</a:t>
            </a:fld>
            <a:endParaRPr lang="es-MX" dirty="0"/>
          </a:p>
        </p:txBody>
      </p:sp>
      <p:sp>
        <p:nvSpPr>
          <p:cNvPr id="8" name="Marcador de pie de página 7"/>
          <p:cNvSpPr>
            <a:spLocks noGrp="1"/>
          </p:cNvSpPr>
          <p:nvPr>
            <p:ph type="ftr" sz="quarter" idx="11"/>
          </p:nvPr>
        </p:nvSpPr>
        <p:spPr/>
        <p:txBody>
          <a:bodyPr/>
          <a:lstStyle/>
          <a:p>
            <a:endParaRPr lang="es-MX" dirty="0"/>
          </a:p>
        </p:txBody>
      </p:sp>
      <p:sp>
        <p:nvSpPr>
          <p:cNvPr id="9" name="Marcador de número de diapositiva 8"/>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26707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fecha 2"/>
          <p:cNvSpPr>
            <a:spLocks noGrp="1"/>
          </p:cNvSpPr>
          <p:nvPr>
            <p:ph type="dt" sz="half" idx="10"/>
          </p:nvPr>
        </p:nvSpPr>
        <p:spPr/>
        <p:txBody>
          <a:bodyPr/>
          <a:lstStyle/>
          <a:p>
            <a:fld id="{A66DAB19-D868-4620-A06A-DD1486530B4C}" type="datetimeFigureOut">
              <a:rPr lang="es-MX" smtClean="0"/>
              <a:t>23/01/2024</a:t>
            </a:fld>
            <a:endParaRPr lang="es-MX" dirty="0"/>
          </a:p>
        </p:txBody>
      </p:sp>
      <p:sp>
        <p:nvSpPr>
          <p:cNvPr id="4" name="Marcador de pie de página 3"/>
          <p:cNvSpPr>
            <a:spLocks noGrp="1"/>
          </p:cNvSpPr>
          <p:nvPr>
            <p:ph type="ftr" sz="quarter" idx="11"/>
          </p:nvPr>
        </p:nvSpPr>
        <p:spPr/>
        <p:txBody>
          <a:bodyPr/>
          <a:lstStyle/>
          <a:p>
            <a:endParaRPr lang="es-MX" dirty="0"/>
          </a:p>
        </p:txBody>
      </p:sp>
      <p:sp>
        <p:nvSpPr>
          <p:cNvPr id="5" name="Marcador de número de diapositiva 4"/>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080491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A66DAB19-D868-4620-A06A-DD1486530B4C}" type="datetimeFigureOut">
              <a:rPr lang="es-MX" smtClean="0"/>
              <a:t>23/01/2024</a:t>
            </a:fld>
            <a:endParaRPr lang="es-MX" dirty="0"/>
          </a:p>
        </p:txBody>
      </p:sp>
      <p:sp>
        <p:nvSpPr>
          <p:cNvPr id="3" name="Marcador de pie de página 2"/>
          <p:cNvSpPr>
            <a:spLocks noGrp="1"/>
          </p:cNvSpPr>
          <p:nvPr>
            <p:ph type="ftr" sz="quarter" idx="11"/>
          </p:nvPr>
        </p:nvSpPr>
        <p:spPr/>
        <p:txBody>
          <a:bodyPr/>
          <a:lstStyle/>
          <a:p>
            <a:endParaRPr lang="es-MX" dirty="0"/>
          </a:p>
        </p:txBody>
      </p:sp>
      <p:sp>
        <p:nvSpPr>
          <p:cNvPr id="4" name="Marcador de número de diapositiva 3"/>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1750195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A66DAB19-D868-4620-A06A-DD1486530B4C}" type="datetimeFigureOut">
              <a:rPr lang="es-MX" smtClean="0"/>
              <a:t>23/01/2024</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581024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A66DAB19-D868-4620-A06A-DD1486530B4C}" type="datetimeFigureOut">
              <a:rPr lang="es-MX" smtClean="0"/>
              <a:t>23/01/2024</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584908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23/01/2024</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559115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23/01/2024</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99939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6DAB19-D868-4620-A06A-DD1486530B4C}" type="datetimeFigureOut">
              <a:rPr lang="es-MX" smtClean="0"/>
              <a:t>23/01/2024</a:t>
            </a:fld>
            <a:endParaRPr lang="es-MX"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546098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4CC6A3-2E06-3B4D-7329-6F99A075DF38}"/>
              </a:ext>
            </a:extLst>
          </p:cNvPr>
          <p:cNvSpPr>
            <a:spLocks noGrp="1"/>
          </p:cNvSpPr>
          <p:nvPr>
            <p:ph type="ctrTitle"/>
          </p:nvPr>
        </p:nvSpPr>
        <p:spPr/>
        <p:txBody>
          <a:bodyPr>
            <a:normAutofit/>
          </a:bodyPr>
          <a:lstStyle/>
          <a:p>
            <a:r>
              <a:rPr lang="es-MX" dirty="0"/>
              <a:t>Planning Poker</a:t>
            </a:r>
          </a:p>
        </p:txBody>
      </p:sp>
      <p:sp>
        <p:nvSpPr>
          <p:cNvPr id="3" name="Subtítulo 2">
            <a:extLst>
              <a:ext uri="{FF2B5EF4-FFF2-40B4-BE49-F238E27FC236}">
                <a16:creationId xmlns:a16="http://schemas.microsoft.com/office/drawing/2014/main" id="{22FAA13E-EBC7-B270-0B5C-10A9AD111760}"/>
              </a:ext>
            </a:extLst>
          </p:cNvPr>
          <p:cNvSpPr>
            <a:spLocks noGrp="1"/>
          </p:cNvSpPr>
          <p:nvPr>
            <p:ph type="subTitle" idx="1"/>
          </p:nvPr>
        </p:nvSpPr>
        <p:spPr/>
        <p:txBody>
          <a:bodyPr/>
          <a:lstStyle/>
          <a:p>
            <a:endParaRPr lang="es-MX" dirty="0"/>
          </a:p>
        </p:txBody>
      </p:sp>
    </p:spTree>
    <p:extLst>
      <p:ext uri="{BB962C8B-B14F-4D97-AF65-F5344CB8AC3E}">
        <p14:creationId xmlns:p14="http://schemas.microsoft.com/office/powerpoint/2010/main" val="4131606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63604D-6CD2-E05B-0EE7-CE1E6EE62700}"/>
              </a:ext>
            </a:extLst>
          </p:cNvPr>
          <p:cNvSpPr>
            <a:spLocks noGrp="1"/>
          </p:cNvSpPr>
          <p:nvPr>
            <p:ph type="title"/>
          </p:nvPr>
        </p:nvSpPr>
        <p:spPr/>
        <p:txBody>
          <a:bodyPr/>
          <a:lstStyle/>
          <a:p>
            <a:r>
              <a:rPr lang="es-MX" dirty="0"/>
              <a:t>Planning Poker (póquer de planificación)</a:t>
            </a:r>
          </a:p>
        </p:txBody>
      </p:sp>
      <p:sp>
        <p:nvSpPr>
          <p:cNvPr id="3" name="Marcador de contenido 2">
            <a:extLst>
              <a:ext uri="{FF2B5EF4-FFF2-40B4-BE49-F238E27FC236}">
                <a16:creationId xmlns:a16="http://schemas.microsoft.com/office/drawing/2014/main" id="{44B6BF26-BF48-E81A-F5B3-10DC8D442F6B}"/>
              </a:ext>
            </a:extLst>
          </p:cNvPr>
          <p:cNvSpPr>
            <a:spLocks noGrp="1"/>
          </p:cNvSpPr>
          <p:nvPr>
            <p:ph idx="1"/>
          </p:nvPr>
        </p:nvSpPr>
        <p:spPr/>
        <p:txBody>
          <a:bodyPr/>
          <a:lstStyle/>
          <a:p>
            <a:r>
              <a:rPr lang="es-ES" b="0" i="0" dirty="0">
                <a:solidFill>
                  <a:srgbClr val="000000"/>
                </a:solidFill>
                <a:effectLst/>
                <a:latin typeface="avenir"/>
              </a:rPr>
              <a:t>Es un método de estimación que ayuda a que el equipo de trabajo a calcular la cantidad de esfuerzo que se necesita para completar una historia de usuario en un backlog del producto.</a:t>
            </a:r>
          </a:p>
          <a:p>
            <a:r>
              <a:rPr lang="es-ES" b="0" i="0" dirty="0">
                <a:solidFill>
                  <a:srgbClr val="000000"/>
                </a:solidFill>
                <a:effectLst/>
                <a:latin typeface="avenir"/>
              </a:rPr>
              <a:t>En lugar de que los miembros del equipo expresen verbalmente sus estimaciones, utilizan una baraja de naipes para hablar por ellos. Robar cartas y colocar simultáneamente estas cartas boca abajo elimina el sesgo. Todo el mundo sigue esta ruta en el proceso de estimación, que apoya las estimaciones individuales y anula la influencia de los pares.</a:t>
            </a:r>
            <a:endParaRPr lang="es-MX" dirty="0"/>
          </a:p>
        </p:txBody>
      </p:sp>
    </p:spTree>
    <p:extLst>
      <p:ext uri="{BB962C8B-B14F-4D97-AF65-F5344CB8AC3E}">
        <p14:creationId xmlns:p14="http://schemas.microsoft.com/office/powerpoint/2010/main" val="3781958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C45A5B-391F-D877-9F2E-41FF8615D357}"/>
              </a:ext>
            </a:extLst>
          </p:cNvPr>
          <p:cNvSpPr>
            <a:spLocks noGrp="1"/>
          </p:cNvSpPr>
          <p:nvPr>
            <p:ph type="title"/>
          </p:nvPr>
        </p:nvSpPr>
        <p:spPr/>
        <p:txBody>
          <a:bodyPr/>
          <a:lstStyle/>
          <a:p>
            <a:r>
              <a:rPr lang="es-MX" dirty="0"/>
              <a:t>Consideraciones</a:t>
            </a:r>
          </a:p>
        </p:txBody>
      </p:sp>
      <p:sp>
        <p:nvSpPr>
          <p:cNvPr id="3" name="Marcador de contenido 2">
            <a:extLst>
              <a:ext uri="{FF2B5EF4-FFF2-40B4-BE49-F238E27FC236}">
                <a16:creationId xmlns:a16="http://schemas.microsoft.com/office/drawing/2014/main" id="{B6E756ED-8564-968E-9146-27F87B4391B7}"/>
              </a:ext>
            </a:extLst>
          </p:cNvPr>
          <p:cNvSpPr>
            <a:spLocks noGrp="1"/>
          </p:cNvSpPr>
          <p:nvPr>
            <p:ph idx="1"/>
          </p:nvPr>
        </p:nvSpPr>
        <p:spPr/>
        <p:txBody>
          <a:bodyPr vert="horz" lIns="91440" tIns="45720" rIns="91440" bIns="45720" rtlCol="0">
            <a:normAutofit/>
          </a:bodyPr>
          <a:lstStyle/>
          <a:p>
            <a:r>
              <a:rPr lang="es-ES" dirty="0">
                <a:solidFill>
                  <a:srgbClr val="000000"/>
                </a:solidFill>
                <a:latin typeface="avenir"/>
              </a:rPr>
              <a:t>Un hecho a considerar es que la incertidumbre para estimar historias de usuario pequeñas es mucho menor que para historias grandes. Además, aunque el tamaño de las historias crece linealmente, la incertidumbre lo hace exponencialmente.</a:t>
            </a:r>
            <a:endParaRPr lang="es-MX" dirty="0">
              <a:solidFill>
                <a:srgbClr val="000000"/>
              </a:solidFill>
              <a:latin typeface="avenir"/>
            </a:endParaRPr>
          </a:p>
        </p:txBody>
      </p:sp>
    </p:spTree>
    <p:extLst>
      <p:ext uri="{BB962C8B-B14F-4D97-AF65-F5344CB8AC3E}">
        <p14:creationId xmlns:p14="http://schemas.microsoft.com/office/powerpoint/2010/main" val="1133329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1152F4-625B-46E2-C67B-92C6858AE530}"/>
              </a:ext>
            </a:extLst>
          </p:cNvPr>
          <p:cNvSpPr>
            <a:spLocks noGrp="1"/>
          </p:cNvSpPr>
          <p:nvPr>
            <p:ph type="title"/>
          </p:nvPr>
        </p:nvSpPr>
        <p:spPr/>
        <p:txBody>
          <a:bodyPr/>
          <a:lstStyle/>
          <a:p>
            <a:r>
              <a:rPr lang="es-MX" dirty="0"/>
              <a:t>Elementos para la realizar la técnica</a:t>
            </a:r>
          </a:p>
        </p:txBody>
      </p:sp>
      <p:sp>
        <p:nvSpPr>
          <p:cNvPr id="3" name="Marcador de contenido 2">
            <a:extLst>
              <a:ext uri="{FF2B5EF4-FFF2-40B4-BE49-F238E27FC236}">
                <a16:creationId xmlns:a16="http://schemas.microsoft.com/office/drawing/2014/main" id="{91070E6E-0E0D-6194-2058-6EA575AA36A9}"/>
              </a:ext>
            </a:extLst>
          </p:cNvPr>
          <p:cNvSpPr>
            <a:spLocks noGrp="1"/>
          </p:cNvSpPr>
          <p:nvPr>
            <p:ph idx="1"/>
          </p:nvPr>
        </p:nvSpPr>
        <p:spPr/>
        <p:txBody>
          <a:bodyPr/>
          <a:lstStyle/>
          <a:p>
            <a:r>
              <a:rPr lang="es-MX" dirty="0"/>
              <a:t>Baraja de cartas</a:t>
            </a:r>
          </a:p>
          <a:p>
            <a:r>
              <a:rPr lang="es-MX" dirty="0"/>
              <a:t>Estimadores (el equipo de trabajo)</a:t>
            </a:r>
          </a:p>
          <a:p>
            <a:r>
              <a:rPr lang="es-MX" dirty="0"/>
              <a:t>Un moderador, puede ser el Product Owner o el Scrum master</a:t>
            </a:r>
          </a:p>
          <a:p>
            <a:endParaRPr lang="es-MX" dirty="0"/>
          </a:p>
        </p:txBody>
      </p:sp>
    </p:spTree>
    <p:extLst>
      <p:ext uri="{BB962C8B-B14F-4D97-AF65-F5344CB8AC3E}">
        <p14:creationId xmlns:p14="http://schemas.microsoft.com/office/powerpoint/2010/main" val="2040269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70A8E3-D6F2-09CE-D9F0-6891515BD25C}"/>
              </a:ext>
            </a:extLst>
          </p:cNvPr>
          <p:cNvSpPr>
            <a:spLocks noGrp="1"/>
          </p:cNvSpPr>
          <p:nvPr>
            <p:ph type="title"/>
          </p:nvPr>
        </p:nvSpPr>
        <p:spPr/>
        <p:txBody>
          <a:bodyPr/>
          <a:lstStyle/>
          <a:p>
            <a:r>
              <a:rPr lang="es-MX" dirty="0"/>
              <a:t>Cartas Planning Poker</a:t>
            </a:r>
          </a:p>
        </p:txBody>
      </p:sp>
      <p:pic>
        <p:nvPicPr>
          <p:cNvPr id="1026" name="Picture 2" descr="planning poker: Scrum poker">
            <a:extLst>
              <a:ext uri="{FF2B5EF4-FFF2-40B4-BE49-F238E27FC236}">
                <a16:creationId xmlns:a16="http://schemas.microsoft.com/office/drawing/2014/main" id="{32ECC4A6-FA6F-CCFE-DFAC-584FF190B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922869"/>
            <a:ext cx="5739141" cy="45242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39BC8102-CC76-33D7-C65C-379131298A79}"/>
              </a:ext>
            </a:extLst>
          </p:cNvPr>
          <p:cNvSpPr txBox="1"/>
          <p:nvPr/>
        </p:nvSpPr>
        <p:spPr>
          <a:xfrm>
            <a:off x="6892278" y="1690688"/>
            <a:ext cx="4553989" cy="4524315"/>
          </a:xfrm>
          <a:prstGeom prst="rect">
            <a:avLst/>
          </a:prstGeom>
          <a:noFill/>
        </p:spPr>
        <p:txBody>
          <a:bodyPr wrap="square" rtlCol="0">
            <a:spAutoFit/>
          </a:bodyPr>
          <a:lstStyle/>
          <a:p>
            <a:r>
              <a:rPr lang="es-MX" dirty="0"/>
              <a:t>Cada miembro del equipo tendrá una baraja de 13 cartas con la serie de Fibonacci.</a:t>
            </a:r>
          </a:p>
          <a:p>
            <a:endParaRPr lang="es-MX" dirty="0"/>
          </a:p>
          <a:p>
            <a:pPr algn="l"/>
            <a:r>
              <a:rPr lang="es-ES" sz="1800" b="0" i="0" u="none" strike="noStrike" baseline="0" dirty="0"/>
              <a:t>0 para historias que requieren un</a:t>
            </a:r>
          </a:p>
          <a:p>
            <a:pPr algn="l"/>
            <a:r>
              <a:rPr lang="es-ES" sz="1800" b="0" i="0" u="none" strike="noStrike" baseline="0" dirty="0"/>
              <a:t>esfuerzo casi nulo y 1/2 para historias muy pequeñas.</a:t>
            </a:r>
          </a:p>
          <a:p>
            <a:pPr algn="l"/>
            <a:endParaRPr lang="es-ES" dirty="0"/>
          </a:p>
          <a:p>
            <a:pPr algn="l"/>
            <a:r>
              <a:rPr lang="es-ES" sz="1800" b="0" i="0" u="none" strike="noStrike" baseline="0" dirty="0"/>
              <a:t>A partir del 21 las barajas suelen pasar a incluir un símbolo de infinito (∞) y, si siguen, incluyen valores redondos como 40 y 100.</a:t>
            </a:r>
          </a:p>
          <a:p>
            <a:pPr algn="l"/>
            <a:endParaRPr lang="es-ES" sz="1800" b="0" i="0" u="none" strike="noStrike" baseline="0" dirty="0"/>
          </a:p>
          <a:p>
            <a:pPr algn="l"/>
            <a:r>
              <a:rPr lang="es-ES" dirty="0"/>
              <a:t>? Significa que no hay idea cuánto puede ser la estimación.</a:t>
            </a:r>
          </a:p>
          <a:p>
            <a:pPr algn="l"/>
            <a:endParaRPr lang="es-ES" dirty="0"/>
          </a:p>
          <a:p>
            <a:pPr algn="l"/>
            <a:r>
              <a:rPr lang="es-ES" dirty="0"/>
              <a:t>Taza de café: realizar un descanso para retomar después la estimación</a:t>
            </a:r>
            <a:endParaRPr lang="es-MX" dirty="0"/>
          </a:p>
        </p:txBody>
      </p:sp>
    </p:spTree>
    <p:extLst>
      <p:ext uri="{BB962C8B-B14F-4D97-AF65-F5344CB8AC3E}">
        <p14:creationId xmlns:p14="http://schemas.microsoft.com/office/powerpoint/2010/main" val="1693389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D1DB8F-0905-6B97-F149-C2F7A2AA2C49}"/>
              </a:ext>
            </a:extLst>
          </p:cNvPr>
          <p:cNvSpPr>
            <a:spLocks noGrp="1"/>
          </p:cNvSpPr>
          <p:nvPr>
            <p:ph type="title"/>
          </p:nvPr>
        </p:nvSpPr>
        <p:spPr/>
        <p:txBody>
          <a:bodyPr/>
          <a:lstStyle/>
          <a:p>
            <a:r>
              <a:rPr lang="es-MX" dirty="0"/>
              <a:t>Pasos</a:t>
            </a:r>
          </a:p>
        </p:txBody>
      </p:sp>
      <p:sp>
        <p:nvSpPr>
          <p:cNvPr id="3" name="Marcador de contenido 2">
            <a:extLst>
              <a:ext uri="{FF2B5EF4-FFF2-40B4-BE49-F238E27FC236}">
                <a16:creationId xmlns:a16="http://schemas.microsoft.com/office/drawing/2014/main" id="{9E9DDC9D-C404-5621-CC11-6A0D2B3A75A0}"/>
              </a:ext>
            </a:extLst>
          </p:cNvPr>
          <p:cNvSpPr>
            <a:spLocks noGrp="1"/>
          </p:cNvSpPr>
          <p:nvPr>
            <p:ph idx="1"/>
          </p:nvPr>
        </p:nvSpPr>
        <p:spPr/>
        <p:txBody>
          <a:bodyPr>
            <a:normAutofit fontScale="85000" lnSpcReduction="10000"/>
          </a:bodyPr>
          <a:lstStyle/>
          <a:p>
            <a:pPr marL="514350" indent="-514350">
              <a:buFont typeface="+mj-lt"/>
              <a:buAutoNum type="arabicPeriod"/>
            </a:pPr>
            <a:endParaRPr lang="es-MX" dirty="0"/>
          </a:p>
          <a:p>
            <a:pPr marL="514350" indent="-514350">
              <a:buFont typeface="+mj-lt"/>
              <a:buAutoNum type="arabicPeriod"/>
            </a:pPr>
            <a:r>
              <a:rPr lang="es-ES" dirty="0"/>
              <a:t>El Product Owner o el Scrum Master actuará como moderador y leerá una historia de usuario específica del backlog del sprint o del producto para que los miembros del equipo puedan hacer preguntas y aclarar lo que sea necesario para que todo el equipo pueda tener una idea exacta de las tareas que deben completarse para ese elemento específico del backlog</a:t>
            </a:r>
            <a:endParaRPr lang="es-MX" dirty="0"/>
          </a:p>
          <a:p>
            <a:pPr marL="514350" indent="-514350">
              <a:buFont typeface="+mj-lt"/>
              <a:buAutoNum type="arabicPeriod"/>
            </a:pPr>
            <a:r>
              <a:rPr lang="es-MX" dirty="0"/>
              <a:t>Cada miembro del equipo tendrá una baraja de 13 cartas, excepto el moderador.</a:t>
            </a:r>
          </a:p>
          <a:p>
            <a:pPr marL="514350" indent="-514350">
              <a:buFont typeface="+mj-lt"/>
              <a:buAutoNum type="arabicPeriod"/>
            </a:pPr>
            <a:r>
              <a:rPr lang="es-MX" dirty="0"/>
              <a:t>Se propone una historia, el miembro del equipo selecciona una carta y la coloca boca abajo. Esta carta representará su estimación para la historia propuesta. Los miembros del equipo tendrán la oportunidad de hacer preguntas al moderador y aclarar lo que sea necesario para que todo el equipo pueda tener una idea exacta. </a:t>
            </a:r>
          </a:p>
        </p:txBody>
      </p:sp>
    </p:spTree>
    <p:extLst>
      <p:ext uri="{BB962C8B-B14F-4D97-AF65-F5344CB8AC3E}">
        <p14:creationId xmlns:p14="http://schemas.microsoft.com/office/powerpoint/2010/main" val="1495189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D1DB8F-0905-6B97-F149-C2F7A2AA2C49}"/>
              </a:ext>
            </a:extLst>
          </p:cNvPr>
          <p:cNvSpPr>
            <a:spLocks noGrp="1"/>
          </p:cNvSpPr>
          <p:nvPr>
            <p:ph type="title"/>
          </p:nvPr>
        </p:nvSpPr>
        <p:spPr/>
        <p:txBody>
          <a:bodyPr/>
          <a:lstStyle/>
          <a:p>
            <a:r>
              <a:rPr lang="es-MX" dirty="0"/>
              <a:t>Pasos</a:t>
            </a:r>
          </a:p>
        </p:txBody>
      </p:sp>
      <p:sp>
        <p:nvSpPr>
          <p:cNvPr id="3" name="Marcador de contenido 2">
            <a:extLst>
              <a:ext uri="{FF2B5EF4-FFF2-40B4-BE49-F238E27FC236}">
                <a16:creationId xmlns:a16="http://schemas.microsoft.com/office/drawing/2014/main" id="{9E9DDC9D-C404-5621-CC11-6A0D2B3A75A0}"/>
              </a:ext>
            </a:extLst>
          </p:cNvPr>
          <p:cNvSpPr>
            <a:spLocks noGrp="1"/>
          </p:cNvSpPr>
          <p:nvPr>
            <p:ph idx="1"/>
          </p:nvPr>
        </p:nvSpPr>
        <p:spPr/>
        <p:txBody>
          <a:bodyPr>
            <a:normAutofit fontScale="92500"/>
          </a:bodyPr>
          <a:lstStyle/>
          <a:p>
            <a:pPr marL="514350" indent="-514350">
              <a:buFont typeface="+mj-lt"/>
              <a:buAutoNum type="arabicPeriod" startAt="4"/>
            </a:pPr>
            <a:r>
              <a:rPr lang="es-ES" dirty="0"/>
              <a:t>Todos revelan la carta al mismo tiempo. Si todos eligieron la misma estimación, esa se convierte en la estimación oficial para ese elemento del backlog. El objetivo es que todos tengan la misma estimación.</a:t>
            </a:r>
            <a:endParaRPr lang="es-MX" dirty="0"/>
          </a:p>
          <a:p>
            <a:pPr marL="514350" indent="-514350">
              <a:buFont typeface="+mj-lt"/>
              <a:buAutoNum type="arabicPeriod" startAt="4"/>
            </a:pPr>
            <a:r>
              <a:rPr lang="es-MX" dirty="0"/>
              <a:t>Se comprueban las estimaciones, y  si hay muchas discrepancias se discute sobre esas diferencias y se ponen en común las ideas sobre la naturaleza del trabajo. Este proceso se repetirá hasta que las estimaciones sean parejas o aproximadas.</a:t>
            </a:r>
          </a:p>
          <a:p>
            <a:pPr marL="514350" indent="-514350">
              <a:buFont typeface="+mj-lt"/>
              <a:buAutoNum type="arabicPeriod" startAt="4"/>
            </a:pPr>
            <a:r>
              <a:rPr lang="es-MX" dirty="0"/>
              <a:t>El tiempo estimado es para el desarrollo de toda la historia, por ese motivo la secuencia de números no es lineal y, por ejemplo, hay un salto entre 40 y 100. De esta manera se evita sensaciones falsas para estimaciones grandes.</a:t>
            </a:r>
          </a:p>
          <a:p>
            <a:pPr marL="514350" indent="-514350">
              <a:buFont typeface="+mj-lt"/>
              <a:buAutoNum type="arabicPeriod" startAt="4"/>
            </a:pPr>
            <a:endParaRPr lang="es-MX" dirty="0"/>
          </a:p>
        </p:txBody>
      </p:sp>
    </p:spTree>
    <p:extLst>
      <p:ext uri="{BB962C8B-B14F-4D97-AF65-F5344CB8AC3E}">
        <p14:creationId xmlns:p14="http://schemas.microsoft.com/office/powerpoint/2010/main" val="3484993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D1DB8F-0905-6B97-F149-C2F7A2AA2C49}"/>
              </a:ext>
            </a:extLst>
          </p:cNvPr>
          <p:cNvSpPr>
            <a:spLocks noGrp="1"/>
          </p:cNvSpPr>
          <p:nvPr>
            <p:ph type="title"/>
          </p:nvPr>
        </p:nvSpPr>
        <p:spPr/>
        <p:txBody>
          <a:bodyPr/>
          <a:lstStyle/>
          <a:p>
            <a:r>
              <a:rPr lang="es-MX" dirty="0"/>
              <a:t>Pasos</a:t>
            </a:r>
          </a:p>
        </p:txBody>
      </p:sp>
      <p:sp>
        <p:nvSpPr>
          <p:cNvPr id="3" name="Marcador de contenido 2">
            <a:extLst>
              <a:ext uri="{FF2B5EF4-FFF2-40B4-BE49-F238E27FC236}">
                <a16:creationId xmlns:a16="http://schemas.microsoft.com/office/drawing/2014/main" id="{9E9DDC9D-C404-5621-CC11-6A0D2B3A75A0}"/>
              </a:ext>
            </a:extLst>
          </p:cNvPr>
          <p:cNvSpPr>
            <a:spLocks noGrp="1"/>
          </p:cNvSpPr>
          <p:nvPr>
            <p:ph idx="1"/>
          </p:nvPr>
        </p:nvSpPr>
        <p:spPr/>
        <p:txBody>
          <a:bodyPr>
            <a:normAutofit/>
          </a:bodyPr>
          <a:lstStyle/>
          <a:p>
            <a:pPr marL="514350" indent="-514350">
              <a:buFont typeface="+mj-lt"/>
              <a:buAutoNum type="arabicPeriod" startAt="7"/>
            </a:pPr>
            <a:r>
              <a:rPr lang="es-MX" dirty="0"/>
              <a:t>Finalmente, después de haber calculado el valor de todas las historias procederemos a sumar los puntos, los que nos dará una estimación relativa del tamaño de nuestro Product Backlog</a:t>
            </a:r>
            <a:r>
              <a:rPr lang="es-ES" dirty="0"/>
              <a:t>.</a:t>
            </a:r>
            <a:endParaRPr lang="es-MX" dirty="0"/>
          </a:p>
        </p:txBody>
      </p:sp>
    </p:spTree>
    <p:extLst>
      <p:ext uri="{BB962C8B-B14F-4D97-AF65-F5344CB8AC3E}">
        <p14:creationId xmlns:p14="http://schemas.microsoft.com/office/powerpoint/2010/main" val="103448162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escripci_x00f3_n xmlns="f1020bcf-9500-4749-8c84-b23cf1385772" xsi:nil="true"/>
    <TaxCatchAll xmlns="7a0a35da-276e-4c8e-b365-e7c47df80865" xsi:nil="true"/>
    <lcf76f155ced4ddcb4097134ff3c332f xmlns="f1020bcf-9500-4749-8c84-b23cf1385772">
      <Terms xmlns="http://schemas.microsoft.com/office/infopath/2007/PartnerControls"/>
    </lcf76f155ced4ddcb4097134ff3c332f>
    <Estado xmlns="f1020bcf-9500-4749-8c84-b23cf138577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F79CA91C779E94BAF39074ADA180F65" ma:contentTypeVersion="14" ma:contentTypeDescription="Create a new document." ma:contentTypeScope="" ma:versionID="2ba284a0d3b721bd5ae14b23357d60fd">
  <xsd:schema xmlns:xsd="http://www.w3.org/2001/XMLSchema" xmlns:xs="http://www.w3.org/2001/XMLSchema" xmlns:p="http://schemas.microsoft.com/office/2006/metadata/properties" xmlns:ns2="f1020bcf-9500-4749-8c84-b23cf1385772" xmlns:ns3="7a0a35da-276e-4c8e-b365-e7c47df80865" targetNamespace="http://schemas.microsoft.com/office/2006/metadata/properties" ma:root="true" ma:fieldsID="668c4d8b9475ce4783e2ffb4e29b310c" ns2:_="" ns3:_="">
    <xsd:import namespace="f1020bcf-9500-4749-8c84-b23cf1385772"/>
    <xsd:import namespace="7a0a35da-276e-4c8e-b365-e7c47df80865"/>
    <xsd:element name="properties">
      <xsd:complexType>
        <xsd:sequence>
          <xsd:element name="documentManagement">
            <xsd:complexType>
              <xsd:all>
                <xsd:element ref="ns2:MediaServiceMetadata" minOccurs="0"/>
                <xsd:element ref="ns2:MediaServiceFastMetadata" minOccurs="0"/>
                <xsd:element ref="ns2:Descripci_x00f3_n"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Estado"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020bcf-9500-4749-8c84-b23cf13857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escripci_x00f3_n" ma:index="10" nillable="true" ma:displayName="Descripción" ma:format="Dropdown" ma:internalName="Descripci_x00f3_n">
      <xsd:simpleType>
        <xsd:restriction base="dms:Note">
          <xsd:maxLength value="255"/>
        </xsd:restrictio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fe8c325-51f2-41db-97de-ec0d1fae0df0"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Estado" ma:index="20" nillable="true" ma:displayName="Estado" ma:description="Fase en el flujo de trabajo de la elaboración de documentos para la PA.&#10;&#10;PA = Practice Area&#10;LA = Lead Appraiser&#10;RI = Revisión interna (miembros del grupo de desarrollo)" ma:format="Dropdown" ma:internalName="Estado">
      <xsd:simpleType>
        <xsd:restriction base="dms:Choice">
          <xsd:enumeration value="Enviado a LA"/>
          <xsd:enumeration value="Aprobada por LA"/>
          <xsd:enumeration value="Pendiente de RI"/>
          <xsd:enumeration value="Con observaciones de LA"/>
          <xsd:enumeration value="Parcialmente creada"/>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a0a35da-276e-4c8e-b365-e7c47df808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9373c78-d39d-4c83-b4a7-15850042ac80}" ma:internalName="TaxCatchAll" ma:showField="CatchAllData" ma:web="7a0a35da-276e-4c8e-b365-e7c47df808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0F59D7-BA64-45C9-AC2D-B7635254298D}">
  <ds:schemaRefs>
    <ds:schemaRef ds:uri="7a0a35da-276e-4c8e-b365-e7c47df80865"/>
    <ds:schemaRef ds:uri="http://www.w3.org/XML/1998/namespace"/>
    <ds:schemaRef ds:uri="http://schemas.microsoft.com/office/infopath/2007/PartnerControls"/>
    <ds:schemaRef ds:uri="http://purl.org/dc/dcmitype/"/>
    <ds:schemaRef ds:uri="http://purl.org/dc/elements/1.1/"/>
    <ds:schemaRef ds:uri="http://schemas.microsoft.com/office/2006/documentManagement/types"/>
    <ds:schemaRef ds:uri="http://purl.org/dc/terms/"/>
    <ds:schemaRef ds:uri="f1020bcf-9500-4749-8c84-b23cf1385772"/>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CAB850A7-AEAC-45E5-AE3C-2AF227AB3915}"/>
</file>

<file path=customXml/itemProps3.xml><?xml version="1.0" encoding="utf-8"?>
<ds:datastoreItem xmlns:ds="http://schemas.openxmlformats.org/officeDocument/2006/customXml" ds:itemID="{817038EA-02CC-43BD-A7ED-38493893746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591</TotalTime>
  <Words>554</Words>
  <Application>Microsoft Office PowerPoint</Application>
  <PresentationFormat>Panorámica</PresentationFormat>
  <Paragraphs>32</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Arial</vt:lpstr>
      <vt:lpstr>avenir</vt:lpstr>
      <vt:lpstr>Calibri</vt:lpstr>
      <vt:lpstr>Calibri Light</vt:lpstr>
      <vt:lpstr>Tema de Office</vt:lpstr>
      <vt:lpstr>Planning Poker</vt:lpstr>
      <vt:lpstr>Planning Poker (póquer de planificación)</vt:lpstr>
      <vt:lpstr>Consideraciones</vt:lpstr>
      <vt:lpstr>Elementos para la realizar la técnica</vt:lpstr>
      <vt:lpstr>Cartas Planning Poker</vt:lpstr>
      <vt:lpstr>Pasos</vt:lpstr>
      <vt:lpstr>Pasos</vt:lpstr>
      <vt:lpstr>Pasos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dc:title>
  <dc:creator>JUAN PE ALATORRE</dc:creator>
  <cp:lastModifiedBy>Tania López</cp:lastModifiedBy>
  <cp:revision>4</cp:revision>
  <dcterms:created xsi:type="dcterms:W3CDTF">2023-05-15T19:23:45Z</dcterms:created>
  <dcterms:modified xsi:type="dcterms:W3CDTF">2024-01-23T23:13:31Z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0x0101005F79CA91C779E94BAF39074ADA180F65</vt:lpwstr>
  </property>
  <property fmtid="{D5CDD505-2E9C-101B-9397-08002B2CF9AE}" pid="3" name="MediaServiceImageTags">
    <vt:lpwstr/>
  </property>
</Properties>
</file>
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6"/>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94" r:id="rId37"/>
    <p:sldId id="296" r:id="rId38"/>
    <p:sldId id="297" r:id="rId39"/>
    <p:sldId id="298" r:id="rId40"/>
    <p:sldId id="318" r:id="rId41"/>
    <p:sldId id="299" r:id="rId42"/>
    <p:sldId id="300" r:id="rId43"/>
    <p:sldId id="362" r:id="rId44"/>
    <p:sldId id="320" r:id="rId45"/>
    <p:sldId id="302" r:id="rId46"/>
    <p:sldId id="321" r:id="rId47"/>
    <p:sldId id="322" r:id="rId48"/>
    <p:sldId id="303" r:id="rId49"/>
    <p:sldId id="355" r:id="rId50"/>
    <p:sldId id="363" r:id="rId51"/>
    <p:sldId id="324" r:id="rId52"/>
    <p:sldId id="304" r:id="rId53"/>
    <p:sldId id="305" r:id="rId54"/>
    <p:sldId id="325" r:id="rId55"/>
    <p:sldId id="326" r:id="rId56"/>
    <p:sldId id="327" r:id="rId57"/>
    <p:sldId id="328" r:id="rId58"/>
    <p:sldId id="356" r:id="rId59"/>
    <p:sldId id="329" r:id="rId60"/>
    <p:sldId id="330" r:id="rId61"/>
    <p:sldId id="331" r:id="rId62"/>
    <p:sldId id="332" r:id="rId63"/>
    <p:sldId id="333" r:id="rId64"/>
    <p:sldId id="334" r:id="rId65"/>
    <p:sldId id="335" r:id="rId66"/>
    <p:sldId id="336" r:id="rId67"/>
    <p:sldId id="337" r:id="rId68"/>
    <p:sldId id="338" r:id="rId69"/>
    <p:sldId id="339" r:id="rId70"/>
    <p:sldId id="340" r:id="rId71"/>
    <p:sldId id="341" r:id="rId72"/>
    <p:sldId id="342" r:id="rId73"/>
    <p:sldId id="343" r:id="rId74"/>
    <p:sldId id="344" r:id="rId75"/>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035108D-EC51-E5D1-DB61-E3EC8BF10967}" name="Documentación Innevo" initials="DI" userId="Documentación Innevo"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894" autoAdjust="0"/>
  </p:normalViewPr>
  <p:slideViewPr>
    <p:cSldViewPr snapToGrid="0">
      <p:cViewPr varScale="1">
        <p:scale>
          <a:sx n="58" d="100"/>
          <a:sy n="58" d="100"/>
        </p:scale>
        <p:origin x="1143"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82" Type="http://schemas.microsoft.com/office/2018/10/relationships/authors" Target="author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viewProps" Target="viewProps.xml"/><Relationship Id="rId8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ia Monserrat López Marroquín" userId="77f58189-e01e-4d35-9d35-b5786e1d02a6" providerId="ADAL" clId="{D2F51D3E-FC4E-4E82-B961-CBF718F32626}"/>
    <pc:docChg chg="custSel modSld">
      <pc:chgData name="Tania Monserrat López Marroquín" userId="77f58189-e01e-4d35-9d35-b5786e1d02a6" providerId="ADAL" clId="{D2F51D3E-FC4E-4E82-B961-CBF718F32626}" dt="2024-01-17T17:03:01.871" v="33" actId="20577"/>
      <pc:docMkLst>
        <pc:docMk/>
      </pc:docMkLst>
      <pc:sldChg chg="modSp mod">
        <pc:chgData name="Tania Monserrat López Marroquín" userId="77f58189-e01e-4d35-9d35-b5786e1d02a6" providerId="ADAL" clId="{D2F51D3E-FC4E-4E82-B961-CBF718F32626}" dt="2024-01-17T17:03:01.871" v="33" actId="20577"/>
        <pc:sldMkLst>
          <pc:docMk/>
          <pc:sldMk cId="0" sldId="324"/>
        </pc:sldMkLst>
        <pc:spChg chg="mod">
          <ac:chgData name="Tania Monserrat López Marroquín" userId="77f58189-e01e-4d35-9d35-b5786e1d02a6" providerId="ADAL" clId="{D2F51D3E-FC4E-4E82-B961-CBF718F32626}" dt="2024-01-17T17:03:01.871" v="33" actId="20577"/>
          <ac:spMkLst>
            <pc:docMk/>
            <pc:sldMk cId="0" sldId="324"/>
            <ac:spMk id="79024" creationId="{5A5EE335-CC4C-4366-9373-719924AEAB48}"/>
          </ac:spMkLst>
        </pc:spChg>
      </pc:sldChg>
      <pc:sldChg chg="modSp mod">
        <pc:chgData name="Tania Monserrat López Marroquín" userId="77f58189-e01e-4d35-9d35-b5786e1d02a6" providerId="ADAL" clId="{D2F51D3E-FC4E-4E82-B961-CBF718F32626}" dt="2024-01-17T17:02:43.099" v="29" actId="33524"/>
        <pc:sldMkLst>
          <pc:docMk/>
          <pc:sldMk cId="0" sldId="329"/>
        </pc:sldMkLst>
        <pc:spChg chg="mod">
          <ac:chgData name="Tania Monserrat López Marroquín" userId="77f58189-e01e-4d35-9d35-b5786e1d02a6" providerId="ADAL" clId="{D2F51D3E-FC4E-4E82-B961-CBF718F32626}" dt="2024-01-17T17:02:43.099" v="29" actId="33524"/>
          <ac:spMkLst>
            <pc:docMk/>
            <pc:sldMk cId="0" sldId="329"/>
            <ac:spMk id="84997" creationId="{042BD07B-6610-4D3D-929B-A4B4B778FA0B}"/>
          </ac:spMkLst>
        </pc:spChg>
      </pc:sldChg>
      <pc:sldChg chg="modSp mod">
        <pc:chgData name="Tania Monserrat López Marroquín" userId="77f58189-e01e-4d35-9d35-b5786e1d02a6" providerId="ADAL" clId="{D2F51D3E-FC4E-4E82-B961-CBF718F32626}" dt="2024-01-17T17:02:37.657" v="28" actId="33524"/>
        <pc:sldMkLst>
          <pc:docMk/>
          <pc:sldMk cId="0" sldId="330"/>
        </pc:sldMkLst>
        <pc:spChg chg="mod">
          <ac:chgData name="Tania Monserrat López Marroquín" userId="77f58189-e01e-4d35-9d35-b5786e1d02a6" providerId="ADAL" clId="{D2F51D3E-FC4E-4E82-B961-CBF718F32626}" dt="2024-01-17T17:02:37.657" v="28" actId="33524"/>
          <ac:spMkLst>
            <pc:docMk/>
            <pc:sldMk cId="0" sldId="330"/>
            <ac:spMk id="86021" creationId="{80CBB311-5147-4626-BDA1-D2247D2467F2}"/>
          </ac:spMkLst>
        </pc:spChg>
      </pc:sldChg>
      <pc:sldChg chg="modSp mod">
        <pc:chgData name="Tania Monserrat López Marroquín" userId="77f58189-e01e-4d35-9d35-b5786e1d02a6" providerId="ADAL" clId="{D2F51D3E-FC4E-4E82-B961-CBF718F32626}" dt="2024-01-17T17:02:07.679" v="24" actId="33524"/>
        <pc:sldMkLst>
          <pc:docMk/>
          <pc:sldMk cId="0" sldId="331"/>
        </pc:sldMkLst>
        <pc:spChg chg="mod">
          <ac:chgData name="Tania Monserrat López Marroquín" userId="77f58189-e01e-4d35-9d35-b5786e1d02a6" providerId="ADAL" clId="{D2F51D3E-FC4E-4E82-B961-CBF718F32626}" dt="2024-01-17T17:02:07.679" v="24" actId="33524"/>
          <ac:spMkLst>
            <pc:docMk/>
            <pc:sldMk cId="0" sldId="331"/>
            <ac:spMk id="87045" creationId="{3C32AF57-DCEB-4A33-9756-23B9288A5F24}"/>
          </ac:spMkLst>
        </pc:spChg>
      </pc:sldChg>
      <pc:sldChg chg="modSp mod">
        <pc:chgData name="Tania Monserrat López Marroquín" userId="77f58189-e01e-4d35-9d35-b5786e1d02a6" providerId="ADAL" clId="{D2F51D3E-FC4E-4E82-B961-CBF718F32626}" dt="2024-01-17T17:01:56.165" v="22" actId="33524"/>
        <pc:sldMkLst>
          <pc:docMk/>
          <pc:sldMk cId="0" sldId="335"/>
        </pc:sldMkLst>
        <pc:spChg chg="mod">
          <ac:chgData name="Tania Monserrat López Marroquín" userId="77f58189-e01e-4d35-9d35-b5786e1d02a6" providerId="ADAL" clId="{D2F51D3E-FC4E-4E82-B961-CBF718F32626}" dt="2024-01-17T17:01:56.165" v="22" actId="33524"/>
          <ac:spMkLst>
            <pc:docMk/>
            <pc:sldMk cId="0" sldId="335"/>
            <ac:spMk id="91141" creationId="{CF72EE17-43A3-48F5-A5B4-3D6E83ED8C0A}"/>
          </ac:spMkLst>
        </pc:spChg>
      </pc:sldChg>
      <pc:sldChg chg="modSp mod">
        <pc:chgData name="Tania Monserrat López Marroquín" userId="77f58189-e01e-4d35-9d35-b5786e1d02a6" providerId="ADAL" clId="{D2F51D3E-FC4E-4E82-B961-CBF718F32626}" dt="2024-01-17T17:01:49.690" v="21" actId="33524"/>
        <pc:sldMkLst>
          <pc:docMk/>
          <pc:sldMk cId="0" sldId="336"/>
        </pc:sldMkLst>
        <pc:spChg chg="mod">
          <ac:chgData name="Tania Monserrat López Marroquín" userId="77f58189-e01e-4d35-9d35-b5786e1d02a6" providerId="ADAL" clId="{D2F51D3E-FC4E-4E82-B961-CBF718F32626}" dt="2024-01-17T17:01:49.690" v="21" actId="33524"/>
          <ac:spMkLst>
            <pc:docMk/>
            <pc:sldMk cId="0" sldId="336"/>
            <ac:spMk id="92165" creationId="{1416A600-2C44-4061-B342-83334F30256A}"/>
          </ac:spMkLst>
        </pc:spChg>
      </pc:sldChg>
      <pc:sldChg chg="modSp mod">
        <pc:chgData name="Tania Monserrat López Marroquín" userId="77f58189-e01e-4d35-9d35-b5786e1d02a6" providerId="ADAL" clId="{D2F51D3E-FC4E-4E82-B961-CBF718F32626}" dt="2024-01-17T17:02:27.439" v="27" actId="20577"/>
        <pc:sldMkLst>
          <pc:docMk/>
          <pc:sldMk cId="0" sldId="337"/>
        </pc:sldMkLst>
        <pc:spChg chg="mod">
          <ac:chgData name="Tania Monserrat López Marroquín" userId="77f58189-e01e-4d35-9d35-b5786e1d02a6" providerId="ADAL" clId="{D2F51D3E-FC4E-4E82-B961-CBF718F32626}" dt="2024-01-17T17:02:27.439" v="27" actId="20577"/>
          <ac:spMkLst>
            <pc:docMk/>
            <pc:sldMk cId="0" sldId="337"/>
            <ac:spMk id="93189" creationId="{44469681-0BA7-4208-B9B3-90E89C46B264}"/>
          </ac:spMkLst>
        </pc:spChg>
      </pc:sldChg>
      <pc:sldChg chg="modSp mod">
        <pc:chgData name="Tania Monserrat López Marroquín" userId="77f58189-e01e-4d35-9d35-b5786e1d02a6" providerId="ADAL" clId="{D2F51D3E-FC4E-4E82-B961-CBF718F32626}" dt="2024-01-17T17:02:16.598" v="25" actId="20577"/>
        <pc:sldMkLst>
          <pc:docMk/>
          <pc:sldMk cId="0" sldId="338"/>
        </pc:sldMkLst>
        <pc:spChg chg="mod">
          <ac:chgData name="Tania Monserrat López Marroquín" userId="77f58189-e01e-4d35-9d35-b5786e1d02a6" providerId="ADAL" clId="{D2F51D3E-FC4E-4E82-B961-CBF718F32626}" dt="2024-01-17T17:02:16.598" v="25" actId="20577"/>
          <ac:spMkLst>
            <pc:docMk/>
            <pc:sldMk cId="0" sldId="338"/>
            <ac:spMk id="94213" creationId="{477481FB-F99C-470C-A658-EE44F2A926A3}"/>
          </ac:spMkLst>
        </pc:spChg>
      </pc:sldChg>
      <pc:sldChg chg="modSp mod">
        <pc:chgData name="Tania Monserrat López Marroquín" userId="77f58189-e01e-4d35-9d35-b5786e1d02a6" providerId="ADAL" clId="{D2F51D3E-FC4E-4E82-B961-CBF718F32626}" dt="2024-01-17T17:01:33.112" v="19" actId="20577"/>
        <pc:sldMkLst>
          <pc:docMk/>
          <pc:sldMk cId="0" sldId="340"/>
        </pc:sldMkLst>
        <pc:spChg chg="mod">
          <ac:chgData name="Tania Monserrat López Marroquín" userId="77f58189-e01e-4d35-9d35-b5786e1d02a6" providerId="ADAL" clId="{D2F51D3E-FC4E-4E82-B961-CBF718F32626}" dt="2024-01-17T17:01:33.112" v="19" actId="20577"/>
          <ac:spMkLst>
            <pc:docMk/>
            <pc:sldMk cId="0" sldId="340"/>
            <ac:spMk id="96261" creationId="{977602B5-7672-4563-80C3-60007715CB2C}"/>
          </ac:spMkLst>
        </pc:spChg>
      </pc:sldChg>
      <pc:sldChg chg="modSp mod">
        <pc:chgData name="Tania Monserrat López Marroquín" userId="77f58189-e01e-4d35-9d35-b5786e1d02a6" providerId="ADAL" clId="{D2F51D3E-FC4E-4E82-B961-CBF718F32626}" dt="2024-01-17T17:00:49.923" v="13" actId="403"/>
        <pc:sldMkLst>
          <pc:docMk/>
          <pc:sldMk cId="0" sldId="341"/>
        </pc:sldMkLst>
        <pc:spChg chg="mod">
          <ac:chgData name="Tania Monserrat López Marroquín" userId="77f58189-e01e-4d35-9d35-b5786e1d02a6" providerId="ADAL" clId="{D2F51D3E-FC4E-4E82-B961-CBF718F32626}" dt="2024-01-17T17:00:49.923" v="13" actId="403"/>
          <ac:spMkLst>
            <pc:docMk/>
            <pc:sldMk cId="0" sldId="341"/>
            <ac:spMk id="97285" creationId="{65DC9E57-8768-4DB5-9550-662C2E2D4B8B}"/>
          </ac:spMkLst>
        </pc:spChg>
      </pc:sldChg>
      <pc:sldChg chg="modSp mod">
        <pc:chgData name="Tania Monserrat López Marroquín" userId="77f58189-e01e-4d35-9d35-b5786e1d02a6" providerId="ADAL" clId="{D2F51D3E-FC4E-4E82-B961-CBF718F32626}" dt="2024-01-17T17:02:52.439" v="31" actId="20577"/>
        <pc:sldMkLst>
          <pc:docMk/>
          <pc:sldMk cId="0" sldId="356"/>
        </pc:sldMkLst>
        <pc:spChg chg="mod">
          <ac:chgData name="Tania Monserrat López Marroquín" userId="77f58189-e01e-4d35-9d35-b5786e1d02a6" providerId="ADAL" clId="{D2F51D3E-FC4E-4E82-B961-CBF718F32626}" dt="2024-01-17T17:02:52.439" v="31" actId="20577"/>
          <ac:spMkLst>
            <pc:docMk/>
            <pc:sldMk cId="0" sldId="356"/>
            <ac:spMk id="123909" creationId="{D1E524EA-12CF-47AB-AD0E-E93D079C1ECB}"/>
          </ac:spMkLst>
        </pc:spChg>
      </pc:sldChg>
    </pc:docChg>
  </pc:docChgLst>
  <pc:docChgLst>
    <pc:chgData name="Tania López" userId="77f58189-e01e-4d35-9d35-b5786e1d02a6" providerId="ADAL" clId="{64B2C4C1-811F-4B30-93A7-1554AA0DEDEC}"/>
    <pc:docChg chg="undo redo custSel addSld delSld modSld">
      <pc:chgData name="Tania López" userId="77f58189-e01e-4d35-9d35-b5786e1d02a6" providerId="ADAL" clId="{64B2C4C1-811F-4B30-93A7-1554AA0DEDEC}" dt="2023-10-26T23:17:16.965" v="668" actId="790"/>
      <pc:docMkLst>
        <pc:docMk/>
      </pc:docMkLst>
      <pc:sldChg chg="modSp mod">
        <pc:chgData name="Tania López" userId="77f58189-e01e-4d35-9d35-b5786e1d02a6" providerId="ADAL" clId="{64B2C4C1-811F-4B30-93A7-1554AA0DEDEC}" dt="2023-10-26T21:54:04.388" v="12" actId="20577"/>
        <pc:sldMkLst>
          <pc:docMk/>
          <pc:sldMk cId="4131606930" sldId="256"/>
        </pc:sldMkLst>
        <pc:spChg chg="mod">
          <ac:chgData name="Tania López" userId="77f58189-e01e-4d35-9d35-b5786e1d02a6" providerId="ADAL" clId="{64B2C4C1-811F-4B30-93A7-1554AA0DEDEC}" dt="2023-10-26T21:54:04.388" v="12" actId="20577"/>
          <ac:spMkLst>
            <pc:docMk/>
            <pc:sldMk cId="4131606930" sldId="256"/>
            <ac:spMk id="2" creationId="{E84CC6A3-2E06-3B4D-7329-6F99A075DF38}"/>
          </ac:spMkLst>
        </pc:spChg>
      </pc:sldChg>
      <pc:sldChg chg="del">
        <pc:chgData name="Tania López" userId="77f58189-e01e-4d35-9d35-b5786e1d02a6" providerId="ADAL" clId="{64B2C4C1-811F-4B30-93A7-1554AA0DEDEC}" dt="2023-10-26T21:54:07.859" v="13" actId="47"/>
        <pc:sldMkLst>
          <pc:docMk/>
          <pc:sldMk cId="667114798" sldId="257"/>
        </pc:sldMkLst>
      </pc:sldChg>
      <pc:sldChg chg="modSp new mod">
        <pc:chgData name="Tania López" userId="77f58189-e01e-4d35-9d35-b5786e1d02a6" providerId="ADAL" clId="{64B2C4C1-811F-4B30-93A7-1554AA0DEDEC}" dt="2023-10-26T22:24:59.569" v="54" actId="20577"/>
        <pc:sldMkLst>
          <pc:docMk/>
          <pc:sldMk cId="2333987982" sldId="257"/>
        </pc:sldMkLst>
        <pc:spChg chg="mod">
          <ac:chgData name="Tania López" userId="77f58189-e01e-4d35-9d35-b5786e1d02a6" providerId="ADAL" clId="{64B2C4C1-811F-4B30-93A7-1554AA0DEDEC}" dt="2023-10-26T22:23:29.219" v="48" actId="20577"/>
          <ac:spMkLst>
            <pc:docMk/>
            <pc:sldMk cId="2333987982" sldId="257"/>
            <ac:spMk id="2" creationId="{19275C22-51E3-FF9C-6A86-27CCBC005F59}"/>
          </ac:spMkLst>
        </pc:spChg>
        <pc:spChg chg="mod">
          <ac:chgData name="Tania López" userId="77f58189-e01e-4d35-9d35-b5786e1d02a6" providerId="ADAL" clId="{64B2C4C1-811F-4B30-93A7-1554AA0DEDEC}" dt="2023-10-26T22:24:59.569" v="54" actId="20577"/>
          <ac:spMkLst>
            <pc:docMk/>
            <pc:sldMk cId="2333987982" sldId="257"/>
            <ac:spMk id="3" creationId="{64423D3D-693C-47CD-E1A8-3A63152D13C3}"/>
          </ac:spMkLst>
        </pc:spChg>
      </pc:sldChg>
      <pc:sldChg chg="addSp delSp modSp new mod">
        <pc:chgData name="Tania López" userId="77f58189-e01e-4d35-9d35-b5786e1d02a6" providerId="ADAL" clId="{64B2C4C1-811F-4B30-93A7-1554AA0DEDEC}" dt="2023-10-26T22:38:54.850" v="246" actId="22"/>
        <pc:sldMkLst>
          <pc:docMk/>
          <pc:sldMk cId="2236394820" sldId="258"/>
        </pc:sldMkLst>
        <pc:spChg chg="mod">
          <ac:chgData name="Tania López" userId="77f58189-e01e-4d35-9d35-b5786e1d02a6" providerId="ADAL" clId="{64B2C4C1-811F-4B30-93A7-1554AA0DEDEC}" dt="2023-10-26T22:27:37.564" v="110"/>
          <ac:spMkLst>
            <pc:docMk/>
            <pc:sldMk cId="2236394820" sldId="258"/>
            <ac:spMk id="2" creationId="{508512DB-674F-09BC-A7E1-5F5673D528DC}"/>
          </ac:spMkLst>
        </pc:spChg>
        <pc:spChg chg="del">
          <ac:chgData name="Tania López" userId="77f58189-e01e-4d35-9d35-b5786e1d02a6" providerId="ADAL" clId="{64B2C4C1-811F-4B30-93A7-1554AA0DEDEC}" dt="2023-10-26T22:27:16.030" v="58" actId="478"/>
          <ac:spMkLst>
            <pc:docMk/>
            <pc:sldMk cId="2236394820" sldId="258"/>
            <ac:spMk id="3" creationId="{9EA46A17-E756-F7F7-3759-D1B06E01B185}"/>
          </ac:spMkLst>
        </pc:spChg>
        <pc:spChg chg="add del mod">
          <ac:chgData name="Tania López" userId="77f58189-e01e-4d35-9d35-b5786e1d02a6" providerId="ADAL" clId="{64B2C4C1-811F-4B30-93A7-1554AA0DEDEC}" dt="2023-10-26T22:27:21.292" v="62"/>
          <ac:spMkLst>
            <pc:docMk/>
            <pc:sldMk cId="2236394820" sldId="258"/>
            <ac:spMk id="4" creationId="{05924A7F-9CB7-836C-A9AF-30BB3517397C}"/>
          </ac:spMkLst>
        </pc:spChg>
        <pc:spChg chg="add del mod">
          <ac:chgData name="Tania López" userId="77f58189-e01e-4d35-9d35-b5786e1d02a6" providerId="ADAL" clId="{64B2C4C1-811F-4B30-93A7-1554AA0DEDEC}" dt="2023-10-26T22:27:21.292" v="62"/>
          <ac:spMkLst>
            <pc:docMk/>
            <pc:sldMk cId="2236394820" sldId="258"/>
            <ac:spMk id="5" creationId="{2B8266BA-4BAF-EA5E-8E25-FC5ED831DF93}"/>
          </ac:spMkLst>
        </pc:spChg>
        <pc:spChg chg="add del mod">
          <ac:chgData name="Tania López" userId="77f58189-e01e-4d35-9d35-b5786e1d02a6" providerId="ADAL" clId="{64B2C4C1-811F-4B30-93A7-1554AA0DEDEC}" dt="2023-10-26T22:27:21.292" v="62"/>
          <ac:spMkLst>
            <pc:docMk/>
            <pc:sldMk cId="2236394820" sldId="258"/>
            <ac:spMk id="6" creationId="{E607EE22-6944-EE4E-3A09-6B54FAF1D6F3}"/>
          </ac:spMkLst>
        </pc:spChg>
        <pc:spChg chg="add del mod">
          <ac:chgData name="Tania López" userId="77f58189-e01e-4d35-9d35-b5786e1d02a6" providerId="ADAL" clId="{64B2C4C1-811F-4B30-93A7-1554AA0DEDEC}" dt="2023-10-26T22:27:21.292" v="62"/>
          <ac:spMkLst>
            <pc:docMk/>
            <pc:sldMk cId="2236394820" sldId="258"/>
            <ac:spMk id="7" creationId="{55CE7E3C-A991-36BD-9643-D2AE7579F635}"/>
          </ac:spMkLst>
        </pc:spChg>
        <pc:spChg chg="add del mod">
          <ac:chgData name="Tania López" userId="77f58189-e01e-4d35-9d35-b5786e1d02a6" providerId="ADAL" clId="{64B2C4C1-811F-4B30-93A7-1554AA0DEDEC}" dt="2023-10-26T22:27:21.292" v="62"/>
          <ac:spMkLst>
            <pc:docMk/>
            <pc:sldMk cId="2236394820" sldId="258"/>
            <ac:spMk id="8" creationId="{65DFEE89-3B4A-B08A-9B7A-08F70E4A71A2}"/>
          </ac:spMkLst>
        </pc:spChg>
        <pc:spChg chg="add del mod">
          <ac:chgData name="Tania López" userId="77f58189-e01e-4d35-9d35-b5786e1d02a6" providerId="ADAL" clId="{64B2C4C1-811F-4B30-93A7-1554AA0DEDEC}" dt="2023-10-26T22:27:21.292" v="62"/>
          <ac:spMkLst>
            <pc:docMk/>
            <pc:sldMk cId="2236394820" sldId="258"/>
            <ac:spMk id="9" creationId="{22863ED8-CDAD-21F4-1308-F0A715115DC9}"/>
          </ac:spMkLst>
        </pc:spChg>
        <pc:spChg chg="add del mod">
          <ac:chgData name="Tania López" userId="77f58189-e01e-4d35-9d35-b5786e1d02a6" providerId="ADAL" clId="{64B2C4C1-811F-4B30-93A7-1554AA0DEDEC}" dt="2023-10-26T22:27:21.292" v="62"/>
          <ac:spMkLst>
            <pc:docMk/>
            <pc:sldMk cId="2236394820" sldId="258"/>
            <ac:spMk id="10" creationId="{DFD30819-2BC6-0E18-8071-83B086E09859}"/>
          </ac:spMkLst>
        </pc:spChg>
        <pc:spChg chg="add del mod">
          <ac:chgData name="Tania López" userId="77f58189-e01e-4d35-9d35-b5786e1d02a6" providerId="ADAL" clId="{64B2C4C1-811F-4B30-93A7-1554AA0DEDEC}" dt="2023-10-26T22:27:21.292" v="62"/>
          <ac:spMkLst>
            <pc:docMk/>
            <pc:sldMk cId="2236394820" sldId="258"/>
            <ac:spMk id="11" creationId="{CA26BE99-1C06-1318-BDD2-C890721A08C7}"/>
          </ac:spMkLst>
        </pc:spChg>
        <pc:spChg chg="add del mod">
          <ac:chgData name="Tania López" userId="77f58189-e01e-4d35-9d35-b5786e1d02a6" providerId="ADAL" clId="{64B2C4C1-811F-4B30-93A7-1554AA0DEDEC}" dt="2023-10-26T22:27:21.292" v="62"/>
          <ac:spMkLst>
            <pc:docMk/>
            <pc:sldMk cId="2236394820" sldId="258"/>
            <ac:spMk id="12" creationId="{4A237697-137A-5399-9B7D-0F452A28E6D8}"/>
          </ac:spMkLst>
        </pc:spChg>
        <pc:spChg chg="add del mod">
          <ac:chgData name="Tania López" userId="77f58189-e01e-4d35-9d35-b5786e1d02a6" providerId="ADAL" clId="{64B2C4C1-811F-4B30-93A7-1554AA0DEDEC}" dt="2023-10-26T22:27:21.292" v="62"/>
          <ac:spMkLst>
            <pc:docMk/>
            <pc:sldMk cId="2236394820" sldId="258"/>
            <ac:spMk id="13" creationId="{1D98141B-BAB7-2C50-3257-1A8FFE9DC686}"/>
          </ac:spMkLst>
        </pc:spChg>
        <pc:spChg chg="add del mod">
          <ac:chgData name="Tania López" userId="77f58189-e01e-4d35-9d35-b5786e1d02a6" providerId="ADAL" clId="{64B2C4C1-811F-4B30-93A7-1554AA0DEDEC}" dt="2023-10-26T22:27:21.292" v="62"/>
          <ac:spMkLst>
            <pc:docMk/>
            <pc:sldMk cId="2236394820" sldId="258"/>
            <ac:spMk id="14" creationId="{42C3FE49-00A9-F95B-2F88-F869BB69E428}"/>
          </ac:spMkLst>
        </pc:spChg>
        <pc:spChg chg="add del mod">
          <ac:chgData name="Tania López" userId="77f58189-e01e-4d35-9d35-b5786e1d02a6" providerId="ADAL" clId="{64B2C4C1-811F-4B30-93A7-1554AA0DEDEC}" dt="2023-10-26T22:27:21.292" v="62"/>
          <ac:spMkLst>
            <pc:docMk/>
            <pc:sldMk cId="2236394820" sldId="258"/>
            <ac:spMk id="15" creationId="{D77A45E1-0782-54CA-420C-A41478A3C28C}"/>
          </ac:spMkLst>
        </pc:spChg>
        <pc:spChg chg="add del mod">
          <ac:chgData name="Tania López" userId="77f58189-e01e-4d35-9d35-b5786e1d02a6" providerId="ADAL" clId="{64B2C4C1-811F-4B30-93A7-1554AA0DEDEC}" dt="2023-10-26T22:27:21.292" v="62"/>
          <ac:spMkLst>
            <pc:docMk/>
            <pc:sldMk cId="2236394820" sldId="258"/>
            <ac:spMk id="16" creationId="{F8A0F762-D744-9D68-4812-754AEE45F646}"/>
          </ac:spMkLst>
        </pc:spChg>
        <pc:spChg chg="add del mod">
          <ac:chgData name="Tania López" userId="77f58189-e01e-4d35-9d35-b5786e1d02a6" providerId="ADAL" clId="{64B2C4C1-811F-4B30-93A7-1554AA0DEDEC}" dt="2023-10-26T22:27:21.292" v="62"/>
          <ac:spMkLst>
            <pc:docMk/>
            <pc:sldMk cId="2236394820" sldId="258"/>
            <ac:spMk id="17" creationId="{AD3142AF-2E9B-E111-1C86-268D6AAE3648}"/>
          </ac:spMkLst>
        </pc:spChg>
        <pc:spChg chg="add del mod">
          <ac:chgData name="Tania López" userId="77f58189-e01e-4d35-9d35-b5786e1d02a6" providerId="ADAL" clId="{64B2C4C1-811F-4B30-93A7-1554AA0DEDEC}" dt="2023-10-26T22:27:21.292" v="62"/>
          <ac:spMkLst>
            <pc:docMk/>
            <pc:sldMk cId="2236394820" sldId="258"/>
            <ac:spMk id="18" creationId="{C1E86641-352D-CCEF-DE2C-2C67F0DC3B18}"/>
          </ac:spMkLst>
        </pc:spChg>
        <pc:spChg chg="add del mod">
          <ac:chgData name="Tania López" userId="77f58189-e01e-4d35-9d35-b5786e1d02a6" providerId="ADAL" clId="{64B2C4C1-811F-4B30-93A7-1554AA0DEDEC}" dt="2023-10-26T22:27:21.292" v="62"/>
          <ac:spMkLst>
            <pc:docMk/>
            <pc:sldMk cId="2236394820" sldId="258"/>
            <ac:spMk id="19" creationId="{A3B981F2-0C9D-8FC0-1C5C-857E134D45B4}"/>
          </ac:spMkLst>
        </pc:spChg>
        <pc:spChg chg="add del mod">
          <ac:chgData name="Tania López" userId="77f58189-e01e-4d35-9d35-b5786e1d02a6" providerId="ADAL" clId="{64B2C4C1-811F-4B30-93A7-1554AA0DEDEC}" dt="2023-10-26T22:27:21.292" v="62"/>
          <ac:spMkLst>
            <pc:docMk/>
            <pc:sldMk cId="2236394820" sldId="258"/>
            <ac:spMk id="20" creationId="{A2F8CA6F-F71E-4209-2E98-5127C2877D83}"/>
          </ac:spMkLst>
        </pc:spChg>
        <pc:spChg chg="add mod">
          <ac:chgData name="Tania López" userId="77f58189-e01e-4d35-9d35-b5786e1d02a6" providerId="ADAL" clId="{64B2C4C1-811F-4B30-93A7-1554AA0DEDEC}" dt="2023-10-26T22:27:49.990" v="128" actId="1037"/>
          <ac:spMkLst>
            <pc:docMk/>
            <pc:sldMk cId="2236394820" sldId="258"/>
            <ac:spMk id="21" creationId="{1A138152-CC9B-C608-42E4-C60AC7DD6199}"/>
          </ac:spMkLst>
        </pc:spChg>
        <pc:spChg chg="add mod">
          <ac:chgData name="Tania López" userId="77f58189-e01e-4d35-9d35-b5786e1d02a6" providerId="ADAL" clId="{64B2C4C1-811F-4B30-93A7-1554AA0DEDEC}" dt="2023-10-26T22:27:49.990" v="128" actId="1037"/>
          <ac:spMkLst>
            <pc:docMk/>
            <pc:sldMk cId="2236394820" sldId="258"/>
            <ac:spMk id="22" creationId="{BF0D5AC8-9819-7B4D-44D3-8E2831DD0819}"/>
          </ac:spMkLst>
        </pc:spChg>
        <pc:spChg chg="add mod">
          <ac:chgData name="Tania López" userId="77f58189-e01e-4d35-9d35-b5786e1d02a6" providerId="ADAL" clId="{64B2C4C1-811F-4B30-93A7-1554AA0DEDEC}" dt="2023-10-26T22:27:49.990" v="128" actId="1037"/>
          <ac:spMkLst>
            <pc:docMk/>
            <pc:sldMk cId="2236394820" sldId="258"/>
            <ac:spMk id="23" creationId="{0B13285F-E04D-9E5F-DC0D-20AFD03C91D2}"/>
          </ac:spMkLst>
        </pc:spChg>
        <pc:spChg chg="add mod">
          <ac:chgData name="Tania López" userId="77f58189-e01e-4d35-9d35-b5786e1d02a6" providerId="ADAL" clId="{64B2C4C1-811F-4B30-93A7-1554AA0DEDEC}" dt="2023-10-26T22:27:49.990" v="128" actId="1037"/>
          <ac:spMkLst>
            <pc:docMk/>
            <pc:sldMk cId="2236394820" sldId="258"/>
            <ac:spMk id="24" creationId="{72A33AD7-04D0-0580-0414-873D92A9428D}"/>
          </ac:spMkLst>
        </pc:spChg>
        <pc:spChg chg="add mod">
          <ac:chgData name="Tania López" userId="77f58189-e01e-4d35-9d35-b5786e1d02a6" providerId="ADAL" clId="{64B2C4C1-811F-4B30-93A7-1554AA0DEDEC}" dt="2023-10-26T22:27:49.990" v="128" actId="1037"/>
          <ac:spMkLst>
            <pc:docMk/>
            <pc:sldMk cId="2236394820" sldId="258"/>
            <ac:spMk id="25" creationId="{7221FBCD-68A6-5CDD-7DE9-80BA36ADEECA}"/>
          </ac:spMkLst>
        </pc:spChg>
        <pc:spChg chg="add mod">
          <ac:chgData name="Tania López" userId="77f58189-e01e-4d35-9d35-b5786e1d02a6" providerId="ADAL" clId="{64B2C4C1-811F-4B30-93A7-1554AA0DEDEC}" dt="2023-10-26T22:27:49.990" v="128" actId="1037"/>
          <ac:spMkLst>
            <pc:docMk/>
            <pc:sldMk cId="2236394820" sldId="258"/>
            <ac:spMk id="26" creationId="{6F423349-CC88-806E-7DBF-4C95B874CD6C}"/>
          </ac:spMkLst>
        </pc:spChg>
        <pc:spChg chg="add mod">
          <ac:chgData name="Tania López" userId="77f58189-e01e-4d35-9d35-b5786e1d02a6" providerId="ADAL" clId="{64B2C4C1-811F-4B30-93A7-1554AA0DEDEC}" dt="2023-10-26T22:27:49.990" v="128" actId="1037"/>
          <ac:spMkLst>
            <pc:docMk/>
            <pc:sldMk cId="2236394820" sldId="258"/>
            <ac:spMk id="27" creationId="{80CD2563-D303-E5D1-DBCB-9A2B2F8B3795}"/>
          </ac:spMkLst>
        </pc:spChg>
        <pc:spChg chg="add mod">
          <ac:chgData name="Tania López" userId="77f58189-e01e-4d35-9d35-b5786e1d02a6" providerId="ADAL" clId="{64B2C4C1-811F-4B30-93A7-1554AA0DEDEC}" dt="2023-10-26T22:27:49.990" v="128" actId="1037"/>
          <ac:spMkLst>
            <pc:docMk/>
            <pc:sldMk cId="2236394820" sldId="258"/>
            <ac:spMk id="28" creationId="{DD47FF70-5F39-C9E1-0D9C-366169C6A15D}"/>
          </ac:spMkLst>
        </pc:spChg>
        <pc:spChg chg="add mod">
          <ac:chgData name="Tania López" userId="77f58189-e01e-4d35-9d35-b5786e1d02a6" providerId="ADAL" clId="{64B2C4C1-811F-4B30-93A7-1554AA0DEDEC}" dt="2023-10-26T22:27:49.990" v="128" actId="1037"/>
          <ac:spMkLst>
            <pc:docMk/>
            <pc:sldMk cId="2236394820" sldId="258"/>
            <ac:spMk id="29" creationId="{0093BFBA-A336-A7EC-64DA-42EDBBACBE5E}"/>
          </ac:spMkLst>
        </pc:spChg>
        <pc:spChg chg="add mod">
          <ac:chgData name="Tania López" userId="77f58189-e01e-4d35-9d35-b5786e1d02a6" providerId="ADAL" clId="{64B2C4C1-811F-4B30-93A7-1554AA0DEDEC}" dt="2023-10-26T22:27:49.990" v="128" actId="1037"/>
          <ac:spMkLst>
            <pc:docMk/>
            <pc:sldMk cId="2236394820" sldId="258"/>
            <ac:spMk id="30" creationId="{FDFA1CFB-4719-80AB-06B1-66C4DD58EC3B}"/>
          </ac:spMkLst>
        </pc:spChg>
        <pc:spChg chg="add mod">
          <ac:chgData name="Tania López" userId="77f58189-e01e-4d35-9d35-b5786e1d02a6" providerId="ADAL" clId="{64B2C4C1-811F-4B30-93A7-1554AA0DEDEC}" dt="2023-10-26T22:27:49.990" v="128" actId="1037"/>
          <ac:spMkLst>
            <pc:docMk/>
            <pc:sldMk cId="2236394820" sldId="258"/>
            <ac:spMk id="31" creationId="{642C7D90-7F96-5B40-0D73-A8A2D2D9C4F2}"/>
          </ac:spMkLst>
        </pc:spChg>
        <pc:spChg chg="add mod">
          <ac:chgData name="Tania López" userId="77f58189-e01e-4d35-9d35-b5786e1d02a6" providerId="ADAL" clId="{64B2C4C1-811F-4B30-93A7-1554AA0DEDEC}" dt="2023-10-26T22:27:49.990" v="128" actId="1037"/>
          <ac:spMkLst>
            <pc:docMk/>
            <pc:sldMk cId="2236394820" sldId="258"/>
            <ac:spMk id="32" creationId="{46E167D6-E432-C0AC-9F2A-906DD1C046A2}"/>
          </ac:spMkLst>
        </pc:spChg>
        <pc:spChg chg="add mod">
          <ac:chgData name="Tania López" userId="77f58189-e01e-4d35-9d35-b5786e1d02a6" providerId="ADAL" clId="{64B2C4C1-811F-4B30-93A7-1554AA0DEDEC}" dt="2023-10-26T22:27:49.990" v="128" actId="1037"/>
          <ac:spMkLst>
            <pc:docMk/>
            <pc:sldMk cId="2236394820" sldId="258"/>
            <ac:spMk id="33" creationId="{86085321-AE1B-6B34-BD5B-927A7A3957DC}"/>
          </ac:spMkLst>
        </pc:spChg>
        <pc:spChg chg="add mod">
          <ac:chgData name="Tania López" userId="77f58189-e01e-4d35-9d35-b5786e1d02a6" providerId="ADAL" clId="{64B2C4C1-811F-4B30-93A7-1554AA0DEDEC}" dt="2023-10-26T22:27:49.990" v="128" actId="1037"/>
          <ac:spMkLst>
            <pc:docMk/>
            <pc:sldMk cId="2236394820" sldId="258"/>
            <ac:spMk id="34" creationId="{1F5CB61B-577C-7C26-1F1B-529DDD1B0EF3}"/>
          </ac:spMkLst>
        </pc:spChg>
        <pc:spChg chg="add mod">
          <ac:chgData name="Tania López" userId="77f58189-e01e-4d35-9d35-b5786e1d02a6" providerId="ADAL" clId="{64B2C4C1-811F-4B30-93A7-1554AA0DEDEC}" dt="2023-10-26T22:27:49.990" v="128" actId="1037"/>
          <ac:spMkLst>
            <pc:docMk/>
            <pc:sldMk cId="2236394820" sldId="258"/>
            <ac:spMk id="35" creationId="{75B75D94-5922-76A1-F437-6B82C92B7726}"/>
          </ac:spMkLst>
        </pc:spChg>
        <pc:spChg chg="add mod">
          <ac:chgData name="Tania López" userId="77f58189-e01e-4d35-9d35-b5786e1d02a6" providerId="ADAL" clId="{64B2C4C1-811F-4B30-93A7-1554AA0DEDEC}" dt="2023-10-26T22:27:49.990" v="128" actId="1037"/>
          <ac:spMkLst>
            <pc:docMk/>
            <pc:sldMk cId="2236394820" sldId="258"/>
            <ac:spMk id="36" creationId="{9B47EEC6-60B6-5CA3-95BE-C9A40E571B21}"/>
          </ac:spMkLst>
        </pc:spChg>
        <pc:spChg chg="add mod">
          <ac:chgData name="Tania López" userId="77f58189-e01e-4d35-9d35-b5786e1d02a6" providerId="ADAL" clId="{64B2C4C1-811F-4B30-93A7-1554AA0DEDEC}" dt="2023-10-26T22:31:56.976" v="192" actId="1076"/>
          <ac:spMkLst>
            <pc:docMk/>
            <pc:sldMk cId="2236394820" sldId="258"/>
            <ac:spMk id="37" creationId="{2DF14AC6-BEC4-9402-B8F1-42E96125AC3C}"/>
          </ac:spMkLst>
        </pc:spChg>
        <pc:spChg chg="add mod">
          <ac:chgData name="Tania López" userId="77f58189-e01e-4d35-9d35-b5786e1d02a6" providerId="ADAL" clId="{64B2C4C1-811F-4B30-93A7-1554AA0DEDEC}" dt="2023-10-26T22:34:06.656" v="243" actId="404"/>
          <ac:spMkLst>
            <pc:docMk/>
            <pc:sldMk cId="2236394820" sldId="258"/>
            <ac:spMk id="38" creationId="{226AD815-46C1-A5C0-8EF0-FA28CECD8FC0}"/>
          </ac:spMkLst>
        </pc:spChg>
        <pc:spChg chg="add mod">
          <ac:chgData name="Tania López" userId="77f58189-e01e-4d35-9d35-b5786e1d02a6" providerId="ADAL" clId="{64B2C4C1-811F-4B30-93A7-1554AA0DEDEC}" dt="2023-10-26T22:34:03.059" v="242" actId="404"/>
          <ac:spMkLst>
            <pc:docMk/>
            <pc:sldMk cId="2236394820" sldId="258"/>
            <ac:spMk id="41" creationId="{B7F65FD5-72A0-9CFF-6490-0FCB2587FFCB}"/>
          </ac:spMkLst>
        </pc:spChg>
        <pc:spChg chg="add del mod">
          <ac:chgData name="Tania López" userId="77f58189-e01e-4d35-9d35-b5786e1d02a6" providerId="ADAL" clId="{64B2C4C1-811F-4B30-93A7-1554AA0DEDEC}" dt="2023-10-26T22:33:07.197" v="225" actId="14100"/>
          <ac:spMkLst>
            <pc:docMk/>
            <pc:sldMk cId="2236394820" sldId="258"/>
            <ac:spMk id="50" creationId="{FA6CB12F-BF7F-138F-C904-92B085B4B5ED}"/>
          </ac:spMkLst>
        </pc:spChg>
        <pc:spChg chg="add mod">
          <ac:chgData name="Tania López" userId="77f58189-e01e-4d35-9d35-b5786e1d02a6" providerId="ADAL" clId="{64B2C4C1-811F-4B30-93A7-1554AA0DEDEC}" dt="2023-10-26T22:34:12.501" v="244" actId="404"/>
          <ac:spMkLst>
            <pc:docMk/>
            <pc:sldMk cId="2236394820" sldId="258"/>
            <ac:spMk id="53" creationId="{538471E3-4150-3962-A780-5CBCECC3FE45}"/>
          </ac:spMkLst>
        </pc:spChg>
        <pc:spChg chg="add del">
          <ac:chgData name="Tania López" userId="77f58189-e01e-4d35-9d35-b5786e1d02a6" providerId="ADAL" clId="{64B2C4C1-811F-4B30-93A7-1554AA0DEDEC}" dt="2023-10-26T22:38:54.850" v="246" actId="22"/>
          <ac:spMkLst>
            <pc:docMk/>
            <pc:sldMk cId="2236394820" sldId="258"/>
            <ac:spMk id="56" creationId="{08523911-65A9-AD98-52A3-12F49709BE9E}"/>
          </ac:spMkLst>
        </pc:spChg>
        <pc:cxnChg chg="add mod">
          <ac:chgData name="Tania López" userId="77f58189-e01e-4d35-9d35-b5786e1d02a6" providerId="ADAL" clId="{64B2C4C1-811F-4B30-93A7-1554AA0DEDEC}" dt="2023-10-26T22:31:22.486" v="189" actId="14100"/>
          <ac:cxnSpMkLst>
            <pc:docMk/>
            <pc:sldMk cId="2236394820" sldId="258"/>
            <ac:cxnSpMk id="40" creationId="{C0E301AA-334F-0F10-B1D3-D1840E537FC1}"/>
          </ac:cxnSpMkLst>
        </pc:cxnChg>
        <pc:cxnChg chg="add mod">
          <ac:chgData name="Tania López" userId="77f58189-e01e-4d35-9d35-b5786e1d02a6" providerId="ADAL" clId="{64B2C4C1-811F-4B30-93A7-1554AA0DEDEC}" dt="2023-10-26T22:31:31.984" v="191" actId="14100"/>
          <ac:cxnSpMkLst>
            <pc:docMk/>
            <pc:sldMk cId="2236394820" sldId="258"/>
            <ac:cxnSpMk id="42" creationId="{0DCB402C-8101-79B8-8DB3-490673B17FB5}"/>
          </ac:cxnSpMkLst>
        </pc:cxnChg>
        <pc:cxnChg chg="add mod">
          <ac:chgData name="Tania López" userId="77f58189-e01e-4d35-9d35-b5786e1d02a6" providerId="ADAL" clId="{64B2C4C1-811F-4B30-93A7-1554AA0DEDEC}" dt="2023-10-26T22:32:03.791" v="195" actId="14100"/>
          <ac:cxnSpMkLst>
            <pc:docMk/>
            <pc:sldMk cId="2236394820" sldId="258"/>
            <ac:cxnSpMk id="47" creationId="{6D44EBA1-B1C3-4254-84B3-F7022AE72F35}"/>
          </ac:cxnSpMkLst>
        </pc:cxnChg>
        <pc:cxnChg chg="add del mod">
          <ac:chgData name="Tania López" userId="77f58189-e01e-4d35-9d35-b5786e1d02a6" providerId="ADAL" clId="{64B2C4C1-811F-4B30-93A7-1554AA0DEDEC}" dt="2023-10-26T22:32:08.613" v="198" actId="478"/>
          <ac:cxnSpMkLst>
            <pc:docMk/>
            <pc:sldMk cId="2236394820" sldId="258"/>
            <ac:cxnSpMk id="49" creationId="{A6423ADA-1203-018B-C7EE-C2828E770FB1}"/>
          </ac:cxnSpMkLst>
        </pc:cxnChg>
        <pc:cxnChg chg="add mod">
          <ac:chgData name="Tania López" userId="77f58189-e01e-4d35-9d35-b5786e1d02a6" providerId="ADAL" clId="{64B2C4C1-811F-4B30-93A7-1554AA0DEDEC}" dt="2023-10-26T22:33:49.217" v="239" actId="14100"/>
          <ac:cxnSpMkLst>
            <pc:docMk/>
            <pc:sldMk cId="2236394820" sldId="258"/>
            <ac:cxnSpMk id="51" creationId="{EE55B98F-840F-0E55-C56A-5B99D6A184A7}"/>
          </ac:cxnSpMkLst>
        </pc:cxnChg>
      </pc:sldChg>
      <pc:sldChg chg="modSp new mod">
        <pc:chgData name="Tania López" userId="77f58189-e01e-4d35-9d35-b5786e1d02a6" providerId="ADAL" clId="{64B2C4C1-811F-4B30-93A7-1554AA0DEDEC}" dt="2023-10-26T23:17:16.965" v="668" actId="790"/>
        <pc:sldMkLst>
          <pc:docMk/>
          <pc:sldMk cId="1444572086" sldId="259"/>
        </pc:sldMkLst>
        <pc:spChg chg="mod">
          <ac:chgData name="Tania López" userId="77f58189-e01e-4d35-9d35-b5786e1d02a6" providerId="ADAL" clId="{64B2C4C1-811F-4B30-93A7-1554AA0DEDEC}" dt="2023-10-26T22:40:23.379" v="277" actId="20577"/>
          <ac:spMkLst>
            <pc:docMk/>
            <pc:sldMk cId="1444572086" sldId="259"/>
            <ac:spMk id="2" creationId="{B1C5F5C5-1BB6-0111-3797-0F617A2A704D}"/>
          </ac:spMkLst>
        </pc:spChg>
        <pc:spChg chg="mod">
          <ac:chgData name="Tania López" userId="77f58189-e01e-4d35-9d35-b5786e1d02a6" providerId="ADAL" clId="{64B2C4C1-811F-4B30-93A7-1554AA0DEDEC}" dt="2023-10-26T23:17:16.965" v="668" actId="790"/>
          <ac:spMkLst>
            <pc:docMk/>
            <pc:sldMk cId="1444572086" sldId="259"/>
            <ac:spMk id="3" creationId="{778AD678-769D-7C47-F25D-1231F956360A}"/>
          </ac:spMkLst>
        </pc:spChg>
      </pc:sldChg>
      <pc:sldChg chg="del">
        <pc:chgData name="Tania López" userId="77f58189-e01e-4d35-9d35-b5786e1d02a6" providerId="ADAL" clId="{64B2C4C1-811F-4B30-93A7-1554AA0DEDEC}" dt="2023-10-26T21:54:07.859" v="13" actId="47"/>
        <pc:sldMkLst>
          <pc:docMk/>
          <pc:sldMk cId="1450272006" sldId="260"/>
        </pc:sldMkLst>
      </pc:sldChg>
      <pc:sldChg chg="modSp new mod">
        <pc:chgData name="Tania López" userId="77f58189-e01e-4d35-9d35-b5786e1d02a6" providerId="ADAL" clId="{64B2C4C1-811F-4B30-93A7-1554AA0DEDEC}" dt="2023-10-26T22:40:17.473" v="273" actId="20577"/>
        <pc:sldMkLst>
          <pc:docMk/>
          <pc:sldMk cId="3482174240" sldId="260"/>
        </pc:sldMkLst>
        <pc:spChg chg="mod">
          <ac:chgData name="Tania López" userId="77f58189-e01e-4d35-9d35-b5786e1d02a6" providerId="ADAL" clId="{64B2C4C1-811F-4B30-93A7-1554AA0DEDEC}" dt="2023-10-26T22:40:17.473" v="273" actId="20577"/>
          <ac:spMkLst>
            <pc:docMk/>
            <pc:sldMk cId="3482174240" sldId="260"/>
            <ac:spMk id="2" creationId="{337A5549-6CD6-F109-23DB-1A3A2AE79221}"/>
          </ac:spMkLst>
        </pc:spChg>
        <pc:spChg chg="mod">
          <ac:chgData name="Tania López" userId="77f58189-e01e-4d35-9d35-b5786e1d02a6" providerId="ADAL" clId="{64B2C4C1-811F-4B30-93A7-1554AA0DEDEC}" dt="2023-10-26T22:40:04.142" v="268" actId="114"/>
          <ac:spMkLst>
            <pc:docMk/>
            <pc:sldMk cId="3482174240" sldId="260"/>
            <ac:spMk id="3" creationId="{84E1C3F4-8B13-15BF-5561-C0EF85D959D2}"/>
          </ac:spMkLst>
        </pc:spChg>
      </pc:sldChg>
      <pc:sldChg chg="addSp delSp modSp new mod">
        <pc:chgData name="Tania López" userId="77f58189-e01e-4d35-9d35-b5786e1d02a6" providerId="ADAL" clId="{64B2C4C1-811F-4B30-93A7-1554AA0DEDEC}" dt="2023-10-26T22:41:26.060" v="315" actId="20577"/>
        <pc:sldMkLst>
          <pc:docMk/>
          <pc:sldMk cId="2312892364" sldId="261"/>
        </pc:sldMkLst>
        <pc:spChg chg="mod">
          <ac:chgData name="Tania López" userId="77f58189-e01e-4d35-9d35-b5786e1d02a6" providerId="ADAL" clId="{64B2C4C1-811F-4B30-93A7-1554AA0DEDEC}" dt="2023-10-26T22:41:26.060" v="315" actId="20577"/>
          <ac:spMkLst>
            <pc:docMk/>
            <pc:sldMk cId="2312892364" sldId="261"/>
            <ac:spMk id="2" creationId="{F5E37E07-400A-4188-EB86-3D4EFDD32D6C}"/>
          </ac:spMkLst>
        </pc:spChg>
        <pc:spChg chg="del">
          <ac:chgData name="Tania López" userId="77f58189-e01e-4d35-9d35-b5786e1d02a6" providerId="ADAL" clId="{64B2C4C1-811F-4B30-93A7-1554AA0DEDEC}" dt="2023-10-26T22:41:05.659" v="279" actId="478"/>
          <ac:spMkLst>
            <pc:docMk/>
            <pc:sldMk cId="2312892364" sldId="261"/>
            <ac:spMk id="3" creationId="{F1FF0F20-9F76-07A3-36AD-296A8DDF1D4E}"/>
          </ac:spMkLst>
        </pc:spChg>
        <pc:spChg chg="add del mod">
          <ac:chgData name="Tania López" userId="77f58189-e01e-4d35-9d35-b5786e1d02a6" providerId="ADAL" clId="{64B2C4C1-811F-4B30-93A7-1554AA0DEDEC}" dt="2023-10-26T22:41:16.829" v="285"/>
          <ac:spMkLst>
            <pc:docMk/>
            <pc:sldMk cId="2312892364" sldId="261"/>
            <ac:spMk id="4" creationId="{38FB05F7-9E9D-650C-C0B5-256F43A5E219}"/>
          </ac:spMkLst>
        </pc:spChg>
        <pc:spChg chg="add del mod">
          <ac:chgData name="Tania López" userId="77f58189-e01e-4d35-9d35-b5786e1d02a6" providerId="ADAL" clId="{64B2C4C1-811F-4B30-93A7-1554AA0DEDEC}" dt="2023-10-26T22:41:16.829" v="285"/>
          <ac:spMkLst>
            <pc:docMk/>
            <pc:sldMk cId="2312892364" sldId="261"/>
            <ac:spMk id="5" creationId="{291A6E26-D12E-3CB1-3D42-41AA8CA7B85E}"/>
          </ac:spMkLst>
        </pc:spChg>
        <pc:spChg chg="add del mod">
          <ac:chgData name="Tania López" userId="77f58189-e01e-4d35-9d35-b5786e1d02a6" providerId="ADAL" clId="{64B2C4C1-811F-4B30-93A7-1554AA0DEDEC}" dt="2023-10-26T22:41:16.829" v="285"/>
          <ac:spMkLst>
            <pc:docMk/>
            <pc:sldMk cId="2312892364" sldId="261"/>
            <ac:spMk id="6" creationId="{CD153AC3-F2E9-6810-9AFC-7751826BE3D1}"/>
          </ac:spMkLst>
        </pc:spChg>
        <pc:spChg chg="add del mod">
          <ac:chgData name="Tania López" userId="77f58189-e01e-4d35-9d35-b5786e1d02a6" providerId="ADAL" clId="{64B2C4C1-811F-4B30-93A7-1554AA0DEDEC}" dt="2023-10-26T22:41:16.829" v="285"/>
          <ac:spMkLst>
            <pc:docMk/>
            <pc:sldMk cId="2312892364" sldId="261"/>
            <ac:spMk id="7" creationId="{7EB5458B-7ECD-A40A-F1AC-29B8E5F94A19}"/>
          </ac:spMkLst>
        </pc:spChg>
        <pc:spChg chg="add del mod">
          <ac:chgData name="Tania López" userId="77f58189-e01e-4d35-9d35-b5786e1d02a6" providerId="ADAL" clId="{64B2C4C1-811F-4B30-93A7-1554AA0DEDEC}" dt="2023-10-26T22:41:16.829" v="285"/>
          <ac:spMkLst>
            <pc:docMk/>
            <pc:sldMk cId="2312892364" sldId="261"/>
            <ac:spMk id="8" creationId="{778A1921-74D3-D378-4A91-E5B23D74C814}"/>
          </ac:spMkLst>
        </pc:spChg>
        <pc:spChg chg="add del mod">
          <ac:chgData name="Tania López" userId="77f58189-e01e-4d35-9d35-b5786e1d02a6" providerId="ADAL" clId="{64B2C4C1-811F-4B30-93A7-1554AA0DEDEC}" dt="2023-10-26T22:41:16.829" v="285"/>
          <ac:spMkLst>
            <pc:docMk/>
            <pc:sldMk cId="2312892364" sldId="261"/>
            <ac:spMk id="9" creationId="{73BDB72B-1B74-D50F-2ED1-DB3015A49FAA}"/>
          </ac:spMkLst>
        </pc:spChg>
        <pc:spChg chg="add del mod">
          <ac:chgData name="Tania López" userId="77f58189-e01e-4d35-9d35-b5786e1d02a6" providerId="ADAL" clId="{64B2C4C1-811F-4B30-93A7-1554AA0DEDEC}" dt="2023-10-26T22:41:16.829" v="285"/>
          <ac:spMkLst>
            <pc:docMk/>
            <pc:sldMk cId="2312892364" sldId="261"/>
            <ac:spMk id="10" creationId="{9BD80501-0587-ECED-4525-81585F0206FC}"/>
          </ac:spMkLst>
        </pc:spChg>
        <pc:spChg chg="add del mod">
          <ac:chgData name="Tania López" userId="77f58189-e01e-4d35-9d35-b5786e1d02a6" providerId="ADAL" clId="{64B2C4C1-811F-4B30-93A7-1554AA0DEDEC}" dt="2023-10-26T22:41:16.829" v="285"/>
          <ac:spMkLst>
            <pc:docMk/>
            <pc:sldMk cId="2312892364" sldId="261"/>
            <ac:spMk id="11" creationId="{9EFD90F9-9D8F-B6A2-1079-A9E3EC4881A7}"/>
          </ac:spMkLst>
        </pc:spChg>
        <pc:spChg chg="add del mod">
          <ac:chgData name="Tania López" userId="77f58189-e01e-4d35-9d35-b5786e1d02a6" providerId="ADAL" clId="{64B2C4C1-811F-4B30-93A7-1554AA0DEDEC}" dt="2023-10-26T22:41:16.829" v="285"/>
          <ac:spMkLst>
            <pc:docMk/>
            <pc:sldMk cId="2312892364" sldId="261"/>
            <ac:spMk id="12" creationId="{CFDB660B-4FC1-ACCB-444B-E9C7BE1FF898}"/>
          </ac:spMkLst>
        </pc:spChg>
        <pc:spChg chg="add del mod">
          <ac:chgData name="Tania López" userId="77f58189-e01e-4d35-9d35-b5786e1d02a6" providerId="ADAL" clId="{64B2C4C1-811F-4B30-93A7-1554AA0DEDEC}" dt="2023-10-26T22:41:16.829" v="285"/>
          <ac:spMkLst>
            <pc:docMk/>
            <pc:sldMk cId="2312892364" sldId="261"/>
            <ac:spMk id="13" creationId="{A22A2757-FA31-3C3B-F445-B1F7C8CAF2FE}"/>
          </ac:spMkLst>
        </pc:spChg>
        <pc:spChg chg="add del mod">
          <ac:chgData name="Tania López" userId="77f58189-e01e-4d35-9d35-b5786e1d02a6" providerId="ADAL" clId="{64B2C4C1-811F-4B30-93A7-1554AA0DEDEC}" dt="2023-10-26T22:41:16.829" v="285"/>
          <ac:spMkLst>
            <pc:docMk/>
            <pc:sldMk cId="2312892364" sldId="261"/>
            <ac:spMk id="14" creationId="{864F41F7-0EBC-3930-2352-179F871788C2}"/>
          </ac:spMkLst>
        </pc:spChg>
        <pc:spChg chg="add del mod">
          <ac:chgData name="Tania López" userId="77f58189-e01e-4d35-9d35-b5786e1d02a6" providerId="ADAL" clId="{64B2C4C1-811F-4B30-93A7-1554AA0DEDEC}" dt="2023-10-26T22:41:16.829" v="285"/>
          <ac:spMkLst>
            <pc:docMk/>
            <pc:sldMk cId="2312892364" sldId="261"/>
            <ac:spMk id="15" creationId="{1D59F146-D8C0-C4C4-FEC1-381909C8D883}"/>
          </ac:spMkLst>
        </pc:spChg>
        <pc:spChg chg="add del mod">
          <ac:chgData name="Tania López" userId="77f58189-e01e-4d35-9d35-b5786e1d02a6" providerId="ADAL" clId="{64B2C4C1-811F-4B30-93A7-1554AA0DEDEC}" dt="2023-10-26T22:41:16.829" v="285"/>
          <ac:spMkLst>
            <pc:docMk/>
            <pc:sldMk cId="2312892364" sldId="261"/>
            <ac:spMk id="16" creationId="{12336A8F-BCBA-CA61-D841-956C5460530F}"/>
          </ac:spMkLst>
        </pc:spChg>
        <pc:spChg chg="add del mod">
          <ac:chgData name="Tania López" userId="77f58189-e01e-4d35-9d35-b5786e1d02a6" providerId="ADAL" clId="{64B2C4C1-811F-4B30-93A7-1554AA0DEDEC}" dt="2023-10-26T22:41:16.829" v="285"/>
          <ac:spMkLst>
            <pc:docMk/>
            <pc:sldMk cId="2312892364" sldId="261"/>
            <ac:spMk id="17" creationId="{A70C24A7-9DA8-B425-57FE-DC803C3F580F}"/>
          </ac:spMkLst>
        </pc:spChg>
        <pc:spChg chg="add del mod">
          <ac:chgData name="Tania López" userId="77f58189-e01e-4d35-9d35-b5786e1d02a6" providerId="ADAL" clId="{64B2C4C1-811F-4B30-93A7-1554AA0DEDEC}" dt="2023-10-26T22:41:16.829" v="285"/>
          <ac:spMkLst>
            <pc:docMk/>
            <pc:sldMk cId="2312892364" sldId="261"/>
            <ac:spMk id="18" creationId="{0C1A3879-94A1-F9B0-B51E-BBEC6B7DFA79}"/>
          </ac:spMkLst>
        </pc:spChg>
        <pc:spChg chg="add del mod">
          <ac:chgData name="Tania López" userId="77f58189-e01e-4d35-9d35-b5786e1d02a6" providerId="ADAL" clId="{64B2C4C1-811F-4B30-93A7-1554AA0DEDEC}" dt="2023-10-26T22:41:16.829" v="285"/>
          <ac:spMkLst>
            <pc:docMk/>
            <pc:sldMk cId="2312892364" sldId="261"/>
            <ac:spMk id="19" creationId="{A333AF31-6C46-91C6-C3C8-47FDC8269521}"/>
          </ac:spMkLst>
        </pc:spChg>
        <pc:spChg chg="add mod">
          <ac:chgData name="Tania López" userId="77f58189-e01e-4d35-9d35-b5786e1d02a6" providerId="ADAL" clId="{64B2C4C1-811F-4B30-93A7-1554AA0DEDEC}" dt="2023-10-26T22:41:18.741" v="312" actId="1038"/>
          <ac:spMkLst>
            <pc:docMk/>
            <pc:sldMk cId="2312892364" sldId="261"/>
            <ac:spMk id="20" creationId="{4304F653-4249-BED3-CBC3-1D8249CD2B42}"/>
          </ac:spMkLst>
        </pc:spChg>
        <pc:spChg chg="add mod">
          <ac:chgData name="Tania López" userId="77f58189-e01e-4d35-9d35-b5786e1d02a6" providerId="ADAL" clId="{64B2C4C1-811F-4B30-93A7-1554AA0DEDEC}" dt="2023-10-26T22:41:18.741" v="312" actId="1038"/>
          <ac:spMkLst>
            <pc:docMk/>
            <pc:sldMk cId="2312892364" sldId="261"/>
            <ac:spMk id="21" creationId="{14E70C11-488A-1C71-A06F-1CD39DE2B785}"/>
          </ac:spMkLst>
        </pc:spChg>
        <pc:spChg chg="add mod">
          <ac:chgData name="Tania López" userId="77f58189-e01e-4d35-9d35-b5786e1d02a6" providerId="ADAL" clId="{64B2C4C1-811F-4B30-93A7-1554AA0DEDEC}" dt="2023-10-26T22:41:18.741" v="312" actId="1038"/>
          <ac:spMkLst>
            <pc:docMk/>
            <pc:sldMk cId="2312892364" sldId="261"/>
            <ac:spMk id="22" creationId="{AA47F7D7-BF83-E500-3792-B0A99298EFD0}"/>
          </ac:spMkLst>
        </pc:spChg>
        <pc:spChg chg="add mod">
          <ac:chgData name="Tania López" userId="77f58189-e01e-4d35-9d35-b5786e1d02a6" providerId="ADAL" clId="{64B2C4C1-811F-4B30-93A7-1554AA0DEDEC}" dt="2023-10-26T22:41:18.741" v="312" actId="1038"/>
          <ac:spMkLst>
            <pc:docMk/>
            <pc:sldMk cId="2312892364" sldId="261"/>
            <ac:spMk id="23" creationId="{49D80BB1-AA68-782B-1D64-4FCE0FD1798D}"/>
          </ac:spMkLst>
        </pc:spChg>
        <pc:spChg chg="add mod">
          <ac:chgData name="Tania López" userId="77f58189-e01e-4d35-9d35-b5786e1d02a6" providerId="ADAL" clId="{64B2C4C1-811F-4B30-93A7-1554AA0DEDEC}" dt="2023-10-26T22:41:18.741" v="312" actId="1038"/>
          <ac:spMkLst>
            <pc:docMk/>
            <pc:sldMk cId="2312892364" sldId="261"/>
            <ac:spMk id="24" creationId="{5DDA8ABB-4400-34FE-AC0C-4C72A0FC2960}"/>
          </ac:spMkLst>
        </pc:spChg>
        <pc:spChg chg="add mod">
          <ac:chgData name="Tania López" userId="77f58189-e01e-4d35-9d35-b5786e1d02a6" providerId="ADAL" clId="{64B2C4C1-811F-4B30-93A7-1554AA0DEDEC}" dt="2023-10-26T22:41:18.741" v="312" actId="1038"/>
          <ac:spMkLst>
            <pc:docMk/>
            <pc:sldMk cId="2312892364" sldId="261"/>
            <ac:spMk id="25" creationId="{4B6F26B1-07C1-CA97-E5D8-33D7F3B4C82E}"/>
          </ac:spMkLst>
        </pc:spChg>
        <pc:spChg chg="add mod">
          <ac:chgData name="Tania López" userId="77f58189-e01e-4d35-9d35-b5786e1d02a6" providerId="ADAL" clId="{64B2C4C1-811F-4B30-93A7-1554AA0DEDEC}" dt="2023-10-26T22:41:18.741" v="312" actId="1038"/>
          <ac:spMkLst>
            <pc:docMk/>
            <pc:sldMk cId="2312892364" sldId="261"/>
            <ac:spMk id="26" creationId="{E3267F5E-0E99-7965-D5ED-418232252CE1}"/>
          </ac:spMkLst>
        </pc:spChg>
        <pc:spChg chg="add mod">
          <ac:chgData name="Tania López" userId="77f58189-e01e-4d35-9d35-b5786e1d02a6" providerId="ADAL" clId="{64B2C4C1-811F-4B30-93A7-1554AA0DEDEC}" dt="2023-10-26T22:41:18.741" v="312" actId="1038"/>
          <ac:spMkLst>
            <pc:docMk/>
            <pc:sldMk cId="2312892364" sldId="261"/>
            <ac:spMk id="27" creationId="{E03DE909-2598-AB27-55EB-843BD64FB642}"/>
          </ac:spMkLst>
        </pc:spChg>
        <pc:spChg chg="add mod">
          <ac:chgData name="Tania López" userId="77f58189-e01e-4d35-9d35-b5786e1d02a6" providerId="ADAL" clId="{64B2C4C1-811F-4B30-93A7-1554AA0DEDEC}" dt="2023-10-26T22:41:18.741" v="312" actId="1038"/>
          <ac:spMkLst>
            <pc:docMk/>
            <pc:sldMk cId="2312892364" sldId="261"/>
            <ac:spMk id="28" creationId="{BD400D14-C219-31C0-25F7-A45361C15629}"/>
          </ac:spMkLst>
        </pc:spChg>
        <pc:spChg chg="add mod">
          <ac:chgData name="Tania López" userId="77f58189-e01e-4d35-9d35-b5786e1d02a6" providerId="ADAL" clId="{64B2C4C1-811F-4B30-93A7-1554AA0DEDEC}" dt="2023-10-26T22:41:18.741" v="312" actId="1038"/>
          <ac:spMkLst>
            <pc:docMk/>
            <pc:sldMk cId="2312892364" sldId="261"/>
            <ac:spMk id="29" creationId="{52F4AAB6-A54F-E496-C853-DC5EBA85F8FB}"/>
          </ac:spMkLst>
        </pc:spChg>
        <pc:spChg chg="add mod">
          <ac:chgData name="Tania López" userId="77f58189-e01e-4d35-9d35-b5786e1d02a6" providerId="ADAL" clId="{64B2C4C1-811F-4B30-93A7-1554AA0DEDEC}" dt="2023-10-26T22:41:18.741" v="312" actId="1038"/>
          <ac:spMkLst>
            <pc:docMk/>
            <pc:sldMk cId="2312892364" sldId="261"/>
            <ac:spMk id="30" creationId="{7DABD1CD-2FD2-4774-7F3D-C2403BE8F9B1}"/>
          </ac:spMkLst>
        </pc:spChg>
        <pc:spChg chg="add mod">
          <ac:chgData name="Tania López" userId="77f58189-e01e-4d35-9d35-b5786e1d02a6" providerId="ADAL" clId="{64B2C4C1-811F-4B30-93A7-1554AA0DEDEC}" dt="2023-10-26T22:41:18.741" v="312" actId="1038"/>
          <ac:spMkLst>
            <pc:docMk/>
            <pc:sldMk cId="2312892364" sldId="261"/>
            <ac:spMk id="31" creationId="{E332ABAE-C06F-412F-7A80-6E89C72E3F7A}"/>
          </ac:spMkLst>
        </pc:spChg>
        <pc:spChg chg="add mod">
          <ac:chgData name="Tania López" userId="77f58189-e01e-4d35-9d35-b5786e1d02a6" providerId="ADAL" clId="{64B2C4C1-811F-4B30-93A7-1554AA0DEDEC}" dt="2023-10-26T22:41:18.741" v="312" actId="1038"/>
          <ac:spMkLst>
            <pc:docMk/>
            <pc:sldMk cId="2312892364" sldId="261"/>
            <ac:spMk id="32" creationId="{1190AB5D-0F2B-9833-67AB-389722499BD4}"/>
          </ac:spMkLst>
        </pc:spChg>
        <pc:spChg chg="add mod">
          <ac:chgData name="Tania López" userId="77f58189-e01e-4d35-9d35-b5786e1d02a6" providerId="ADAL" clId="{64B2C4C1-811F-4B30-93A7-1554AA0DEDEC}" dt="2023-10-26T22:41:18.741" v="312" actId="1038"/>
          <ac:spMkLst>
            <pc:docMk/>
            <pc:sldMk cId="2312892364" sldId="261"/>
            <ac:spMk id="33" creationId="{BFD8ABD0-1272-B9CB-F566-E93E472A94D7}"/>
          </ac:spMkLst>
        </pc:spChg>
        <pc:spChg chg="add mod">
          <ac:chgData name="Tania López" userId="77f58189-e01e-4d35-9d35-b5786e1d02a6" providerId="ADAL" clId="{64B2C4C1-811F-4B30-93A7-1554AA0DEDEC}" dt="2023-10-26T22:41:18.741" v="312" actId="1038"/>
          <ac:spMkLst>
            <pc:docMk/>
            <pc:sldMk cId="2312892364" sldId="261"/>
            <ac:spMk id="34" creationId="{179ACE8D-55F9-2038-48E7-D82BDF1DF949}"/>
          </ac:spMkLst>
        </pc:spChg>
        <pc:spChg chg="add mod">
          <ac:chgData name="Tania López" userId="77f58189-e01e-4d35-9d35-b5786e1d02a6" providerId="ADAL" clId="{64B2C4C1-811F-4B30-93A7-1554AA0DEDEC}" dt="2023-10-26T22:41:18.741" v="312" actId="1038"/>
          <ac:spMkLst>
            <pc:docMk/>
            <pc:sldMk cId="2312892364" sldId="261"/>
            <ac:spMk id="35" creationId="{6DDC40DF-B376-7C95-9833-91165D5C9CE6}"/>
          </ac:spMkLst>
        </pc:spChg>
      </pc:sldChg>
      <pc:sldChg chg="modSp new mod">
        <pc:chgData name="Tania López" userId="77f58189-e01e-4d35-9d35-b5786e1d02a6" providerId="ADAL" clId="{64B2C4C1-811F-4B30-93A7-1554AA0DEDEC}" dt="2023-10-26T22:42:11.892" v="336" actId="20577"/>
        <pc:sldMkLst>
          <pc:docMk/>
          <pc:sldMk cId="3650269460" sldId="262"/>
        </pc:sldMkLst>
        <pc:spChg chg="mod">
          <ac:chgData name="Tania López" userId="77f58189-e01e-4d35-9d35-b5786e1d02a6" providerId="ADAL" clId="{64B2C4C1-811F-4B30-93A7-1554AA0DEDEC}" dt="2023-10-26T22:41:50.649" v="322"/>
          <ac:spMkLst>
            <pc:docMk/>
            <pc:sldMk cId="3650269460" sldId="262"/>
            <ac:spMk id="2" creationId="{D6E901C2-0730-19B5-838A-31035381C01B}"/>
          </ac:spMkLst>
        </pc:spChg>
        <pc:spChg chg="mod">
          <ac:chgData name="Tania López" userId="77f58189-e01e-4d35-9d35-b5786e1d02a6" providerId="ADAL" clId="{64B2C4C1-811F-4B30-93A7-1554AA0DEDEC}" dt="2023-10-26T22:42:11.892" v="336" actId="20577"/>
          <ac:spMkLst>
            <pc:docMk/>
            <pc:sldMk cId="3650269460" sldId="262"/>
            <ac:spMk id="3" creationId="{5536E1AE-666E-122D-005B-1A60A1A3D693}"/>
          </ac:spMkLst>
        </pc:spChg>
      </pc:sldChg>
      <pc:sldChg chg="modSp add mod">
        <pc:chgData name="Tania López" userId="77f58189-e01e-4d35-9d35-b5786e1d02a6" providerId="ADAL" clId="{64B2C4C1-811F-4B30-93A7-1554AA0DEDEC}" dt="2023-10-26T22:43:04.894" v="346" actId="20577"/>
        <pc:sldMkLst>
          <pc:docMk/>
          <pc:sldMk cId="290178267" sldId="263"/>
        </pc:sldMkLst>
        <pc:spChg chg="mod">
          <ac:chgData name="Tania López" userId="77f58189-e01e-4d35-9d35-b5786e1d02a6" providerId="ADAL" clId="{64B2C4C1-811F-4B30-93A7-1554AA0DEDEC}" dt="2023-10-26T22:43:04.894" v="346" actId="20577"/>
          <ac:spMkLst>
            <pc:docMk/>
            <pc:sldMk cId="290178267" sldId="263"/>
            <ac:spMk id="3" creationId="{5536E1AE-666E-122D-005B-1A60A1A3D693}"/>
          </ac:spMkLst>
        </pc:spChg>
      </pc:sldChg>
      <pc:sldChg chg="del">
        <pc:chgData name="Tania López" userId="77f58189-e01e-4d35-9d35-b5786e1d02a6" providerId="ADAL" clId="{64B2C4C1-811F-4B30-93A7-1554AA0DEDEC}" dt="2023-10-26T21:54:07.859" v="13" actId="47"/>
        <pc:sldMkLst>
          <pc:docMk/>
          <pc:sldMk cId="3097068449" sldId="263"/>
        </pc:sldMkLst>
      </pc:sldChg>
      <pc:sldChg chg="modSp add mod">
        <pc:chgData name="Tania López" userId="77f58189-e01e-4d35-9d35-b5786e1d02a6" providerId="ADAL" clId="{64B2C4C1-811F-4B30-93A7-1554AA0DEDEC}" dt="2023-10-26T22:43:45.332" v="363" actId="27636"/>
        <pc:sldMkLst>
          <pc:docMk/>
          <pc:sldMk cId="955077633" sldId="264"/>
        </pc:sldMkLst>
        <pc:spChg chg="mod">
          <ac:chgData name="Tania López" userId="77f58189-e01e-4d35-9d35-b5786e1d02a6" providerId="ADAL" clId="{64B2C4C1-811F-4B30-93A7-1554AA0DEDEC}" dt="2023-10-26T22:43:45.332" v="363" actId="27636"/>
          <ac:spMkLst>
            <pc:docMk/>
            <pc:sldMk cId="955077633" sldId="264"/>
            <ac:spMk id="3" creationId="{5536E1AE-666E-122D-005B-1A60A1A3D693}"/>
          </ac:spMkLst>
        </pc:spChg>
      </pc:sldChg>
      <pc:sldChg chg="del">
        <pc:chgData name="Tania López" userId="77f58189-e01e-4d35-9d35-b5786e1d02a6" providerId="ADAL" clId="{64B2C4C1-811F-4B30-93A7-1554AA0DEDEC}" dt="2023-10-26T21:54:07.859" v="13" actId="47"/>
        <pc:sldMkLst>
          <pc:docMk/>
          <pc:sldMk cId="3796591929" sldId="264"/>
        </pc:sldMkLst>
      </pc:sldChg>
      <pc:sldChg chg="del">
        <pc:chgData name="Tania López" userId="77f58189-e01e-4d35-9d35-b5786e1d02a6" providerId="ADAL" clId="{64B2C4C1-811F-4B30-93A7-1554AA0DEDEC}" dt="2023-10-26T21:54:07.859" v="13" actId="47"/>
        <pc:sldMkLst>
          <pc:docMk/>
          <pc:sldMk cId="1417173344" sldId="265"/>
        </pc:sldMkLst>
      </pc:sldChg>
      <pc:sldChg chg="modSp add mod">
        <pc:chgData name="Tania López" userId="77f58189-e01e-4d35-9d35-b5786e1d02a6" providerId="ADAL" clId="{64B2C4C1-811F-4B30-93A7-1554AA0DEDEC}" dt="2023-10-26T22:44:06.962" v="371" actId="114"/>
        <pc:sldMkLst>
          <pc:docMk/>
          <pc:sldMk cId="1534616017" sldId="265"/>
        </pc:sldMkLst>
        <pc:spChg chg="mod">
          <ac:chgData name="Tania López" userId="77f58189-e01e-4d35-9d35-b5786e1d02a6" providerId="ADAL" clId="{64B2C4C1-811F-4B30-93A7-1554AA0DEDEC}" dt="2023-10-26T22:44:06.962" v="371" actId="114"/>
          <ac:spMkLst>
            <pc:docMk/>
            <pc:sldMk cId="1534616017" sldId="265"/>
            <ac:spMk id="3" creationId="{5536E1AE-666E-122D-005B-1A60A1A3D693}"/>
          </ac:spMkLst>
        </pc:spChg>
      </pc:sldChg>
      <pc:sldChg chg="modSp new mod">
        <pc:chgData name="Tania López" userId="77f58189-e01e-4d35-9d35-b5786e1d02a6" providerId="ADAL" clId="{64B2C4C1-811F-4B30-93A7-1554AA0DEDEC}" dt="2023-10-26T22:44:38.524" v="384" actId="33524"/>
        <pc:sldMkLst>
          <pc:docMk/>
          <pc:sldMk cId="366531387" sldId="266"/>
        </pc:sldMkLst>
        <pc:spChg chg="mod">
          <ac:chgData name="Tania López" userId="77f58189-e01e-4d35-9d35-b5786e1d02a6" providerId="ADAL" clId="{64B2C4C1-811F-4B30-93A7-1554AA0DEDEC}" dt="2023-10-26T22:44:20.515" v="373"/>
          <ac:spMkLst>
            <pc:docMk/>
            <pc:sldMk cId="366531387" sldId="266"/>
            <ac:spMk id="2" creationId="{9D960070-5AE0-E7F4-5BBC-D42B42B04197}"/>
          </ac:spMkLst>
        </pc:spChg>
        <pc:spChg chg="mod">
          <ac:chgData name="Tania López" userId="77f58189-e01e-4d35-9d35-b5786e1d02a6" providerId="ADAL" clId="{64B2C4C1-811F-4B30-93A7-1554AA0DEDEC}" dt="2023-10-26T22:44:38.524" v="384" actId="33524"/>
          <ac:spMkLst>
            <pc:docMk/>
            <pc:sldMk cId="366531387" sldId="266"/>
            <ac:spMk id="3" creationId="{CFF4BB3A-09E6-C92D-BE1B-AF51D5075690}"/>
          </ac:spMkLst>
        </pc:spChg>
      </pc:sldChg>
      <pc:sldChg chg="del">
        <pc:chgData name="Tania López" userId="77f58189-e01e-4d35-9d35-b5786e1d02a6" providerId="ADAL" clId="{64B2C4C1-811F-4B30-93A7-1554AA0DEDEC}" dt="2023-10-26T21:54:07.859" v="13" actId="47"/>
        <pc:sldMkLst>
          <pc:docMk/>
          <pc:sldMk cId="717435251" sldId="266"/>
        </pc:sldMkLst>
      </pc:sldChg>
      <pc:sldChg chg="del">
        <pc:chgData name="Tania López" userId="77f58189-e01e-4d35-9d35-b5786e1d02a6" providerId="ADAL" clId="{64B2C4C1-811F-4B30-93A7-1554AA0DEDEC}" dt="2023-10-26T21:54:07.859" v="13" actId="47"/>
        <pc:sldMkLst>
          <pc:docMk/>
          <pc:sldMk cId="943788210" sldId="267"/>
        </pc:sldMkLst>
      </pc:sldChg>
      <pc:sldChg chg="modSp add mod">
        <pc:chgData name="Tania López" userId="77f58189-e01e-4d35-9d35-b5786e1d02a6" providerId="ADAL" clId="{64B2C4C1-811F-4B30-93A7-1554AA0DEDEC}" dt="2023-10-26T22:45:02.996" v="392" actId="27636"/>
        <pc:sldMkLst>
          <pc:docMk/>
          <pc:sldMk cId="2937312924" sldId="267"/>
        </pc:sldMkLst>
        <pc:spChg chg="mod">
          <ac:chgData name="Tania López" userId="77f58189-e01e-4d35-9d35-b5786e1d02a6" providerId="ADAL" clId="{64B2C4C1-811F-4B30-93A7-1554AA0DEDEC}" dt="2023-10-26T22:45:02.996" v="392" actId="27636"/>
          <ac:spMkLst>
            <pc:docMk/>
            <pc:sldMk cId="2937312924" sldId="267"/>
            <ac:spMk id="3" creationId="{CFF4BB3A-09E6-C92D-BE1B-AF51D5075690}"/>
          </ac:spMkLst>
        </pc:spChg>
      </pc:sldChg>
      <pc:sldChg chg="modSp add mod">
        <pc:chgData name="Tania López" userId="77f58189-e01e-4d35-9d35-b5786e1d02a6" providerId="ADAL" clId="{64B2C4C1-811F-4B30-93A7-1554AA0DEDEC}" dt="2023-10-26T22:45:46.556" v="402" actId="33524"/>
        <pc:sldMkLst>
          <pc:docMk/>
          <pc:sldMk cId="812556674" sldId="268"/>
        </pc:sldMkLst>
        <pc:spChg chg="mod">
          <ac:chgData name="Tania López" userId="77f58189-e01e-4d35-9d35-b5786e1d02a6" providerId="ADAL" clId="{64B2C4C1-811F-4B30-93A7-1554AA0DEDEC}" dt="2023-10-26T22:45:46.556" v="402" actId="33524"/>
          <ac:spMkLst>
            <pc:docMk/>
            <pc:sldMk cId="812556674" sldId="268"/>
            <ac:spMk id="3" creationId="{CFF4BB3A-09E6-C92D-BE1B-AF51D5075690}"/>
          </ac:spMkLst>
        </pc:spChg>
      </pc:sldChg>
      <pc:sldChg chg="modSp new mod">
        <pc:chgData name="Tania López" userId="77f58189-e01e-4d35-9d35-b5786e1d02a6" providerId="ADAL" clId="{64B2C4C1-811F-4B30-93A7-1554AA0DEDEC}" dt="2023-10-26T22:46:56.703" v="413" actId="114"/>
        <pc:sldMkLst>
          <pc:docMk/>
          <pc:sldMk cId="1145900739" sldId="269"/>
        </pc:sldMkLst>
        <pc:spChg chg="mod">
          <ac:chgData name="Tania López" userId="77f58189-e01e-4d35-9d35-b5786e1d02a6" providerId="ADAL" clId="{64B2C4C1-811F-4B30-93A7-1554AA0DEDEC}" dt="2023-10-26T22:46:40.189" v="404"/>
          <ac:spMkLst>
            <pc:docMk/>
            <pc:sldMk cId="1145900739" sldId="269"/>
            <ac:spMk id="2" creationId="{54490ED4-824E-0FC3-F45F-9771ACA4A434}"/>
          </ac:spMkLst>
        </pc:spChg>
        <pc:spChg chg="mod">
          <ac:chgData name="Tania López" userId="77f58189-e01e-4d35-9d35-b5786e1d02a6" providerId="ADAL" clId="{64B2C4C1-811F-4B30-93A7-1554AA0DEDEC}" dt="2023-10-26T22:46:56.703" v="413" actId="114"/>
          <ac:spMkLst>
            <pc:docMk/>
            <pc:sldMk cId="1145900739" sldId="269"/>
            <ac:spMk id="3" creationId="{6975A9A0-55B7-FF2C-2EE1-D79BB8857CC7}"/>
          </ac:spMkLst>
        </pc:spChg>
      </pc:sldChg>
      <pc:sldChg chg="modSp new mod">
        <pc:chgData name="Tania López" userId="77f58189-e01e-4d35-9d35-b5786e1d02a6" providerId="ADAL" clId="{64B2C4C1-811F-4B30-93A7-1554AA0DEDEC}" dt="2023-10-26T22:48:16.982" v="430" actId="27636"/>
        <pc:sldMkLst>
          <pc:docMk/>
          <pc:sldMk cId="2297965287" sldId="270"/>
        </pc:sldMkLst>
        <pc:spChg chg="mod">
          <ac:chgData name="Tania López" userId="77f58189-e01e-4d35-9d35-b5786e1d02a6" providerId="ADAL" clId="{64B2C4C1-811F-4B30-93A7-1554AA0DEDEC}" dt="2023-10-26T22:47:24.108" v="415"/>
          <ac:spMkLst>
            <pc:docMk/>
            <pc:sldMk cId="2297965287" sldId="270"/>
            <ac:spMk id="2" creationId="{2C9C9C03-0880-67E9-DC73-F73E04566490}"/>
          </ac:spMkLst>
        </pc:spChg>
        <pc:spChg chg="mod">
          <ac:chgData name="Tania López" userId="77f58189-e01e-4d35-9d35-b5786e1d02a6" providerId="ADAL" clId="{64B2C4C1-811F-4B30-93A7-1554AA0DEDEC}" dt="2023-10-26T22:48:16.982" v="430" actId="27636"/>
          <ac:spMkLst>
            <pc:docMk/>
            <pc:sldMk cId="2297965287" sldId="270"/>
            <ac:spMk id="3" creationId="{4B234E64-E8E9-602F-DA05-C19307062209}"/>
          </ac:spMkLst>
        </pc:spChg>
      </pc:sldChg>
      <pc:sldChg chg="modSp add mod">
        <pc:chgData name="Tania López" userId="77f58189-e01e-4d35-9d35-b5786e1d02a6" providerId="ADAL" clId="{64B2C4C1-811F-4B30-93A7-1554AA0DEDEC}" dt="2023-10-26T22:48:22.710" v="436" actId="27636"/>
        <pc:sldMkLst>
          <pc:docMk/>
          <pc:sldMk cId="728378970" sldId="271"/>
        </pc:sldMkLst>
        <pc:spChg chg="mod">
          <ac:chgData name="Tania López" userId="77f58189-e01e-4d35-9d35-b5786e1d02a6" providerId="ADAL" clId="{64B2C4C1-811F-4B30-93A7-1554AA0DEDEC}" dt="2023-10-26T22:48:22.710" v="436" actId="27636"/>
          <ac:spMkLst>
            <pc:docMk/>
            <pc:sldMk cId="728378970" sldId="271"/>
            <ac:spMk id="3" creationId="{4B234E64-E8E9-602F-DA05-C19307062209}"/>
          </ac:spMkLst>
        </pc:spChg>
      </pc:sldChg>
      <pc:sldChg chg="modSp new mod">
        <pc:chgData name="Tania López" userId="77f58189-e01e-4d35-9d35-b5786e1d02a6" providerId="ADAL" clId="{64B2C4C1-811F-4B30-93A7-1554AA0DEDEC}" dt="2023-10-26T22:49:22.760" v="449"/>
        <pc:sldMkLst>
          <pc:docMk/>
          <pc:sldMk cId="613234222" sldId="272"/>
        </pc:sldMkLst>
        <pc:spChg chg="mod">
          <ac:chgData name="Tania López" userId="77f58189-e01e-4d35-9d35-b5786e1d02a6" providerId="ADAL" clId="{64B2C4C1-811F-4B30-93A7-1554AA0DEDEC}" dt="2023-10-26T22:49:22.760" v="449"/>
          <ac:spMkLst>
            <pc:docMk/>
            <pc:sldMk cId="613234222" sldId="272"/>
            <ac:spMk id="2" creationId="{CC97359D-147C-F189-E932-46262032C3C3}"/>
          </ac:spMkLst>
        </pc:spChg>
        <pc:spChg chg="mod">
          <ac:chgData name="Tania López" userId="77f58189-e01e-4d35-9d35-b5786e1d02a6" providerId="ADAL" clId="{64B2C4C1-811F-4B30-93A7-1554AA0DEDEC}" dt="2023-10-26T22:49:19.691" v="448" actId="114"/>
          <ac:spMkLst>
            <pc:docMk/>
            <pc:sldMk cId="613234222" sldId="272"/>
            <ac:spMk id="3" creationId="{BEE4A4B6-7A75-9170-233D-83EB079BCAB3}"/>
          </ac:spMkLst>
        </pc:spChg>
      </pc:sldChg>
      <pc:sldChg chg="modSp new mod">
        <pc:chgData name="Tania López" userId="77f58189-e01e-4d35-9d35-b5786e1d02a6" providerId="ADAL" clId="{64B2C4C1-811F-4B30-93A7-1554AA0DEDEC}" dt="2023-10-26T22:49:53.514" v="458" actId="27636"/>
        <pc:sldMkLst>
          <pc:docMk/>
          <pc:sldMk cId="818072959" sldId="273"/>
        </pc:sldMkLst>
        <pc:spChg chg="mod">
          <ac:chgData name="Tania López" userId="77f58189-e01e-4d35-9d35-b5786e1d02a6" providerId="ADAL" clId="{64B2C4C1-811F-4B30-93A7-1554AA0DEDEC}" dt="2023-10-26T22:49:35.104" v="451"/>
          <ac:spMkLst>
            <pc:docMk/>
            <pc:sldMk cId="818072959" sldId="273"/>
            <ac:spMk id="2" creationId="{6B5508B5-7FF6-47C6-29E7-51290AA3631B}"/>
          </ac:spMkLst>
        </pc:spChg>
        <pc:spChg chg="mod">
          <ac:chgData name="Tania López" userId="77f58189-e01e-4d35-9d35-b5786e1d02a6" providerId="ADAL" clId="{64B2C4C1-811F-4B30-93A7-1554AA0DEDEC}" dt="2023-10-26T22:49:53.514" v="458" actId="27636"/>
          <ac:spMkLst>
            <pc:docMk/>
            <pc:sldMk cId="818072959" sldId="273"/>
            <ac:spMk id="3" creationId="{8BE34115-7AAB-3F01-07BC-FC65240534C6}"/>
          </ac:spMkLst>
        </pc:spChg>
      </pc:sldChg>
      <pc:sldChg chg="modSp add mod">
        <pc:chgData name="Tania López" userId="77f58189-e01e-4d35-9d35-b5786e1d02a6" providerId="ADAL" clId="{64B2C4C1-811F-4B30-93A7-1554AA0DEDEC}" dt="2023-10-26T22:50:32.873" v="472" actId="33524"/>
        <pc:sldMkLst>
          <pc:docMk/>
          <pc:sldMk cId="2977408743" sldId="274"/>
        </pc:sldMkLst>
        <pc:spChg chg="mod">
          <ac:chgData name="Tania López" userId="77f58189-e01e-4d35-9d35-b5786e1d02a6" providerId="ADAL" clId="{64B2C4C1-811F-4B30-93A7-1554AA0DEDEC}" dt="2023-10-26T22:50:32.873" v="472" actId="33524"/>
          <ac:spMkLst>
            <pc:docMk/>
            <pc:sldMk cId="2977408743" sldId="274"/>
            <ac:spMk id="3" creationId="{8BE34115-7AAB-3F01-07BC-FC65240534C6}"/>
          </ac:spMkLst>
        </pc:spChg>
      </pc:sldChg>
      <pc:sldChg chg="modSp add mod">
        <pc:chgData name="Tania López" userId="77f58189-e01e-4d35-9d35-b5786e1d02a6" providerId="ADAL" clId="{64B2C4C1-811F-4B30-93A7-1554AA0DEDEC}" dt="2023-10-26T22:53:23.771" v="495"/>
        <pc:sldMkLst>
          <pc:docMk/>
          <pc:sldMk cId="4279638299" sldId="275"/>
        </pc:sldMkLst>
        <pc:spChg chg="mod">
          <ac:chgData name="Tania López" userId="77f58189-e01e-4d35-9d35-b5786e1d02a6" providerId="ADAL" clId="{64B2C4C1-811F-4B30-93A7-1554AA0DEDEC}" dt="2023-10-26T22:53:23.771" v="495"/>
          <ac:spMkLst>
            <pc:docMk/>
            <pc:sldMk cId="4279638299" sldId="275"/>
            <ac:spMk id="3" creationId="{8BE34115-7AAB-3F01-07BC-FC65240534C6}"/>
          </ac:spMkLst>
        </pc:spChg>
      </pc:sldChg>
      <pc:sldChg chg="modSp add mod">
        <pc:chgData name="Tania López" userId="77f58189-e01e-4d35-9d35-b5786e1d02a6" providerId="ADAL" clId="{64B2C4C1-811F-4B30-93A7-1554AA0DEDEC}" dt="2023-10-26T22:53:55.246" v="507" actId="33524"/>
        <pc:sldMkLst>
          <pc:docMk/>
          <pc:sldMk cId="2706702173" sldId="276"/>
        </pc:sldMkLst>
        <pc:spChg chg="mod">
          <ac:chgData name="Tania López" userId="77f58189-e01e-4d35-9d35-b5786e1d02a6" providerId="ADAL" clId="{64B2C4C1-811F-4B30-93A7-1554AA0DEDEC}" dt="2023-10-26T22:53:55.246" v="507" actId="33524"/>
          <ac:spMkLst>
            <pc:docMk/>
            <pc:sldMk cId="2706702173" sldId="276"/>
            <ac:spMk id="3" creationId="{8BE34115-7AAB-3F01-07BC-FC65240534C6}"/>
          </ac:spMkLst>
        </pc:spChg>
      </pc:sldChg>
      <pc:sldChg chg="add del">
        <pc:chgData name="Tania López" userId="77f58189-e01e-4d35-9d35-b5786e1d02a6" providerId="ADAL" clId="{64B2C4C1-811F-4B30-93A7-1554AA0DEDEC}" dt="2023-10-26T22:53:34.734" v="498" actId="47"/>
        <pc:sldMkLst>
          <pc:docMk/>
          <pc:sldMk cId="3994125740" sldId="277"/>
        </pc:sldMkLst>
      </pc:sldChg>
      <pc:sldChg chg="modSp new mod">
        <pc:chgData name="Tania López" userId="77f58189-e01e-4d35-9d35-b5786e1d02a6" providerId="ADAL" clId="{64B2C4C1-811F-4B30-93A7-1554AA0DEDEC}" dt="2023-10-26T22:54:29.186" v="517" actId="20577"/>
        <pc:sldMkLst>
          <pc:docMk/>
          <pc:sldMk cId="4075916242" sldId="277"/>
        </pc:sldMkLst>
        <pc:spChg chg="mod">
          <ac:chgData name="Tania López" userId="77f58189-e01e-4d35-9d35-b5786e1d02a6" providerId="ADAL" clId="{64B2C4C1-811F-4B30-93A7-1554AA0DEDEC}" dt="2023-10-26T22:54:06.359" v="509"/>
          <ac:spMkLst>
            <pc:docMk/>
            <pc:sldMk cId="4075916242" sldId="277"/>
            <ac:spMk id="2" creationId="{9A74C2F8-0C0D-AF0E-5573-2E3FAF4A77A9}"/>
          </ac:spMkLst>
        </pc:spChg>
        <pc:spChg chg="mod">
          <ac:chgData name="Tania López" userId="77f58189-e01e-4d35-9d35-b5786e1d02a6" providerId="ADAL" clId="{64B2C4C1-811F-4B30-93A7-1554AA0DEDEC}" dt="2023-10-26T22:54:29.186" v="517" actId="20577"/>
          <ac:spMkLst>
            <pc:docMk/>
            <pc:sldMk cId="4075916242" sldId="277"/>
            <ac:spMk id="3" creationId="{FD93D020-1144-EB63-7940-58A1885E0C0C}"/>
          </ac:spMkLst>
        </pc:spChg>
      </pc:sldChg>
      <pc:sldChg chg="modSp new mod">
        <pc:chgData name="Tania López" userId="77f58189-e01e-4d35-9d35-b5786e1d02a6" providerId="ADAL" clId="{64B2C4C1-811F-4B30-93A7-1554AA0DEDEC}" dt="2023-10-26T22:55:30.048" v="531" actId="15"/>
        <pc:sldMkLst>
          <pc:docMk/>
          <pc:sldMk cId="878776033" sldId="278"/>
        </pc:sldMkLst>
        <pc:spChg chg="mod">
          <ac:chgData name="Tania López" userId="77f58189-e01e-4d35-9d35-b5786e1d02a6" providerId="ADAL" clId="{64B2C4C1-811F-4B30-93A7-1554AA0DEDEC}" dt="2023-10-26T22:54:59.708" v="519"/>
          <ac:spMkLst>
            <pc:docMk/>
            <pc:sldMk cId="878776033" sldId="278"/>
            <ac:spMk id="2" creationId="{03FEF34C-E9BB-5658-7698-B38A2D4274D2}"/>
          </ac:spMkLst>
        </pc:spChg>
        <pc:spChg chg="mod">
          <ac:chgData name="Tania López" userId="77f58189-e01e-4d35-9d35-b5786e1d02a6" providerId="ADAL" clId="{64B2C4C1-811F-4B30-93A7-1554AA0DEDEC}" dt="2023-10-26T22:55:30.048" v="531" actId="15"/>
          <ac:spMkLst>
            <pc:docMk/>
            <pc:sldMk cId="878776033" sldId="278"/>
            <ac:spMk id="3" creationId="{F3EC7926-1C47-8671-B8FA-FAFD311ACCC6}"/>
          </ac:spMkLst>
        </pc:spChg>
      </pc:sldChg>
      <pc:sldChg chg="modSp add mod">
        <pc:chgData name="Tania López" userId="77f58189-e01e-4d35-9d35-b5786e1d02a6" providerId="ADAL" clId="{64B2C4C1-811F-4B30-93A7-1554AA0DEDEC}" dt="2023-10-26T22:56:27.061" v="543" actId="15"/>
        <pc:sldMkLst>
          <pc:docMk/>
          <pc:sldMk cId="564641279" sldId="279"/>
        </pc:sldMkLst>
        <pc:spChg chg="mod">
          <ac:chgData name="Tania López" userId="77f58189-e01e-4d35-9d35-b5786e1d02a6" providerId="ADAL" clId="{64B2C4C1-811F-4B30-93A7-1554AA0DEDEC}" dt="2023-10-26T22:56:27.061" v="543" actId="15"/>
          <ac:spMkLst>
            <pc:docMk/>
            <pc:sldMk cId="564641279" sldId="279"/>
            <ac:spMk id="3" creationId="{F3EC7926-1C47-8671-B8FA-FAFD311ACCC6}"/>
          </ac:spMkLst>
        </pc:spChg>
      </pc:sldChg>
      <pc:sldChg chg="modSp new mod">
        <pc:chgData name="Tania López" userId="77f58189-e01e-4d35-9d35-b5786e1d02a6" providerId="ADAL" clId="{64B2C4C1-811F-4B30-93A7-1554AA0DEDEC}" dt="2023-10-26T23:00:21.788" v="556" actId="33524"/>
        <pc:sldMkLst>
          <pc:docMk/>
          <pc:sldMk cId="4074798517" sldId="280"/>
        </pc:sldMkLst>
        <pc:spChg chg="mod">
          <ac:chgData name="Tania López" userId="77f58189-e01e-4d35-9d35-b5786e1d02a6" providerId="ADAL" clId="{64B2C4C1-811F-4B30-93A7-1554AA0DEDEC}" dt="2023-10-26T22:59:59.281" v="545"/>
          <ac:spMkLst>
            <pc:docMk/>
            <pc:sldMk cId="4074798517" sldId="280"/>
            <ac:spMk id="2" creationId="{FA127E22-0C1E-DF1A-7E2D-578EC5460B91}"/>
          </ac:spMkLst>
        </pc:spChg>
        <pc:spChg chg="mod">
          <ac:chgData name="Tania López" userId="77f58189-e01e-4d35-9d35-b5786e1d02a6" providerId="ADAL" clId="{64B2C4C1-811F-4B30-93A7-1554AA0DEDEC}" dt="2023-10-26T23:00:21.788" v="556" actId="33524"/>
          <ac:spMkLst>
            <pc:docMk/>
            <pc:sldMk cId="4074798517" sldId="280"/>
            <ac:spMk id="3" creationId="{6C817FE8-9E70-D1B1-19BD-6C5FF575C248}"/>
          </ac:spMkLst>
        </pc:spChg>
      </pc:sldChg>
      <pc:sldChg chg="modSp new mod">
        <pc:chgData name="Tania López" userId="77f58189-e01e-4d35-9d35-b5786e1d02a6" providerId="ADAL" clId="{64B2C4C1-811F-4B30-93A7-1554AA0DEDEC}" dt="2023-10-26T23:00:47.209" v="561" actId="20577"/>
        <pc:sldMkLst>
          <pc:docMk/>
          <pc:sldMk cId="3613454066" sldId="281"/>
        </pc:sldMkLst>
        <pc:spChg chg="mod">
          <ac:chgData name="Tania López" userId="77f58189-e01e-4d35-9d35-b5786e1d02a6" providerId="ADAL" clId="{64B2C4C1-811F-4B30-93A7-1554AA0DEDEC}" dt="2023-10-26T23:00:47.209" v="561" actId="20577"/>
          <ac:spMkLst>
            <pc:docMk/>
            <pc:sldMk cId="3613454066" sldId="281"/>
            <ac:spMk id="2" creationId="{EFE55378-5412-B597-29D7-4E716EDA3318}"/>
          </ac:spMkLst>
        </pc:spChg>
        <pc:spChg chg="mod">
          <ac:chgData name="Tania López" userId="77f58189-e01e-4d35-9d35-b5786e1d02a6" providerId="ADAL" clId="{64B2C4C1-811F-4B30-93A7-1554AA0DEDEC}" dt="2023-10-26T23:00:41.053" v="559" actId="33524"/>
          <ac:spMkLst>
            <pc:docMk/>
            <pc:sldMk cId="3613454066" sldId="281"/>
            <ac:spMk id="3" creationId="{578CFF7A-5D36-F034-17F8-1696B9E5F527}"/>
          </ac:spMkLst>
        </pc:spChg>
      </pc:sldChg>
      <pc:sldChg chg="modSp new mod">
        <pc:chgData name="Tania López" userId="77f58189-e01e-4d35-9d35-b5786e1d02a6" providerId="ADAL" clId="{64B2C4C1-811F-4B30-93A7-1554AA0DEDEC}" dt="2023-10-26T23:01:27.833" v="571" actId="114"/>
        <pc:sldMkLst>
          <pc:docMk/>
          <pc:sldMk cId="1017554400" sldId="282"/>
        </pc:sldMkLst>
        <pc:spChg chg="mod">
          <ac:chgData name="Tania López" userId="77f58189-e01e-4d35-9d35-b5786e1d02a6" providerId="ADAL" clId="{64B2C4C1-811F-4B30-93A7-1554AA0DEDEC}" dt="2023-10-26T23:01:08.855" v="563"/>
          <ac:spMkLst>
            <pc:docMk/>
            <pc:sldMk cId="1017554400" sldId="282"/>
            <ac:spMk id="2" creationId="{CE0E395E-BE88-7ED5-A256-6194D34749FD}"/>
          </ac:spMkLst>
        </pc:spChg>
        <pc:spChg chg="mod">
          <ac:chgData name="Tania López" userId="77f58189-e01e-4d35-9d35-b5786e1d02a6" providerId="ADAL" clId="{64B2C4C1-811F-4B30-93A7-1554AA0DEDEC}" dt="2023-10-26T23:01:27.833" v="571" actId="114"/>
          <ac:spMkLst>
            <pc:docMk/>
            <pc:sldMk cId="1017554400" sldId="282"/>
            <ac:spMk id="3" creationId="{E62A8FA2-F92D-5C13-212D-055DF0CEC9B0}"/>
          </ac:spMkLst>
        </pc:spChg>
      </pc:sldChg>
      <pc:sldChg chg="modSp new mod">
        <pc:chgData name="Tania López" userId="77f58189-e01e-4d35-9d35-b5786e1d02a6" providerId="ADAL" clId="{64B2C4C1-811F-4B30-93A7-1554AA0DEDEC}" dt="2023-10-26T23:02:24.489" v="582" actId="27636"/>
        <pc:sldMkLst>
          <pc:docMk/>
          <pc:sldMk cId="1278173612" sldId="283"/>
        </pc:sldMkLst>
        <pc:spChg chg="mod">
          <ac:chgData name="Tania López" userId="77f58189-e01e-4d35-9d35-b5786e1d02a6" providerId="ADAL" clId="{64B2C4C1-811F-4B30-93A7-1554AA0DEDEC}" dt="2023-10-26T23:02:11.861" v="574"/>
          <ac:spMkLst>
            <pc:docMk/>
            <pc:sldMk cId="1278173612" sldId="283"/>
            <ac:spMk id="2" creationId="{1C8736F2-5357-AA5B-3CE5-80FB3803D7FA}"/>
          </ac:spMkLst>
        </pc:spChg>
        <pc:spChg chg="mod">
          <ac:chgData name="Tania López" userId="77f58189-e01e-4d35-9d35-b5786e1d02a6" providerId="ADAL" clId="{64B2C4C1-811F-4B30-93A7-1554AA0DEDEC}" dt="2023-10-26T23:02:24.489" v="582" actId="27636"/>
          <ac:spMkLst>
            <pc:docMk/>
            <pc:sldMk cId="1278173612" sldId="283"/>
            <ac:spMk id="3" creationId="{8244F6D4-2D35-73C5-AE48-223E327F82D4}"/>
          </ac:spMkLst>
        </pc:spChg>
      </pc:sldChg>
      <pc:sldChg chg="modSp new mod">
        <pc:chgData name="Tania López" userId="77f58189-e01e-4d35-9d35-b5786e1d02a6" providerId="ADAL" clId="{64B2C4C1-811F-4B30-93A7-1554AA0DEDEC}" dt="2023-10-26T23:03:05.675" v="591"/>
        <pc:sldMkLst>
          <pc:docMk/>
          <pc:sldMk cId="2362326449" sldId="284"/>
        </pc:sldMkLst>
        <pc:spChg chg="mod">
          <ac:chgData name="Tania López" userId="77f58189-e01e-4d35-9d35-b5786e1d02a6" providerId="ADAL" clId="{64B2C4C1-811F-4B30-93A7-1554AA0DEDEC}" dt="2023-10-26T23:03:05.675" v="591"/>
          <ac:spMkLst>
            <pc:docMk/>
            <pc:sldMk cId="2362326449" sldId="284"/>
            <ac:spMk id="2" creationId="{49CB5C06-9144-D5F3-8075-0FCF721C7426}"/>
          </ac:spMkLst>
        </pc:spChg>
        <pc:spChg chg="mod">
          <ac:chgData name="Tania López" userId="77f58189-e01e-4d35-9d35-b5786e1d02a6" providerId="ADAL" clId="{64B2C4C1-811F-4B30-93A7-1554AA0DEDEC}" dt="2023-10-26T23:03:01.317" v="590" actId="33524"/>
          <ac:spMkLst>
            <pc:docMk/>
            <pc:sldMk cId="2362326449" sldId="284"/>
            <ac:spMk id="3" creationId="{C2716CF6-F454-A17C-293D-847F47F27602}"/>
          </ac:spMkLst>
        </pc:spChg>
      </pc:sldChg>
      <pc:sldChg chg="modSp new mod">
        <pc:chgData name="Tania López" userId="77f58189-e01e-4d35-9d35-b5786e1d02a6" providerId="ADAL" clId="{64B2C4C1-811F-4B30-93A7-1554AA0DEDEC}" dt="2023-10-26T23:04:02.156" v="610" actId="33524"/>
        <pc:sldMkLst>
          <pc:docMk/>
          <pc:sldMk cId="1600034738" sldId="285"/>
        </pc:sldMkLst>
        <pc:spChg chg="mod">
          <ac:chgData name="Tania López" userId="77f58189-e01e-4d35-9d35-b5786e1d02a6" providerId="ADAL" clId="{64B2C4C1-811F-4B30-93A7-1554AA0DEDEC}" dt="2023-10-26T23:03:30.985" v="593"/>
          <ac:spMkLst>
            <pc:docMk/>
            <pc:sldMk cId="1600034738" sldId="285"/>
            <ac:spMk id="2" creationId="{BAD4EFA9-251D-6EC8-4DCA-4E6FD4682184}"/>
          </ac:spMkLst>
        </pc:spChg>
        <pc:spChg chg="mod">
          <ac:chgData name="Tania López" userId="77f58189-e01e-4d35-9d35-b5786e1d02a6" providerId="ADAL" clId="{64B2C4C1-811F-4B30-93A7-1554AA0DEDEC}" dt="2023-10-26T23:04:02.156" v="610" actId="33524"/>
          <ac:spMkLst>
            <pc:docMk/>
            <pc:sldMk cId="1600034738" sldId="285"/>
            <ac:spMk id="3" creationId="{D3121B89-964F-2482-7E7A-E4102EB9B9BA}"/>
          </ac:spMkLst>
        </pc:spChg>
      </pc:sldChg>
      <pc:sldChg chg="modSp new mod">
        <pc:chgData name="Tania López" userId="77f58189-e01e-4d35-9d35-b5786e1d02a6" providerId="ADAL" clId="{64B2C4C1-811F-4B30-93A7-1554AA0DEDEC}" dt="2023-10-26T23:04:34.792" v="613"/>
        <pc:sldMkLst>
          <pc:docMk/>
          <pc:sldMk cId="695922237" sldId="286"/>
        </pc:sldMkLst>
        <pc:spChg chg="mod">
          <ac:chgData name="Tania López" userId="77f58189-e01e-4d35-9d35-b5786e1d02a6" providerId="ADAL" clId="{64B2C4C1-811F-4B30-93A7-1554AA0DEDEC}" dt="2023-10-26T23:04:34.792" v="613"/>
          <ac:spMkLst>
            <pc:docMk/>
            <pc:sldMk cId="695922237" sldId="286"/>
            <ac:spMk id="2" creationId="{F48A1DF7-248C-E7B4-D955-F6FBC6F9E121}"/>
          </ac:spMkLst>
        </pc:spChg>
        <pc:spChg chg="mod">
          <ac:chgData name="Tania López" userId="77f58189-e01e-4d35-9d35-b5786e1d02a6" providerId="ADAL" clId="{64B2C4C1-811F-4B30-93A7-1554AA0DEDEC}" dt="2023-10-26T23:04:30.033" v="612"/>
          <ac:spMkLst>
            <pc:docMk/>
            <pc:sldMk cId="695922237" sldId="286"/>
            <ac:spMk id="3" creationId="{DC03BEF1-E118-78FB-B4C6-BF34110604C6}"/>
          </ac:spMkLst>
        </pc:spChg>
      </pc:sldChg>
      <pc:sldChg chg="modSp new mod">
        <pc:chgData name="Tania López" userId="77f58189-e01e-4d35-9d35-b5786e1d02a6" providerId="ADAL" clId="{64B2C4C1-811F-4B30-93A7-1554AA0DEDEC}" dt="2023-10-26T23:05:02.871" v="619"/>
        <pc:sldMkLst>
          <pc:docMk/>
          <pc:sldMk cId="3581181908" sldId="287"/>
        </pc:sldMkLst>
        <pc:spChg chg="mod">
          <ac:chgData name="Tania López" userId="77f58189-e01e-4d35-9d35-b5786e1d02a6" providerId="ADAL" clId="{64B2C4C1-811F-4B30-93A7-1554AA0DEDEC}" dt="2023-10-26T23:05:02.871" v="619"/>
          <ac:spMkLst>
            <pc:docMk/>
            <pc:sldMk cId="3581181908" sldId="287"/>
            <ac:spMk id="2" creationId="{D845BFBA-0F7C-3C04-80AB-30452068A97A}"/>
          </ac:spMkLst>
        </pc:spChg>
        <pc:spChg chg="mod">
          <ac:chgData name="Tania López" userId="77f58189-e01e-4d35-9d35-b5786e1d02a6" providerId="ADAL" clId="{64B2C4C1-811F-4B30-93A7-1554AA0DEDEC}" dt="2023-10-26T23:04:56.985" v="618" actId="15"/>
          <ac:spMkLst>
            <pc:docMk/>
            <pc:sldMk cId="3581181908" sldId="287"/>
            <ac:spMk id="3" creationId="{005882F7-D950-2CB8-0033-3D12E4FD2D0C}"/>
          </ac:spMkLst>
        </pc:spChg>
      </pc:sldChg>
      <pc:sldChg chg="add modTransition">
        <pc:chgData name="Tania López" userId="77f58189-e01e-4d35-9d35-b5786e1d02a6" providerId="ADAL" clId="{64B2C4C1-811F-4B30-93A7-1554AA0DEDEC}" dt="2023-10-26T23:10:29.690" v="621"/>
        <pc:sldMkLst>
          <pc:docMk/>
          <pc:sldMk cId="0" sldId="294"/>
        </pc:sldMkLst>
      </pc:sldChg>
      <pc:sldChg chg="modSp add mod modTransition">
        <pc:chgData name="Tania López" userId="77f58189-e01e-4d35-9d35-b5786e1d02a6" providerId="ADAL" clId="{64B2C4C1-811F-4B30-93A7-1554AA0DEDEC}" dt="2023-10-26T23:13:18.989" v="655" actId="33524"/>
        <pc:sldMkLst>
          <pc:docMk/>
          <pc:sldMk cId="0" sldId="296"/>
        </pc:sldMkLst>
        <pc:spChg chg="mod">
          <ac:chgData name="Tania López" userId="77f58189-e01e-4d35-9d35-b5786e1d02a6" providerId="ADAL" clId="{64B2C4C1-811F-4B30-93A7-1554AA0DEDEC}" dt="2023-10-26T23:13:18.989" v="655" actId="33524"/>
          <ac:spMkLst>
            <pc:docMk/>
            <pc:sldMk cId="0" sldId="296"/>
            <ac:spMk id="46087" creationId="{C00A11F8-C2E6-446A-B888-AE2C7E721A1A}"/>
          </ac:spMkLst>
        </pc:spChg>
      </pc:sldChg>
      <pc:sldChg chg="add modTransition">
        <pc:chgData name="Tania López" userId="77f58189-e01e-4d35-9d35-b5786e1d02a6" providerId="ADAL" clId="{64B2C4C1-811F-4B30-93A7-1554AA0DEDEC}" dt="2023-10-26T23:11:11.386" v="631"/>
        <pc:sldMkLst>
          <pc:docMk/>
          <pc:sldMk cId="0" sldId="297"/>
        </pc:sldMkLst>
      </pc:sldChg>
      <pc:sldChg chg="modSp add del mod modTransition">
        <pc:chgData name="Tania López" userId="77f58189-e01e-4d35-9d35-b5786e1d02a6" providerId="ADAL" clId="{64B2C4C1-811F-4B30-93A7-1554AA0DEDEC}" dt="2023-10-26T23:14:14.001" v="656" actId="33524"/>
        <pc:sldMkLst>
          <pc:docMk/>
          <pc:sldMk cId="0" sldId="298"/>
        </pc:sldMkLst>
        <pc:spChg chg="mod">
          <ac:chgData name="Tania López" userId="77f58189-e01e-4d35-9d35-b5786e1d02a6" providerId="ADAL" clId="{64B2C4C1-811F-4B30-93A7-1554AA0DEDEC}" dt="2023-10-26T23:14:14.001" v="656" actId="33524"/>
          <ac:spMkLst>
            <pc:docMk/>
            <pc:sldMk cId="0" sldId="298"/>
            <ac:spMk id="48136" creationId="{C870B58C-F605-4D9A-BC05-113D1420EC37}"/>
          </ac:spMkLst>
        </pc:spChg>
      </pc:sldChg>
      <pc:sldChg chg="add modTransition">
        <pc:chgData name="Tania López" userId="77f58189-e01e-4d35-9d35-b5786e1d02a6" providerId="ADAL" clId="{64B2C4C1-811F-4B30-93A7-1554AA0DEDEC}" dt="2023-10-26T23:11:11.386" v="631"/>
        <pc:sldMkLst>
          <pc:docMk/>
          <pc:sldMk cId="0" sldId="299"/>
        </pc:sldMkLst>
      </pc:sldChg>
      <pc:sldChg chg="modSp add mod modTransition">
        <pc:chgData name="Tania López" userId="77f58189-e01e-4d35-9d35-b5786e1d02a6" providerId="ADAL" clId="{64B2C4C1-811F-4B30-93A7-1554AA0DEDEC}" dt="2023-10-26T23:15:12.497" v="658" actId="27636"/>
        <pc:sldMkLst>
          <pc:docMk/>
          <pc:sldMk cId="0" sldId="300"/>
        </pc:sldMkLst>
        <pc:spChg chg="mod">
          <ac:chgData name="Tania López" userId="77f58189-e01e-4d35-9d35-b5786e1d02a6" providerId="ADAL" clId="{64B2C4C1-811F-4B30-93A7-1554AA0DEDEC}" dt="2023-10-26T23:15:12.497" v="658" actId="27636"/>
          <ac:spMkLst>
            <pc:docMk/>
            <pc:sldMk cId="0" sldId="300"/>
            <ac:spMk id="50184" creationId="{8234D906-B019-49EC-90EE-F352604D3982}"/>
          </ac:spMkLst>
        </pc:spChg>
      </pc:sldChg>
      <pc:sldChg chg="modSp add mod modTransition">
        <pc:chgData name="Tania López" userId="77f58189-e01e-4d35-9d35-b5786e1d02a6" providerId="ADAL" clId="{64B2C4C1-811F-4B30-93A7-1554AA0DEDEC}" dt="2023-10-26T23:15:25.471" v="660" actId="27636"/>
        <pc:sldMkLst>
          <pc:docMk/>
          <pc:sldMk cId="0" sldId="302"/>
        </pc:sldMkLst>
        <pc:spChg chg="mod">
          <ac:chgData name="Tania López" userId="77f58189-e01e-4d35-9d35-b5786e1d02a6" providerId="ADAL" clId="{64B2C4C1-811F-4B30-93A7-1554AA0DEDEC}" dt="2023-10-26T23:15:25.471" v="660" actId="27636"/>
          <ac:spMkLst>
            <pc:docMk/>
            <pc:sldMk cId="0" sldId="302"/>
            <ac:spMk id="52231" creationId="{8EB15100-4018-4CA6-910B-512072BD5957}"/>
          </ac:spMkLst>
        </pc:spChg>
      </pc:sldChg>
      <pc:sldChg chg="add modTransition">
        <pc:chgData name="Tania López" userId="77f58189-e01e-4d35-9d35-b5786e1d02a6" providerId="ADAL" clId="{64B2C4C1-811F-4B30-93A7-1554AA0DEDEC}" dt="2023-10-26T23:11:11.386" v="631"/>
        <pc:sldMkLst>
          <pc:docMk/>
          <pc:sldMk cId="0" sldId="303"/>
        </pc:sldMkLst>
      </pc:sldChg>
      <pc:sldChg chg="add modTransition">
        <pc:chgData name="Tania López" userId="77f58189-e01e-4d35-9d35-b5786e1d02a6" providerId="ADAL" clId="{64B2C4C1-811F-4B30-93A7-1554AA0DEDEC}" dt="2023-10-26T23:11:11.386" v="631"/>
        <pc:sldMkLst>
          <pc:docMk/>
          <pc:sldMk cId="0" sldId="304"/>
        </pc:sldMkLst>
      </pc:sldChg>
      <pc:sldChg chg="modSp add mod modTransition">
        <pc:chgData name="Tania López" userId="77f58189-e01e-4d35-9d35-b5786e1d02a6" providerId="ADAL" clId="{64B2C4C1-811F-4B30-93A7-1554AA0DEDEC}" dt="2023-10-26T23:15:53.888" v="665" actId="20577"/>
        <pc:sldMkLst>
          <pc:docMk/>
          <pc:sldMk cId="0" sldId="305"/>
        </pc:sldMkLst>
        <pc:spChg chg="mod">
          <ac:chgData name="Tania López" userId="77f58189-e01e-4d35-9d35-b5786e1d02a6" providerId="ADAL" clId="{64B2C4C1-811F-4B30-93A7-1554AA0DEDEC}" dt="2023-10-26T23:15:53.888" v="665" actId="20577"/>
          <ac:spMkLst>
            <pc:docMk/>
            <pc:sldMk cId="0" sldId="305"/>
            <ac:spMk id="55299" creationId="{A543E026-3751-4849-AD52-0844F90B781D}"/>
          </ac:spMkLst>
        </pc:spChg>
      </pc:sldChg>
      <pc:sldChg chg="add del">
        <pc:chgData name="Tania López" userId="77f58189-e01e-4d35-9d35-b5786e1d02a6" providerId="ADAL" clId="{64B2C4C1-811F-4B30-93A7-1554AA0DEDEC}" dt="2023-10-26T22:23:17.997" v="15" actId="2696"/>
        <pc:sldMkLst>
          <pc:docMk/>
          <pc:sldMk cId="0" sldId="307"/>
        </pc:sldMkLst>
      </pc:sldChg>
      <pc:sldChg chg="add del">
        <pc:chgData name="Tania López" userId="77f58189-e01e-4d35-9d35-b5786e1d02a6" providerId="ADAL" clId="{64B2C4C1-811F-4B30-93A7-1554AA0DEDEC}" dt="2023-10-26T22:26:58.223" v="56"/>
        <pc:sldMkLst>
          <pc:docMk/>
          <pc:sldMk cId="0" sldId="309"/>
        </pc:sldMkLst>
      </pc:sldChg>
      <pc:sldChg chg="add modTransition">
        <pc:chgData name="Tania López" userId="77f58189-e01e-4d35-9d35-b5786e1d02a6" providerId="ADAL" clId="{64B2C4C1-811F-4B30-93A7-1554AA0DEDEC}" dt="2023-10-26T23:11:11.386" v="631"/>
        <pc:sldMkLst>
          <pc:docMk/>
          <pc:sldMk cId="0" sldId="318"/>
        </pc:sldMkLst>
      </pc:sldChg>
      <pc:sldChg chg="add modTransition">
        <pc:chgData name="Tania López" userId="77f58189-e01e-4d35-9d35-b5786e1d02a6" providerId="ADAL" clId="{64B2C4C1-811F-4B30-93A7-1554AA0DEDEC}" dt="2023-10-26T23:11:11.386" v="631"/>
        <pc:sldMkLst>
          <pc:docMk/>
          <pc:sldMk cId="0" sldId="320"/>
        </pc:sldMkLst>
      </pc:sldChg>
      <pc:sldChg chg="add modTransition">
        <pc:chgData name="Tania López" userId="77f58189-e01e-4d35-9d35-b5786e1d02a6" providerId="ADAL" clId="{64B2C4C1-811F-4B30-93A7-1554AA0DEDEC}" dt="2023-10-26T23:11:11.386" v="631"/>
        <pc:sldMkLst>
          <pc:docMk/>
          <pc:sldMk cId="0" sldId="321"/>
        </pc:sldMkLst>
      </pc:sldChg>
      <pc:sldChg chg="add modTransition">
        <pc:chgData name="Tania López" userId="77f58189-e01e-4d35-9d35-b5786e1d02a6" providerId="ADAL" clId="{64B2C4C1-811F-4B30-93A7-1554AA0DEDEC}" dt="2023-10-26T23:11:11.386" v="631"/>
        <pc:sldMkLst>
          <pc:docMk/>
          <pc:sldMk cId="0" sldId="322"/>
        </pc:sldMkLst>
      </pc:sldChg>
      <pc:sldChg chg="add modTransition">
        <pc:chgData name="Tania López" userId="77f58189-e01e-4d35-9d35-b5786e1d02a6" providerId="ADAL" clId="{64B2C4C1-811F-4B30-93A7-1554AA0DEDEC}" dt="2023-10-26T23:11:11.386" v="631"/>
        <pc:sldMkLst>
          <pc:docMk/>
          <pc:sldMk cId="0" sldId="324"/>
        </pc:sldMkLst>
      </pc:sldChg>
      <pc:sldChg chg="modSp add mod modTransition">
        <pc:chgData name="Tania López" userId="77f58189-e01e-4d35-9d35-b5786e1d02a6" providerId="ADAL" clId="{64B2C4C1-811F-4B30-93A7-1554AA0DEDEC}" dt="2023-10-26T23:15:45.613" v="663" actId="403"/>
        <pc:sldMkLst>
          <pc:docMk/>
          <pc:sldMk cId="0" sldId="325"/>
        </pc:sldMkLst>
        <pc:spChg chg="mod">
          <ac:chgData name="Tania López" userId="77f58189-e01e-4d35-9d35-b5786e1d02a6" providerId="ADAL" clId="{64B2C4C1-811F-4B30-93A7-1554AA0DEDEC}" dt="2023-10-26T23:15:45.613" v="663" actId="403"/>
          <ac:spMkLst>
            <pc:docMk/>
            <pc:sldMk cId="0" sldId="325"/>
            <ac:spMk id="80901" creationId="{08485147-713B-4670-A4F2-D256ED1F4090}"/>
          </ac:spMkLst>
        </pc:spChg>
      </pc:sldChg>
      <pc:sldChg chg="add modTransition">
        <pc:chgData name="Tania López" userId="77f58189-e01e-4d35-9d35-b5786e1d02a6" providerId="ADAL" clId="{64B2C4C1-811F-4B30-93A7-1554AA0DEDEC}" dt="2023-10-26T23:11:11.386" v="631"/>
        <pc:sldMkLst>
          <pc:docMk/>
          <pc:sldMk cId="0" sldId="326"/>
        </pc:sldMkLst>
      </pc:sldChg>
      <pc:sldChg chg="add modTransition">
        <pc:chgData name="Tania López" userId="77f58189-e01e-4d35-9d35-b5786e1d02a6" providerId="ADAL" clId="{64B2C4C1-811F-4B30-93A7-1554AA0DEDEC}" dt="2023-10-26T23:11:11.386" v="631"/>
        <pc:sldMkLst>
          <pc:docMk/>
          <pc:sldMk cId="0" sldId="327"/>
        </pc:sldMkLst>
      </pc:sldChg>
      <pc:sldChg chg="add modTransition">
        <pc:chgData name="Tania López" userId="77f58189-e01e-4d35-9d35-b5786e1d02a6" providerId="ADAL" clId="{64B2C4C1-811F-4B30-93A7-1554AA0DEDEC}" dt="2023-10-26T23:11:11.386" v="631"/>
        <pc:sldMkLst>
          <pc:docMk/>
          <pc:sldMk cId="0" sldId="328"/>
        </pc:sldMkLst>
      </pc:sldChg>
      <pc:sldChg chg="modSp add mod modTransition">
        <pc:chgData name="Tania López" userId="77f58189-e01e-4d35-9d35-b5786e1d02a6" providerId="ADAL" clId="{64B2C4C1-811F-4B30-93A7-1554AA0DEDEC}" dt="2023-10-26T23:11:11.386" v="631"/>
        <pc:sldMkLst>
          <pc:docMk/>
          <pc:sldMk cId="0" sldId="329"/>
        </pc:sldMkLst>
        <pc:spChg chg="mod">
          <ac:chgData name="Tania López" userId="77f58189-e01e-4d35-9d35-b5786e1d02a6" providerId="ADAL" clId="{64B2C4C1-811F-4B30-93A7-1554AA0DEDEC}" dt="2023-10-26T23:10:43.402" v="625" actId="27636"/>
          <ac:spMkLst>
            <pc:docMk/>
            <pc:sldMk cId="0" sldId="329"/>
            <ac:spMk id="84997" creationId="{042BD07B-6610-4D3D-929B-A4B4B778FA0B}"/>
          </ac:spMkLst>
        </pc:spChg>
      </pc:sldChg>
      <pc:sldChg chg="add modTransition">
        <pc:chgData name="Tania López" userId="77f58189-e01e-4d35-9d35-b5786e1d02a6" providerId="ADAL" clId="{64B2C4C1-811F-4B30-93A7-1554AA0DEDEC}" dt="2023-10-26T23:11:11.386" v="631"/>
        <pc:sldMkLst>
          <pc:docMk/>
          <pc:sldMk cId="0" sldId="330"/>
        </pc:sldMkLst>
      </pc:sldChg>
      <pc:sldChg chg="add modTransition">
        <pc:chgData name="Tania López" userId="77f58189-e01e-4d35-9d35-b5786e1d02a6" providerId="ADAL" clId="{64B2C4C1-811F-4B30-93A7-1554AA0DEDEC}" dt="2023-10-26T23:11:11.386" v="631"/>
        <pc:sldMkLst>
          <pc:docMk/>
          <pc:sldMk cId="0" sldId="331"/>
        </pc:sldMkLst>
      </pc:sldChg>
      <pc:sldChg chg="add modTransition">
        <pc:chgData name="Tania López" userId="77f58189-e01e-4d35-9d35-b5786e1d02a6" providerId="ADAL" clId="{64B2C4C1-811F-4B30-93A7-1554AA0DEDEC}" dt="2023-10-26T23:11:11.386" v="631"/>
        <pc:sldMkLst>
          <pc:docMk/>
          <pc:sldMk cId="0" sldId="332"/>
        </pc:sldMkLst>
      </pc:sldChg>
      <pc:sldChg chg="add modTransition">
        <pc:chgData name="Tania López" userId="77f58189-e01e-4d35-9d35-b5786e1d02a6" providerId="ADAL" clId="{64B2C4C1-811F-4B30-93A7-1554AA0DEDEC}" dt="2023-10-26T23:11:11.386" v="631"/>
        <pc:sldMkLst>
          <pc:docMk/>
          <pc:sldMk cId="0" sldId="333"/>
        </pc:sldMkLst>
      </pc:sldChg>
      <pc:sldChg chg="add modTransition">
        <pc:chgData name="Tania López" userId="77f58189-e01e-4d35-9d35-b5786e1d02a6" providerId="ADAL" clId="{64B2C4C1-811F-4B30-93A7-1554AA0DEDEC}" dt="2023-10-26T23:11:11.386" v="631"/>
        <pc:sldMkLst>
          <pc:docMk/>
          <pc:sldMk cId="0" sldId="334"/>
        </pc:sldMkLst>
      </pc:sldChg>
      <pc:sldChg chg="add modTransition">
        <pc:chgData name="Tania López" userId="77f58189-e01e-4d35-9d35-b5786e1d02a6" providerId="ADAL" clId="{64B2C4C1-811F-4B30-93A7-1554AA0DEDEC}" dt="2023-10-26T23:11:11.386" v="631"/>
        <pc:sldMkLst>
          <pc:docMk/>
          <pc:sldMk cId="0" sldId="335"/>
        </pc:sldMkLst>
      </pc:sldChg>
      <pc:sldChg chg="modSp add mod modTransition">
        <pc:chgData name="Tania López" userId="77f58189-e01e-4d35-9d35-b5786e1d02a6" providerId="ADAL" clId="{64B2C4C1-811F-4B30-93A7-1554AA0DEDEC}" dt="2023-10-26T23:11:11.386" v="631"/>
        <pc:sldMkLst>
          <pc:docMk/>
          <pc:sldMk cId="0" sldId="336"/>
        </pc:sldMkLst>
        <pc:spChg chg="mod">
          <ac:chgData name="Tania López" userId="77f58189-e01e-4d35-9d35-b5786e1d02a6" providerId="ADAL" clId="{64B2C4C1-811F-4B30-93A7-1554AA0DEDEC}" dt="2023-10-26T23:10:43.417" v="626" actId="27636"/>
          <ac:spMkLst>
            <pc:docMk/>
            <pc:sldMk cId="0" sldId="336"/>
            <ac:spMk id="92165" creationId="{1416A600-2C44-4061-B342-83334F30256A}"/>
          </ac:spMkLst>
        </pc:spChg>
      </pc:sldChg>
      <pc:sldChg chg="modSp add mod modTransition">
        <pc:chgData name="Tania López" userId="77f58189-e01e-4d35-9d35-b5786e1d02a6" providerId="ADAL" clId="{64B2C4C1-811F-4B30-93A7-1554AA0DEDEC}" dt="2023-10-26T23:11:11.386" v="631"/>
        <pc:sldMkLst>
          <pc:docMk/>
          <pc:sldMk cId="0" sldId="337"/>
        </pc:sldMkLst>
        <pc:spChg chg="mod">
          <ac:chgData name="Tania López" userId="77f58189-e01e-4d35-9d35-b5786e1d02a6" providerId="ADAL" clId="{64B2C4C1-811F-4B30-93A7-1554AA0DEDEC}" dt="2023-10-26T23:10:43.433" v="627" actId="27636"/>
          <ac:spMkLst>
            <pc:docMk/>
            <pc:sldMk cId="0" sldId="337"/>
            <ac:spMk id="93189" creationId="{44469681-0BA7-4208-B9B3-90E89C46B264}"/>
          </ac:spMkLst>
        </pc:spChg>
      </pc:sldChg>
      <pc:sldChg chg="modSp add mod modTransition">
        <pc:chgData name="Tania López" userId="77f58189-e01e-4d35-9d35-b5786e1d02a6" providerId="ADAL" clId="{64B2C4C1-811F-4B30-93A7-1554AA0DEDEC}" dt="2023-10-26T23:11:11.386" v="631"/>
        <pc:sldMkLst>
          <pc:docMk/>
          <pc:sldMk cId="0" sldId="338"/>
        </pc:sldMkLst>
        <pc:spChg chg="mod">
          <ac:chgData name="Tania López" userId="77f58189-e01e-4d35-9d35-b5786e1d02a6" providerId="ADAL" clId="{64B2C4C1-811F-4B30-93A7-1554AA0DEDEC}" dt="2023-10-26T23:10:43.439" v="628" actId="27636"/>
          <ac:spMkLst>
            <pc:docMk/>
            <pc:sldMk cId="0" sldId="338"/>
            <ac:spMk id="94213" creationId="{477481FB-F99C-470C-A658-EE44F2A926A3}"/>
          </ac:spMkLst>
        </pc:spChg>
      </pc:sldChg>
      <pc:sldChg chg="add modTransition">
        <pc:chgData name="Tania López" userId="77f58189-e01e-4d35-9d35-b5786e1d02a6" providerId="ADAL" clId="{64B2C4C1-811F-4B30-93A7-1554AA0DEDEC}" dt="2023-10-26T23:11:11.386" v="631"/>
        <pc:sldMkLst>
          <pc:docMk/>
          <pc:sldMk cId="0" sldId="339"/>
        </pc:sldMkLst>
      </pc:sldChg>
      <pc:sldChg chg="add modTransition">
        <pc:chgData name="Tania López" userId="77f58189-e01e-4d35-9d35-b5786e1d02a6" providerId="ADAL" clId="{64B2C4C1-811F-4B30-93A7-1554AA0DEDEC}" dt="2023-10-26T23:11:11.386" v="631"/>
        <pc:sldMkLst>
          <pc:docMk/>
          <pc:sldMk cId="0" sldId="340"/>
        </pc:sldMkLst>
      </pc:sldChg>
      <pc:sldChg chg="add modTransition">
        <pc:chgData name="Tania López" userId="77f58189-e01e-4d35-9d35-b5786e1d02a6" providerId="ADAL" clId="{64B2C4C1-811F-4B30-93A7-1554AA0DEDEC}" dt="2023-10-26T23:11:11.386" v="631"/>
        <pc:sldMkLst>
          <pc:docMk/>
          <pc:sldMk cId="0" sldId="341"/>
        </pc:sldMkLst>
      </pc:sldChg>
      <pc:sldChg chg="modSp add mod modTransition">
        <pc:chgData name="Tania López" userId="77f58189-e01e-4d35-9d35-b5786e1d02a6" providerId="ADAL" clId="{64B2C4C1-811F-4B30-93A7-1554AA0DEDEC}" dt="2023-10-26T23:11:11.386" v="631"/>
        <pc:sldMkLst>
          <pc:docMk/>
          <pc:sldMk cId="0" sldId="342"/>
        </pc:sldMkLst>
        <pc:spChg chg="mod">
          <ac:chgData name="Tania López" userId="77f58189-e01e-4d35-9d35-b5786e1d02a6" providerId="ADAL" clId="{64B2C4C1-811F-4B30-93A7-1554AA0DEDEC}" dt="2023-10-26T23:10:43.449" v="629" actId="27636"/>
          <ac:spMkLst>
            <pc:docMk/>
            <pc:sldMk cId="0" sldId="342"/>
            <ac:spMk id="98309" creationId="{1A2836AC-5145-4700-913C-5D0D122B390F}"/>
          </ac:spMkLst>
        </pc:spChg>
      </pc:sldChg>
      <pc:sldChg chg="add modTransition">
        <pc:chgData name="Tania López" userId="77f58189-e01e-4d35-9d35-b5786e1d02a6" providerId="ADAL" clId="{64B2C4C1-811F-4B30-93A7-1554AA0DEDEC}" dt="2023-10-26T23:11:11.386" v="631"/>
        <pc:sldMkLst>
          <pc:docMk/>
          <pc:sldMk cId="0" sldId="343"/>
        </pc:sldMkLst>
      </pc:sldChg>
      <pc:sldChg chg="del">
        <pc:chgData name="Tania López" userId="77f58189-e01e-4d35-9d35-b5786e1d02a6" providerId="ADAL" clId="{64B2C4C1-811F-4B30-93A7-1554AA0DEDEC}" dt="2023-10-26T21:54:07.859" v="13" actId="47"/>
        <pc:sldMkLst>
          <pc:docMk/>
          <pc:sldMk cId="2698111336" sldId="343"/>
        </pc:sldMkLst>
      </pc:sldChg>
      <pc:sldChg chg="add modTransition">
        <pc:chgData name="Tania López" userId="77f58189-e01e-4d35-9d35-b5786e1d02a6" providerId="ADAL" clId="{64B2C4C1-811F-4B30-93A7-1554AA0DEDEC}" dt="2023-10-26T23:11:11.386" v="631"/>
        <pc:sldMkLst>
          <pc:docMk/>
          <pc:sldMk cId="0" sldId="344"/>
        </pc:sldMkLst>
      </pc:sldChg>
      <pc:sldChg chg="del">
        <pc:chgData name="Tania López" userId="77f58189-e01e-4d35-9d35-b5786e1d02a6" providerId="ADAL" clId="{64B2C4C1-811F-4B30-93A7-1554AA0DEDEC}" dt="2023-10-26T21:54:07.859" v="13" actId="47"/>
        <pc:sldMkLst>
          <pc:docMk/>
          <pc:sldMk cId="1605939230" sldId="344"/>
        </pc:sldMkLst>
      </pc:sldChg>
      <pc:sldChg chg="del">
        <pc:chgData name="Tania López" userId="77f58189-e01e-4d35-9d35-b5786e1d02a6" providerId="ADAL" clId="{64B2C4C1-811F-4B30-93A7-1554AA0DEDEC}" dt="2023-10-26T21:54:07.859" v="13" actId="47"/>
        <pc:sldMkLst>
          <pc:docMk/>
          <pc:sldMk cId="2138848956" sldId="347"/>
        </pc:sldMkLst>
      </pc:sldChg>
      <pc:sldChg chg="del">
        <pc:chgData name="Tania López" userId="77f58189-e01e-4d35-9d35-b5786e1d02a6" providerId="ADAL" clId="{64B2C4C1-811F-4B30-93A7-1554AA0DEDEC}" dt="2023-10-26T21:54:07.859" v="13" actId="47"/>
        <pc:sldMkLst>
          <pc:docMk/>
          <pc:sldMk cId="3425659044" sldId="348"/>
        </pc:sldMkLst>
      </pc:sldChg>
      <pc:sldChg chg="del">
        <pc:chgData name="Tania López" userId="77f58189-e01e-4d35-9d35-b5786e1d02a6" providerId="ADAL" clId="{64B2C4C1-811F-4B30-93A7-1554AA0DEDEC}" dt="2023-10-26T21:54:07.859" v="13" actId="47"/>
        <pc:sldMkLst>
          <pc:docMk/>
          <pc:sldMk cId="251995193" sldId="349"/>
        </pc:sldMkLst>
      </pc:sldChg>
      <pc:sldChg chg="del">
        <pc:chgData name="Tania López" userId="77f58189-e01e-4d35-9d35-b5786e1d02a6" providerId="ADAL" clId="{64B2C4C1-811F-4B30-93A7-1554AA0DEDEC}" dt="2023-10-26T21:54:07.859" v="13" actId="47"/>
        <pc:sldMkLst>
          <pc:docMk/>
          <pc:sldMk cId="759885736" sldId="350"/>
        </pc:sldMkLst>
      </pc:sldChg>
      <pc:sldChg chg="del">
        <pc:chgData name="Tania López" userId="77f58189-e01e-4d35-9d35-b5786e1d02a6" providerId="ADAL" clId="{64B2C4C1-811F-4B30-93A7-1554AA0DEDEC}" dt="2023-10-26T21:54:07.859" v="13" actId="47"/>
        <pc:sldMkLst>
          <pc:docMk/>
          <pc:sldMk cId="3621971893" sldId="351"/>
        </pc:sldMkLst>
      </pc:sldChg>
      <pc:sldChg chg="del">
        <pc:chgData name="Tania López" userId="77f58189-e01e-4d35-9d35-b5786e1d02a6" providerId="ADAL" clId="{64B2C4C1-811F-4B30-93A7-1554AA0DEDEC}" dt="2023-10-26T21:54:07.859" v="13" actId="47"/>
        <pc:sldMkLst>
          <pc:docMk/>
          <pc:sldMk cId="1503159931" sldId="352"/>
        </pc:sldMkLst>
      </pc:sldChg>
      <pc:sldChg chg="del">
        <pc:chgData name="Tania López" userId="77f58189-e01e-4d35-9d35-b5786e1d02a6" providerId="ADAL" clId="{64B2C4C1-811F-4B30-93A7-1554AA0DEDEC}" dt="2023-10-26T21:54:07.859" v="13" actId="47"/>
        <pc:sldMkLst>
          <pc:docMk/>
          <pc:sldMk cId="252895482" sldId="353"/>
        </pc:sldMkLst>
      </pc:sldChg>
      <pc:sldChg chg="add modTransition">
        <pc:chgData name="Tania López" userId="77f58189-e01e-4d35-9d35-b5786e1d02a6" providerId="ADAL" clId="{64B2C4C1-811F-4B30-93A7-1554AA0DEDEC}" dt="2023-10-26T23:11:11.386" v="631"/>
        <pc:sldMkLst>
          <pc:docMk/>
          <pc:sldMk cId="0" sldId="355"/>
        </pc:sldMkLst>
      </pc:sldChg>
      <pc:sldChg chg="add modTransition">
        <pc:chgData name="Tania López" userId="77f58189-e01e-4d35-9d35-b5786e1d02a6" providerId="ADAL" clId="{64B2C4C1-811F-4B30-93A7-1554AA0DEDEC}" dt="2023-10-26T23:11:11.386" v="631"/>
        <pc:sldMkLst>
          <pc:docMk/>
          <pc:sldMk cId="0" sldId="356"/>
        </pc:sldMkLst>
      </pc:sldChg>
      <pc:sldChg chg="add modTransition">
        <pc:chgData name="Tania López" userId="77f58189-e01e-4d35-9d35-b5786e1d02a6" providerId="ADAL" clId="{64B2C4C1-811F-4B30-93A7-1554AA0DEDEC}" dt="2023-10-26T23:11:11.386" v="631"/>
        <pc:sldMkLst>
          <pc:docMk/>
          <pc:sldMk cId="0" sldId="362"/>
        </pc:sldMkLst>
      </pc:sldChg>
      <pc:sldChg chg="add modTransition">
        <pc:chgData name="Tania López" userId="77f58189-e01e-4d35-9d35-b5786e1d02a6" providerId="ADAL" clId="{64B2C4C1-811F-4B30-93A7-1554AA0DEDEC}" dt="2023-10-26T23:11:11.386" v="631"/>
        <pc:sldMkLst>
          <pc:docMk/>
          <pc:sldMk cId="0" sldId="363"/>
        </pc:sldMkLst>
      </pc:sldChg>
      <pc:sldChg chg="add del modTransition">
        <pc:chgData name="Tania López" userId="77f58189-e01e-4d35-9d35-b5786e1d02a6" providerId="ADAL" clId="{64B2C4C1-811F-4B30-93A7-1554AA0DEDEC}" dt="2023-10-26T23:15:35.515" v="661" actId="47"/>
        <pc:sldMkLst>
          <pc:docMk/>
          <pc:sldMk cId="0" sldId="36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6B517B-BA37-4EA1-96B0-79C9BB076268}" type="datetimeFigureOut">
              <a:rPr lang="es-MX" smtClean="0"/>
              <a:t>17/01/2024</a:t>
            </a:fld>
            <a:endParaRPr lang="es-MX"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960C16-F48E-4A39-A39D-712CE0F1270B}" type="slidenum">
              <a:rPr lang="es-MX" smtClean="0"/>
              <a:t>‹Nº›</a:t>
            </a:fld>
            <a:endParaRPr lang="es-MX" dirty="0"/>
          </a:p>
        </p:txBody>
      </p:sp>
    </p:spTree>
    <p:extLst>
      <p:ext uri="{BB962C8B-B14F-4D97-AF65-F5344CB8AC3E}">
        <p14:creationId xmlns:p14="http://schemas.microsoft.com/office/powerpoint/2010/main" val="1717277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44960C16-F48E-4A39-A39D-712CE0F1270B}" type="slidenum">
              <a:rPr lang="es-MX" smtClean="0"/>
              <a:t>3</a:t>
            </a:fld>
            <a:endParaRPr lang="es-MX" dirty="0"/>
          </a:p>
        </p:txBody>
      </p:sp>
    </p:spTree>
    <p:extLst>
      <p:ext uri="{BB962C8B-B14F-4D97-AF65-F5344CB8AC3E}">
        <p14:creationId xmlns:p14="http://schemas.microsoft.com/office/powerpoint/2010/main" val="2672260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44960C16-F48E-4A39-A39D-712CE0F1270B}" type="slidenum">
              <a:rPr lang="es-MX" smtClean="0"/>
              <a:t>32</a:t>
            </a:fld>
            <a:endParaRPr lang="es-MX" dirty="0"/>
          </a:p>
        </p:txBody>
      </p:sp>
    </p:spTree>
    <p:extLst>
      <p:ext uri="{BB962C8B-B14F-4D97-AF65-F5344CB8AC3E}">
        <p14:creationId xmlns:p14="http://schemas.microsoft.com/office/powerpoint/2010/main" val="1061468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6689B12-3AFC-4007-B077-EF4586EE844E}"/>
              </a:ext>
            </a:extLst>
          </p:cNvPr>
          <p:cNvSpPr>
            <a:spLocks noGrp="1" noChangeArrowheads="1"/>
          </p:cNvSpPr>
          <p:nvPr>
            <p:ph type="sldNum" sz="quarter" idx="5"/>
          </p:nvPr>
        </p:nvSpPr>
        <p:spPr>
          <a:ln/>
        </p:spPr>
        <p:txBody>
          <a:bodyPr/>
          <a:lstStyle/>
          <a:p>
            <a:fld id="{16B4ABEE-0267-46EB-A375-F981B245C2E0}" type="slidenum">
              <a:rPr lang="es-ES" altLang="es-MX"/>
              <a:pPr/>
              <a:t>34</a:t>
            </a:fld>
            <a:endParaRPr lang="es-ES" altLang="es-MX" dirty="0"/>
          </a:p>
        </p:txBody>
      </p:sp>
      <p:sp>
        <p:nvSpPr>
          <p:cNvPr id="104450" name="Rectangle 2">
            <a:extLst>
              <a:ext uri="{FF2B5EF4-FFF2-40B4-BE49-F238E27FC236}">
                <a16:creationId xmlns:a16="http://schemas.microsoft.com/office/drawing/2014/main" id="{F6DC45ED-DC9A-4024-A298-7B7FA6AE2F62}"/>
              </a:ext>
            </a:extLst>
          </p:cNvPr>
          <p:cNvSpPr>
            <a:spLocks noGrp="1" noRot="1" noChangeAspect="1" noChangeArrowheads="1" noTextEdit="1"/>
          </p:cNvSpPr>
          <p:nvPr>
            <p:ph type="sldImg"/>
          </p:nvPr>
        </p:nvSpPr>
        <p:spPr>
          <a:ln/>
        </p:spPr>
      </p:sp>
      <p:sp>
        <p:nvSpPr>
          <p:cNvPr id="104451" name="Rectangle 3">
            <a:extLst>
              <a:ext uri="{FF2B5EF4-FFF2-40B4-BE49-F238E27FC236}">
                <a16:creationId xmlns:a16="http://schemas.microsoft.com/office/drawing/2014/main" id="{06742659-1181-4D52-BE44-C0A5CEFFD5C9}"/>
              </a:ext>
            </a:extLst>
          </p:cNvPr>
          <p:cNvSpPr>
            <a:spLocks noGrp="1" noChangeArrowheads="1"/>
          </p:cNvSpPr>
          <p:nvPr>
            <p:ph type="body" idx="1"/>
          </p:nvPr>
        </p:nvSpPr>
        <p:spPr/>
        <p:txBody>
          <a:bodyPr/>
          <a:lstStyle/>
          <a:p>
            <a:endParaRPr lang="es-ES" altLang="es-MX"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2EEC351-3E75-43C0-898C-054A20BDF751}"/>
              </a:ext>
            </a:extLst>
          </p:cNvPr>
          <p:cNvSpPr>
            <a:spLocks noGrp="1" noChangeArrowheads="1"/>
          </p:cNvSpPr>
          <p:nvPr>
            <p:ph type="sldNum" sz="quarter" idx="5"/>
          </p:nvPr>
        </p:nvSpPr>
        <p:spPr>
          <a:ln/>
        </p:spPr>
        <p:txBody>
          <a:bodyPr/>
          <a:lstStyle/>
          <a:p>
            <a:fld id="{1475B4AE-D040-4AC2-AE3A-3955A169F803}" type="slidenum">
              <a:rPr lang="es-ES" altLang="es-MX"/>
              <a:pPr/>
              <a:t>40</a:t>
            </a:fld>
            <a:endParaRPr lang="es-ES" altLang="es-MX" dirty="0"/>
          </a:p>
        </p:txBody>
      </p:sp>
      <p:sp>
        <p:nvSpPr>
          <p:cNvPr id="139266" name="Rectangle 2">
            <a:extLst>
              <a:ext uri="{FF2B5EF4-FFF2-40B4-BE49-F238E27FC236}">
                <a16:creationId xmlns:a16="http://schemas.microsoft.com/office/drawing/2014/main" id="{A1165AA3-3904-4DFE-8E24-F201FA67AFC8}"/>
              </a:ext>
            </a:extLst>
          </p:cNvPr>
          <p:cNvSpPr>
            <a:spLocks noGrp="1" noRot="1" noChangeAspect="1" noChangeArrowheads="1" noTextEdit="1"/>
          </p:cNvSpPr>
          <p:nvPr>
            <p:ph type="sldImg"/>
          </p:nvPr>
        </p:nvSpPr>
        <p:spPr>
          <a:ln/>
        </p:spPr>
      </p:sp>
      <p:sp>
        <p:nvSpPr>
          <p:cNvPr id="139267" name="Rectangle 3">
            <a:extLst>
              <a:ext uri="{FF2B5EF4-FFF2-40B4-BE49-F238E27FC236}">
                <a16:creationId xmlns:a16="http://schemas.microsoft.com/office/drawing/2014/main" id="{28F0D76A-736C-4EF5-925C-5F2875CF9042}"/>
              </a:ext>
            </a:extLst>
          </p:cNvPr>
          <p:cNvSpPr>
            <a:spLocks noGrp="1" noChangeArrowheads="1"/>
          </p:cNvSpPr>
          <p:nvPr>
            <p:ph type="body" idx="1"/>
          </p:nvPr>
        </p:nvSpPr>
        <p:spPr/>
        <p:txBody>
          <a:bodyPr/>
          <a:lstStyle/>
          <a:p>
            <a:r>
              <a:rPr lang="es-MX" altLang="es-MX" dirty="0"/>
              <a:t>Add:        9  Det      1 Ftr</a:t>
            </a:r>
          </a:p>
          <a:p>
            <a:r>
              <a:rPr lang="es-MX" altLang="es-MX" dirty="0"/>
              <a:t>Change:   9 Det       1 Ftr</a:t>
            </a:r>
          </a:p>
          <a:p>
            <a:r>
              <a:rPr lang="es-MX" altLang="es-MX" dirty="0"/>
              <a:t>Delete :  3 Det         1 ftr  (clave+ boton+error)</a:t>
            </a:r>
            <a:endParaRPr lang="es-ES" altLang="es-MX"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44960C16-F48E-4A39-A39D-712CE0F1270B}" type="slidenum">
              <a:rPr lang="es-MX" smtClean="0"/>
              <a:t>50</a:t>
            </a:fld>
            <a:endParaRPr lang="es-MX" dirty="0"/>
          </a:p>
        </p:txBody>
      </p:sp>
    </p:spTree>
    <p:extLst>
      <p:ext uri="{BB962C8B-B14F-4D97-AF65-F5344CB8AC3E}">
        <p14:creationId xmlns:p14="http://schemas.microsoft.com/office/powerpoint/2010/main" val="1972375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CBC567A-4D0C-4579-A2D1-6970F50931F1}"/>
              </a:ext>
            </a:extLst>
          </p:cNvPr>
          <p:cNvSpPr>
            <a:spLocks noGrp="1" noChangeArrowheads="1"/>
          </p:cNvSpPr>
          <p:nvPr>
            <p:ph type="sldNum" sz="quarter" idx="5"/>
          </p:nvPr>
        </p:nvSpPr>
        <p:spPr>
          <a:ln/>
        </p:spPr>
        <p:txBody>
          <a:bodyPr/>
          <a:lstStyle/>
          <a:p>
            <a:fld id="{6DB48CF6-3022-442F-BDE6-439FD7EACB86}" type="slidenum">
              <a:rPr lang="es-ES" altLang="es-MX"/>
              <a:pPr/>
              <a:t>57</a:t>
            </a:fld>
            <a:endParaRPr lang="es-ES" altLang="es-MX" dirty="0"/>
          </a:p>
        </p:txBody>
      </p:sp>
      <p:sp>
        <p:nvSpPr>
          <p:cNvPr id="133122" name="Rectangle 2">
            <a:extLst>
              <a:ext uri="{FF2B5EF4-FFF2-40B4-BE49-F238E27FC236}">
                <a16:creationId xmlns:a16="http://schemas.microsoft.com/office/drawing/2014/main" id="{6A9D85AD-93D0-4070-B29F-68F20303ED65}"/>
              </a:ext>
            </a:extLst>
          </p:cNvPr>
          <p:cNvSpPr>
            <a:spLocks noGrp="1" noRot="1" noChangeAspect="1" noChangeArrowheads="1" noTextEdit="1"/>
          </p:cNvSpPr>
          <p:nvPr>
            <p:ph type="sldImg"/>
          </p:nvPr>
        </p:nvSpPr>
        <p:spPr>
          <a:ln/>
        </p:spPr>
      </p:sp>
      <p:sp>
        <p:nvSpPr>
          <p:cNvPr id="133123" name="Rectangle 3">
            <a:extLst>
              <a:ext uri="{FF2B5EF4-FFF2-40B4-BE49-F238E27FC236}">
                <a16:creationId xmlns:a16="http://schemas.microsoft.com/office/drawing/2014/main" id="{EAFC578F-72CC-4E82-8AB0-D236A19D5CC0}"/>
              </a:ext>
            </a:extLst>
          </p:cNvPr>
          <p:cNvSpPr>
            <a:spLocks noGrp="1" noChangeArrowheads="1"/>
          </p:cNvSpPr>
          <p:nvPr>
            <p:ph type="body" idx="1"/>
          </p:nvPr>
        </p:nvSpPr>
        <p:spPr/>
        <p:txBody>
          <a:bodyPr/>
          <a:lstStyle/>
          <a:p>
            <a:r>
              <a:rPr lang="es-MX" altLang="es-MX" dirty="0"/>
              <a:t>Tener en cuenta</a:t>
            </a:r>
            <a:endParaRPr lang="es-ES" altLang="es-MX"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60576F3-B9BF-4978-B203-5D83795BE0BA}"/>
              </a:ext>
            </a:extLst>
          </p:cNvPr>
          <p:cNvSpPr>
            <a:spLocks noGrp="1" noChangeArrowheads="1"/>
          </p:cNvSpPr>
          <p:nvPr>
            <p:ph type="sldNum" sz="quarter" idx="5"/>
          </p:nvPr>
        </p:nvSpPr>
        <p:spPr>
          <a:ln/>
        </p:spPr>
        <p:txBody>
          <a:bodyPr/>
          <a:lstStyle/>
          <a:p>
            <a:fld id="{AF20E4A3-C99A-4664-A704-E65D268BED0C}" type="slidenum">
              <a:rPr lang="es-ES" altLang="es-MX"/>
              <a:pPr/>
              <a:t>59</a:t>
            </a:fld>
            <a:endParaRPr lang="es-ES" altLang="es-MX" dirty="0"/>
          </a:p>
        </p:txBody>
      </p:sp>
      <p:sp>
        <p:nvSpPr>
          <p:cNvPr id="134146" name="Rectangle 2">
            <a:extLst>
              <a:ext uri="{FF2B5EF4-FFF2-40B4-BE49-F238E27FC236}">
                <a16:creationId xmlns:a16="http://schemas.microsoft.com/office/drawing/2014/main" id="{8A8C1C02-2F1E-4B90-AD22-91D85429715F}"/>
              </a:ext>
            </a:extLst>
          </p:cNvPr>
          <p:cNvSpPr>
            <a:spLocks noGrp="1" noRot="1" noChangeAspect="1" noChangeArrowheads="1" noTextEdit="1"/>
          </p:cNvSpPr>
          <p:nvPr>
            <p:ph type="sldImg"/>
          </p:nvPr>
        </p:nvSpPr>
        <p:spPr>
          <a:ln/>
        </p:spPr>
      </p:sp>
      <p:sp>
        <p:nvSpPr>
          <p:cNvPr id="134147" name="Rectangle 3">
            <a:extLst>
              <a:ext uri="{FF2B5EF4-FFF2-40B4-BE49-F238E27FC236}">
                <a16:creationId xmlns:a16="http://schemas.microsoft.com/office/drawing/2014/main" id="{C27D91A5-65A1-4337-9309-8BA12C15DE7A}"/>
              </a:ext>
            </a:extLst>
          </p:cNvPr>
          <p:cNvSpPr>
            <a:spLocks noGrp="1" noChangeArrowheads="1"/>
          </p:cNvSpPr>
          <p:nvPr>
            <p:ph type="body" idx="1"/>
          </p:nvPr>
        </p:nvSpPr>
        <p:spPr/>
        <p:txBody>
          <a:bodyPr/>
          <a:lstStyle/>
          <a:p>
            <a:r>
              <a:rPr lang="es-MX" altLang="es-MX" dirty="0"/>
              <a:t>Tener en cuenta</a:t>
            </a:r>
            <a:endParaRPr lang="es-ES" altLang="es-MX"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7C48A52-E5F4-4162-A5F0-FD21A2286ED4}"/>
              </a:ext>
            </a:extLst>
          </p:cNvPr>
          <p:cNvSpPr>
            <a:spLocks noGrp="1" noChangeArrowheads="1"/>
          </p:cNvSpPr>
          <p:nvPr>
            <p:ph type="sldNum" sz="quarter" idx="5"/>
          </p:nvPr>
        </p:nvSpPr>
        <p:spPr>
          <a:ln/>
        </p:spPr>
        <p:txBody>
          <a:bodyPr/>
          <a:lstStyle/>
          <a:p>
            <a:fld id="{4455F1F5-C859-447C-B923-5B72B3B37EF5}" type="slidenum">
              <a:rPr lang="es-ES" altLang="es-MX"/>
              <a:pPr/>
              <a:t>65</a:t>
            </a:fld>
            <a:endParaRPr lang="es-ES" altLang="es-MX" dirty="0"/>
          </a:p>
        </p:txBody>
      </p:sp>
      <p:sp>
        <p:nvSpPr>
          <p:cNvPr id="105474" name="Rectangle 2">
            <a:extLst>
              <a:ext uri="{FF2B5EF4-FFF2-40B4-BE49-F238E27FC236}">
                <a16:creationId xmlns:a16="http://schemas.microsoft.com/office/drawing/2014/main" id="{29AD76C5-A9BF-4B50-AF91-38A1B5E3ED20}"/>
              </a:ext>
            </a:extLst>
          </p:cNvPr>
          <p:cNvSpPr>
            <a:spLocks noGrp="1" noRot="1" noChangeAspect="1" noChangeArrowheads="1" noTextEdit="1"/>
          </p:cNvSpPr>
          <p:nvPr>
            <p:ph type="sldImg"/>
          </p:nvPr>
        </p:nvSpPr>
        <p:spPr>
          <a:ln/>
        </p:spPr>
      </p:sp>
      <p:sp>
        <p:nvSpPr>
          <p:cNvPr id="105475" name="Rectangle 3">
            <a:extLst>
              <a:ext uri="{FF2B5EF4-FFF2-40B4-BE49-F238E27FC236}">
                <a16:creationId xmlns:a16="http://schemas.microsoft.com/office/drawing/2014/main" id="{41E60737-CC34-4462-BE7E-38C355AB7BEA}"/>
              </a:ext>
            </a:extLst>
          </p:cNvPr>
          <p:cNvSpPr>
            <a:spLocks noGrp="1" noChangeArrowheads="1"/>
          </p:cNvSpPr>
          <p:nvPr>
            <p:ph type="body" idx="1"/>
          </p:nvPr>
        </p:nvSpPr>
        <p:spPr/>
        <p:txBody>
          <a:bodyPr/>
          <a:lstStyle/>
          <a:p>
            <a:r>
              <a:rPr lang="es-MX" altLang="es-MX" dirty="0"/>
              <a:t>Tener en cuenta. Ej Sap</a:t>
            </a:r>
            <a:endParaRPr lang="es-ES" altLang="es-MX"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F715906-F8C0-4B6B-A9EC-B4C8CE1DE6A5}"/>
              </a:ext>
            </a:extLst>
          </p:cNvPr>
          <p:cNvSpPr>
            <a:spLocks noGrp="1" noChangeArrowheads="1"/>
          </p:cNvSpPr>
          <p:nvPr>
            <p:ph type="sldNum" sz="quarter" idx="5"/>
          </p:nvPr>
        </p:nvSpPr>
        <p:spPr>
          <a:ln/>
        </p:spPr>
        <p:txBody>
          <a:bodyPr/>
          <a:lstStyle/>
          <a:p>
            <a:fld id="{4FAAEA28-AD72-49CB-9698-2F5F4F41501B}" type="slidenum">
              <a:rPr lang="es-ES" altLang="es-MX"/>
              <a:pPr/>
              <a:t>66</a:t>
            </a:fld>
            <a:endParaRPr lang="es-ES" altLang="es-MX" dirty="0"/>
          </a:p>
        </p:txBody>
      </p:sp>
      <p:sp>
        <p:nvSpPr>
          <p:cNvPr id="135170" name="Rectangle 2">
            <a:extLst>
              <a:ext uri="{FF2B5EF4-FFF2-40B4-BE49-F238E27FC236}">
                <a16:creationId xmlns:a16="http://schemas.microsoft.com/office/drawing/2014/main" id="{377F3185-DD69-4734-8192-25E863213E09}"/>
              </a:ext>
            </a:extLst>
          </p:cNvPr>
          <p:cNvSpPr>
            <a:spLocks noGrp="1" noRot="1" noChangeAspect="1" noChangeArrowheads="1" noTextEdit="1"/>
          </p:cNvSpPr>
          <p:nvPr>
            <p:ph type="sldImg"/>
          </p:nvPr>
        </p:nvSpPr>
        <p:spPr>
          <a:ln/>
        </p:spPr>
      </p:sp>
      <p:sp>
        <p:nvSpPr>
          <p:cNvPr id="135171" name="Rectangle 3">
            <a:extLst>
              <a:ext uri="{FF2B5EF4-FFF2-40B4-BE49-F238E27FC236}">
                <a16:creationId xmlns:a16="http://schemas.microsoft.com/office/drawing/2014/main" id="{6F9843F0-2C5D-4E26-BF86-2CB3E2C67415}"/>
              </a:ext>
            </a:extLst>
          </p:cNvPr>
          <p:cNvSpPr>
            <a:spLocks noGrp="1" noChangeArrowheads="1"/>
          </p:cNvSpPr>
          <p:nvPr>
            <p:ph type="body" idx="1"/>
          </p:nvPr>
        </p:nvSpPr>
        <p:spPr/>
        <p:txBody>
          <a:bodyPr/>
          <a:lstStyle/>
          <a:p>
            <a:r>
              <a:rPr lang="es-MX" altLang="es-MX" dirty="0"/>
              <a:t>Tener en cuenta</a:t>
            </a:r>
            <a:endParaRPr lang="es-ES" altLang="es-MX"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77D1644-5392-4AAE-8E38-83FA8E58FEE8}"/>
              </a:ext>
            </a:extLst>
          </p:cNvPr>
          <p:cNvSpPr>
            <a:spLocks noGrp="1" noChangeArrowheads="1"/>
          </p:cNvSpPr>
          <p:nvPr>
            <p:ph type="sldNum" sz="quarter" idx="5"/>
          </p:nvPr>
        </p:nvSpPr>
        <p:spPr>
          <a:ln/>
        </p:spPr>
        <p:txBody>
          <a:bodyPr/>
          <a:lstStyle/>
          <a:p>
            <a:fld id="{349C7F21-700F-4C2F-A7D2-669A62387CFA}" type="slidenum">
              <a:rPr lang="es-ES" altLang="es-MX"/>
              <a:pPr/>
              <a:t>69</a:t>
            </a:fld>
            <a:endParaRPr lang="es-ES" altLang="es-MX" dirty="0"/>
          </a:p>
        </p:txBody>
      </p:sp>
      <p:sp>
        <p:nvSpPr>
          <p:cNvPr id="136194" name="Rectangle 2">
            <a:extLst>
              <a:ext uri="{FF2B5EF4-FFF2-40B4-BE49-F238E27FC236}">
                <a16:creationId xmlns:a16="http://schemas.microsoft.com/office/drawing/2014/main" id="{963F7670-5E08-4FDF-B558-F8520D9534BD}"/>
              </a:ext>
            </a:extLst>
          </p:cNvPr>
          <p:cNvSpPr>
            <a:spLocks noGrp="1" noRot="1" noChangeAspect="1" noChangeArrowheads="1" noTextEdit="1"/>
          </p:cNvSpPr>
          <p:nvPr>
            <p:ph type="sldImg"/>
          </p:nvPr>
        </p:nvSpPr>
        <p:spPr>
          <a:ln/>
        </p:spPr>
      </p:sp>
      <p:sp>
        <p:nvSpPr>
          <p:cNvPr id="136195" name="Rectangle 3">
            <a:extLst>
              <a:ext uri="{FF2B5EF4-FFF2-40B4-BE49-F238E27FC236}">
                <a16:creationId xmlns:a16="http://schemas.microsoft.com/office/drawing/2014/main" id="{8F3EA19B-D303-4F94-A258-662D604ADF39}"/>
              </a:ext>
            </a:extLst>
          </p:cNvPr>
          <p:cNvSpPr>
            <a:spLocks noGrp="1" noChangeArrowheads="1"/>
          </p:cNvSpPr>
          <p:nvPr>
            <p:ph type="body" idx="1"/>
          </p:nvPr>
        </p:nvSpPr>
        <p:spPr/>
        <p:txBody>
          <a:bodyPr/>
          <a:lstStyle/>
          <a:p>
            <a:r>
              <a:rPr lang="es-MX" altLang="es-MX" dirty="0"/>
              <a:t>Tener en cuenta.</a:t>
            </a:r>
            <a:endParaRPr lang="es-ES" altLang="es-MX"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p:cNvSpPr>
            <a:spLocks noGrp="1"/>
          </p:cNvSpPr>
          <p:nvPr>
            <p:ph type="dt" sz="half" idx="10"/>
          </p:nvPr>
        </p:nvSpPr>
        <p:spPr/>
        <p:txBody>
          <a:bodyPr/>
          <a:lstStyle/>
          <a:p>
            <a:fld id="{A66DAB19-D868-4620-A06A-DD1486530B4C}" type="datetimeFigureOut">
              <a:rPr lang="es-MX" smtClean="0"/>
              <a:t>17/01/2024</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1069988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10"/>
          </p:nvPr>
        </p:nvSpPr>
        <p:spPr/>
        <p:txBody>
          <a:bodyPr/>
          <a:lstStyle/>
          <a:p>
            <a:fld id="{A66DAB19-D868-4620-A06A-DD1486530B4C}" type="datetimeFigureOut">
              <a:rPr lang="es-MX" smtClean="0"/>
              <a:t>17/01/2024</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229476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A66DAB19-D868-4620-A06A-DD1486530B4C}" type="datetimeFigureOut">
              <a:rPr lang="es-MX" smtClean="0"/>
              <a:t>17/01/2024</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3735998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p:cNvSpPr>
            <a:spLocks noGrp="1"/>
          </p:cNvSpPr>
          <p:nvPr>
            <p:ph type="dt" sz="half" idx="10"/>
          </p:nvPr>
        </p:nvSpPr>
        <p:spPr/>
        <p:txBody>
          <a:bodyPr/>
          <a:lstStyle/>
          <a:p>
            <a:fld id="{A66DAB19-D868-4620-A06A-DD1486530B4C}" type="datetimeFigureOut">
              <a:rPr lang="es-MX" smtClean="0"/>
              <a:t>17/01/2024</a:t>
            </a:fld>
            <a:endParaRPr lang="es-MX" dirty="0"/>
          </a:p>
        </p:txBody>
      </p:sp>
      <p:sp>
        <p:nvSpPr>
          <p:cNvPr id="6" name="Marcador de pie de página 5"/>
          <p:cNvSpPr>
            <a:spLocks noGrp="1"/>
          </p:cNvSpPr>
          <p:nvPr>
            <p:ph type="ftr" sz="quarter" idx="11"/>
          </p:nvPr>
        </p:nvSpPr>
        <p:spPr/>
        <p:txBody>
          <a:bodyPr/>
          <a:lstStyle/>
          <a:p>
            <a:endParaRPr lang="es-MX" dirty="0"/>
          </a:p>
        </p:txBody>
      </p:sp>
      <p:sp>
        <p:nvSpPr>
          <p:cNvPr id="7" name="Marcador de número de diapositiva 6"/>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3799010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p:cNvSpPr>
            <a:spLocks noGrp="1"/>
          </p:cNvSpPr>
          <p:nvPr>
            <p:ph type="dt" sz="half" idx="10"/>
          </p:nvPr>
        </p:nvSpPr>
        <p:spPr/>
        <p:txBody>
          <a:bodyPr/>
          <a:lstStyle/>
          <a:p>
            <a:fld id="{A66DAB19-D868-4620-A06A-DD1486530B4C}" type="datetimeFigureOut">
              <a:rPr lang="es-MX" smtClean="0"/>
              <a:t>17/01/2024</a:t>
            </a:fld>
            <a:endParaRPr lang="es-MX" dirty="0"/>
          </a:p>
        </p:txBody>
      </p:sp>
      <p:sp>
        <p:nvSpPr>
          <p:cNvPr id="8" name="Marcador de pie de página 7"/>
          <p:cNvSpPr>
            <a:spLocks noGrp="1"/>
          </p:cNvSpPr>
          <p:nvPr>
            <p:ph type="ftr" sz="quarter" idx="11"/>
          </p:nvPr>
        </p:nvSpPr>
        <p:spPr/>
        <p:txBody>
          <a:bodyPr/>
          <a:lstStyle/>
          <a:p>
            <a:endParaRPr lang="es-MX" dirty="0"/>
          </a:p>
        </p:txBody>
      </p:sp>
      <p:sp>
        <p:nvSpPr>
          <p:cNvPr id="9" name="Marcador de número de diapositiva 8"/>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326707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fecha 2"/>
          <p:cNvSpPr>
            <a:spLocks noGrp="1"/>
          </p:cNvSpPr>
          <p:nvPr>
            <p:ph type="dt" sz="half" idx="10"/>
          </p:nvPr>
        </p:nvSpPr>
        <p:spPr/>
        <p:txBody>
          <a:bodyPr/>
          <a:lstStyle/>
          <a:p>
            <a:fld id="{A66DAB19-D868-4620-A06A-DD1486530B4C}" type="datetimeFigureOut">
              <a:rPr lang="es-MX" smtClean="0"/>
              <a:t>17/01/2024</a:t>
            </a:fld>
            <a:endParaRPr lang="es-MX" dirty="0"/>
          </a:p>
        </p:txBody>
      </p:sp>
      <p:sp>
        <p:nvSpPr>
          <p:cNvPr id="4" name="Marcador de pie de página 3"/>
          <p:cNvSpPr>
            <a:spLocks noGrp="1"/>
          </p:cNvSpPr>
          <p:nvPr>
            <p:ph type="ftr" sz="quarter" idx="11"/>
          </p:nvPr>
        </p:nvSpPr>
        <p:spPr/>
        <p:txBody>
          <a:bodyPr/>
          <a:lstStyle/>
          <a:p>
            <a:endParaRPr lang="es-MX" dirty="0"/>
          </a:p>
        </p:txBody>
      </p:sp>
      <p:sp>
        <p:nvSpPr>
          <p:cNvPr id="5" name="Marcador de número de diapositiva 4"/>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2080491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A66DAB19-D868-4620-A06A-DD1486530B4C}" type="datetimeFigureOut">
              <a:rPr lang="es-MX" smtClean="0"/>
              <a:t>17/01/2024</a:t>
            </a:fld>
            <a:endParaRPr lang="es-MX" dirty="0"/>
          </a:p>
        </p:txBody>
      </p:sp>
      <p:sp>
        <p:nvSpPr>
          <p:cNvPr id="3" name="Marcador de pie de página 2"/>
          <p:cNvSpPr>
            <a:spLocks noGrp="1"/>
          </p:cNvSpPr>
          <p:nvPr>
            <p:ph type="ftr" sz="quarter" idx="11"/>
          </p:nvPr>
        </p:nvSpPr>
        <p:spPr/>
        <p:txBody>
          <a:bodyPr/>
          <a:lstStyle/>
          <a:p>
            <a:endParaRPr lang="es-MX" dirty="0"/>
          </a:p>
        </p:txBody>
      </p:sp>
      <p:sp>
        <p:nvSpPr>
          <p:cNvPr id="4" name="Marcador de número de diapositiva 3"/>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1750195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A66DAB19-D868-4620-A06A-DD1486530B4C}" type="datetimeFigureOut">
              <a:rPr lang="es-MX" smtClean="0"/>
              <a:t>17/01/2024</a:t>
            </a:fld>
            <a:endParaRPr lang="es-MX" dirty="0"/>
          </a:p>
        </p:txBody>
      </p:sp>
      <p:sp>
        <p:nvSpPr>
          <p:cNvPr id="6" name="Marcador de pie de página 5"/>
          <p:cNvSpPr>
            <a:spLocks noGrp="1"/>
          </p:cNvSpPr>
          <p:nvPr>
            <p:ph type="ftr" sz="quarter" idx="11"/>
          </p:nvPr>
        </p:nvSpPr>
        <p:spPr/>
        <p:txBody>
          <a:bodyPr/>
          <a:lstStyle/>
          <a:p>
            <a:endParaRPr lang="es-MX" dirty="0"/>
          </a:p>
        </p:txBody>
      </p:sp>
      <p:sp>
        <p:nvSpPr>
          <p:cNvPr id="7" name="Marcador de número de diapositiva 6"/>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581024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dirty="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A66DAB19-D868-4620-A06A-DD1486530B4C}" type="datetimeFigureOut">
              <a:rPr lang="es-MX" smtClean="0"/>
              <a:t>17/01/2024</a:t>
            </a:fld>
            <a:endParaRPr lang="es-MX" dirty="0"/>
          </a:p>
        </p:txBody>
      </p:sp>
      <p:sp>
        <p:nvSpPr>
          <p:cNvPr id="6" name="Marcador de pie de página 5"/>
          <p:cNvSpPr>
            <a:spLocks noGrp="1"/>
          </p:cNvSpPr>
          <p:nvPr>
            <p:ph type="ftr" sz="quarter" idx="11"/>
          </p:nvPr>
        </p:nvSpPr>
        <p:spPr/>
        <p:txBody>
          <a:bodyPr/>
          <a:lstStyle/>
          <a:p>
            <a:endParaRPr lang="es-MX" dirty="0"/>
          </a:p>
        </p:txBody>
      </p:sp>
      <p:sp>
        <p:nvSpPr>
          <p:cNvPr id="7" name="Marcador de número de diapositiva 6"/>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3584908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10"/>
          </p:nvPr>
        </p:nvSpPr>
        <p:spPr/>
        <p:txBody>
          <a:bodyPr/>
          <a:lstStyle/>
          <a:p>
            <a:fld id="{A66DAB19-D868-4620-A06A-DD1486530B4C}" type="datetimeFigureOut">
              <a:rPr lang="es-MX" smtClean="0"/>
              <a:t>17/01/2024</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2559115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10"/>
          </p:nvPr>
        </p:nvSpPr>
        <p:spPr/>
        <p:txBody>
          <a:bodyPr/>
          <a:lstStyle/>
          <a:p>
            <a:fld id="{A66DAB19-D868-4620-A06A-DD1486530B4C}" type="datetimeFigureOut">
              <a:rPr lang="es-MX" smtClean="0"/>
              <a:t>17/01/2024</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BB9BA771-16A8-4BE6-AB28-974A037EDCF7}" type="slidenum">
              <a:rPr lang="es-MX" smtClean="0"/>
              <a:t>‹Nº›</a:t>
            </a:fld>
            <a:endParaRPr lang="es-MX" dirty="0"/>
          </a:p>
        </p:txBody>
      </p:sp>
    </p:spTree>
    <p:extLst>
      <p:ext uri="{BB962C8B-B14F-4D97-AF65-F5344CB8AC3E}">
        <p14:creationId xmlns:p14="http://schemas.microsoft.com/office/powerpoint/2010/main" val="99939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6DAB19-D868-4620-A06A-DD1486530B4C}" type="datetimeFigureOut">
              <a:rPr lang="es-MX" smtClean="0"/>
              <a:t>17/01/2024</a:t>
            </a:fld>
            <a:endParaRPr lang="es-MX" dirty="0"/>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dirty="0"/>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9BA771-16A8-4BE6-AB28-974A037EDCF7}" type="slidenum">
              <a:rPr lang="es-MX" smtClean="0"/>
              <a:t>‹Nº›</a:t>
            </a:fld>
            <a:endParaRPr lang="es-MX" dirty="0"/>
          </a:p>
        </p:txBody>
      </p:sp>
    </p:spTree>
    <p:extLst>
      <p:ext uri="{BB962C8B-B14F-4D97-AF65-F5344CB8AC3E}">
        <p14:creationId xmlns:p14="http://schemas.microsoft.com/office/powerpoint/2010/main" val="2546098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4CC6A3-2E06-3B4D-7329-6F99A075DF38}"/>
              </a:ext>
            </a:extLst>
          </p:cNvPr>
          <p:cNvSpPr>
            <a:spLocks noGrp="1"/>
          </p:cNvSpPr>
          <p:nvPr>
            <p:ph type="ctrTitle"/>
          </p:nvPr>
        </p:nvSpPr>
        <p:spPr/>
        <p:txBody>
          <a:bodyPr>
            <a:normAutofit/>
          </a:bodyPr>
          <a:lstStyle/>
          <a:p>
            <a:r>
              <a:rPr lang="es-MX" dirty="0"/>
              <a:t>Método de estimación de puntos función</a:t>
            </a:r>
          </a:p>
        </p:txBody>
      </p:sp>
      <p:sp>
        <p:nvSpPr>
          <p:cNvPr id="3" name="Subtítulo 2">
            <a:extLst>
              <a:ext uri="{FF2B5EF4-FFF2-40B4-BE49-F238E27FC236}">
                <a16:creationId xmlns:a16="http://schemas.microsoft.com/office/drawing/2014/main" id="{22FAA13E-EBC7-B270-0B5C-10A9AD111760}"/>
              </a:ext>
            </a:extLst>
          </p:cNvPr>
          <p:cNvSpPr>
            <a:spLocks noGrp="1"/>
          </p:cNvSpPr>
          <p:nvPr>
            <p:ph type="subTitle" idx="1"/>
          </p:nvPr>
        </p:nvSpPr>
        <p:spPr/>
        <p:txBody>
          <a:bodyPr/>
          <a:lstStyle/>
          <a:p>
            <a:endParaRPr lang="es-MX" dirty="0"/>
          </a:p>
        </p:txBody>
      </p:sp>
    </p:spTree>
    <p:extLst>
      <p:ext uri="{BB962C8B-B14F-4D97-AF65-F5344CB8AC3E}">
        <p14:creationId xmlns:p14="http://schemas.microsoft.com/office/powerpoint/2010/main" val="4131606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275C22-51E3-FF9C-6A86-27CCBC005F59}"/>
              </a:ext>
            </a:extLst>
          </p:cNvPr>
          <p:cNvSpPr>
            <a:spLocks noGrp="1"/>
          </p:cNvSpPr>
          <p:nvPr>
            <p:ph type="title"/>
          </p:nvPr>
        </p:nvSpPr>
        <p:spPr/>
        <p:txBody>
          <a:bodyPr/>
          <a:lstStyle/>
          <a:p>
            <a:r>
              <a:rPr lang="es-MX" dirty="0"/>
              <a:t>Definición de punto de función</a:t>
            </a:r>
          </a:p>
        </p:txBody>
      </p:sp>
      <p:sp>
        <p:nvSpPr>
          <p:cNvPr id="3" name="Marcador de contenido 2">
            <a:extLst>
              <a:ext uri="{FF2B5EF4-FFF2-40B4-BE49-F238E27FC236}">
                <a16:creationId xmlns:a16="http://schemas.microsoft.com/office/drawing/2014/main" id="{64423D3D-693C-47CD-E1A8-3A63152D13C3}"/>
              </a:ext>
            </a:extLst>
          </p:cNvPr>
          <p:cNvSpPr>
            <a:spLocks noGrp="1"/>
          </p:cNvSpPr>
          <p:nvPr>
            <p:ph idx="1"/>
          </p:nvPr>
        </p:nvSpPr>
        <p:spPr/>
        <p:txBody>
          <a:bodyPr/>
          <a:lstStyle/>
          <a:p>
            <a:r>
              <a:rPr lang="es-ES" dirty="0"/>
              <a:t>Los puntos de función son una unidad de medida.</a:t>
            </a:r>
          </a:p>
          <a:p>
            <a:r>
              <a:rPr lang="es-ES" dirty="0"/>
              <a:t>Los puntos de función miden el producto de trabajo del desarrollo del software.</a:t>
            </a:r>
          </a:p>
          <a:p>
            <a:r>
              <a:rPr lang="es-ES" dirty="0"/>
              <a:t>Los productos de trabajo están expresados en términos de funcionalidad según lo visto por el usuario.</a:t>
            </a:r>
          </a:p>
          <a:p>
            <a:endParaRPr lang="es-MX" dirty="0"/>
          </a:p>
        </p:txBody>
      </p:sp>
    </p:spTree>
    <p:extLst>
      <p:ext uri="{BB962C8B-B14F-4D97-AF65-F5344CB8AC3E}">
        <p14:creationId xmlns:p14="http://schemas.microsoft.com/office/powerpoint/2010/main" val="2333987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8512DB-674F-09BC-A7E1-5F5673D528DC}"/>
              </a:ext>
            </a:extLst>
          </p:cNvPr>
          <p:cNvSpPr>
            <a:spLocks noGrp="1"/>
          </p:cNvSpPr>
          <p:nvPr>
            <p:ph type="title"/>
          </p:nvPr>
        </p:nvSpPr>
        <p:spPr/>
        <p:txBody>
          <a:bodyPr/>
          <a:lstStyle/>
          <a:p>
            <a:r>
              <a:rPr lang="es-MX" altLang="es-MX" dirty="0"/>
              <a:t>Definición de Puntos de Función</a:t>
            </a:r>
            <a:endParaRPr lang="es-MX" dirty="0"/>
          </a:p>
        </p:txBody>
      </p:sp>
      <p:sp>
        <p:nvSpPr>
          <p:cNvPr id="21" name="Rectangle 10">
            <a:extLst>
              <a:ext uri="{FF2B5EF4-FFF2-40B4-BE49-F238E27FC236}">
                <a16:creationId xmlns:a16="http://schemas.microsoft.com/office/drawing/2014/main" id="{1A138152-CC9B-C608-42E4-C60AC7DD6199}"/>
              </a:ext>
            </a:extLst>
          </p:cNvPr>
          <p:cNvSpPr>
            <a:spLocks noChangeArrowheads="1"/>
          </p:cNvSpPr>
          <p:nvPr/>
        </p:nvSpPr>
        <p:spPr bwMode="auto">
          <a:xfrm>
            <a:off x="4160530" y="2276475"/>
            <a:ext cx="3048000" cy="2209800"/>
          </a:xfrm>
          <a:prstGeom prst="rect">
            <a:avLst/>
          </a:prstGeom>
          <a:solidFill>
            <a:sysClr val="window" lastClr="FFFFFF"/>
          </a:solidFill>
          <a:ln w="9525">
            <a:solidFill>
              <a:sysClr val="windowText" lastClr="000000"/>
            </a:solidFill>
            <a:miter lim="800000"/>
            <a:headEnd/>
            <a:tailEnd/>
          </a:ln>
          <a:effectLst>
            <a:outerShdw dist="107763" dir="2700000" algn="ctr" rotWithShape="0">
              <a:srgbClr val="E7E6E6"/>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1400" b="0" i="0" u="none" strike="noStrike" kern="0" cap="none" spc="0" normalizeH="0" baseline="0" noProof="0" dirty="0">
              <a:ln>
                <a:noFill/>
              </a:ln>
              <a:solidFill>
                <a:prstClr val="black"/>
              </a:solidFill>
              <a:effectLst/>
              <a:uLnTx/>
              <a:uFillTx/>
              <a:latin typeface="Times New Roman" panose="02020603050405020304" pitchFamily="18" charset="0"/>
            </a:endParaRPr>
          </a:p>
        </p:txBody>
      </p:sp>
      <p:sp>
        <p:nvSpPr>
          <p:cNvPr id="22" name="Text Box 7">
            <a:extLst>
              <a:ext uri="{FF2B5EF4-FFF2-40B4-BE49-F238E27FC236}">
                <a16:creationId xmlns:a16="http://schemas.microsoft.com/office/drawing/2014/main" id="{BF0D5AC8-9819-7B4D-44D3-8E2831DD0819}"/>
              </a:ext>
            </a:extLst>
          </p:cNvPr>
          <p:cNvSpPr txBox="1">
            <a:spLocks noChangeArrowheads="1"/>
          </p:cNvSpPr>
          <p:nvPr/>
        </p:nvSpPr>
        <p:spPr bwMode="auto">
          <a:xfrm>
            <a:off x="3855730" y="2276475"/>
            <a:ext cx="3581400" cy="2414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s-MX" altLang="es-MX" sz="1600" dirty="0">
                <a:solidFill>
                  <a:srgbClr val="4D4D4D"/>
                </a:solidFill>
                <a:latin typeface="Arial" panose="020B0604020202020204" pitchFamily="34" charset="0"/>
              </a:rPr>
              <a:t>Aplicación que está siendo considerada</a:t>
            </a:r>
          </a:p>
          <a:p>
            <a:pPr algn="ctr" fontAlgn="base">
              <a:spcBef>
                <a:spcPct val="50000"/>
              </a:spcBef>
              <a:spcAft>
                <a:spcPct val="0"/>
              </a:spcAft>
            </a:pPr>
            <a:endParaRPr lang="es-MX" altLang="es-MX" sz="1600" dirty="0">
              <a:solidFill>
                <a:srgbClr val="4D4D4D"/>
              </a:solidFill>
              <a:latin typeface="Arial" panose="020B0604020202020204" pitchFamily="34" charset="0"/>
            </a:endParaRPr>
          </a:p>
          <a:p>
            <a:pPr algn="ctr" fontAlgn="base">
              <a:spcBef>
                <a:spcPct val="50000"/>
              </a:spcBef>
              <a:spcAft>
                <a:spcPct val="0"/>
              </a:spcAft>
            </a:pPr>
            <a:r>
              <a:rPr lang="es-MX" altLang="es-MX" sz="1600" b="1" dirty="0">
                <a:solidFill>
                  <a:srgbClr val="4D4D4D"/>
                </a:solidFill>
                <a:latin typeface="Arial" panose="020B0604020202020204" pitchFamily="34" charset="0"/>
              </a:rPr>
              <a:t>Archivo Lógico Interno</a:t>
            </a:r>
          </a:p>
          <a:p>
            <a:pPr algn="ctr" fontAlgn="base">
              <a:spcBef>
                <a:spcPct val="50000"/>
              </a:spcBef>
              <a:spcAft>
                <a:spcPct val="0"/>
              </a:spcAft>
            </a:pPr>
            <a:endParaRPr lang="es-MX" altLang="es-MX" sz="1600" b="1" dirty="0">
              <a:solidFill>
                <a:srgbClr val="4D4D4D"/>
              </a:solidFill>
              <a:latin typeface="Arial" panose="020B0604020202020204" pitchFamily="34" charset="0"/>
            </a:endParaRPr>
          </a:p>
          <a:p>
            <a:pPr algn="ctr" fontAlgn="base">
              <a:spcBef>
                <a:spcPct val="50000"/>
              </a:spcBef>
              <a:spcAft>
                <a:spcPct val="0"/>
              </a:spcAft>
            </a:pPr>
            <a:endParaRPr lang="es-MX" altLang="es-MX" sz="1600" dirty="0">
              <a:solidFill>
                <a:srgbClr val="4D4D4D"/>
              </a:solidFill>
              <a:latin typeface="Arial" panose="020B0604020202020204" pitchFamily="34" charset="0"/>
            </a:endParaRPr>
          </a:p>
          <a:p>
            <a:pPr algn="ctr" fontAlgn="base">
              <a:spcBef>
                <a:spcPct val="50000"/>
              </a:spcBef>
              <a:spcAft>
                <a:spcPct val="0"/>
              </a:spcAft>
            </a:pPr>
            <a:endParaRPr lang="es-ES" altLang="es-MX" sz="1600" dirty="0">
              <a:solidFill>
                <a:srgbClr val="4D4D4D"/>
              </a:solidFill>
              <a:latin typeface="Arial" panose="020B0604020202020204" pitchFamily="34" charset="0"/>
            </a:endParaRPr>
          </a:p>
        </p:txBody>
      </p:sp>
      <p:sp>
        <p:nvSpPr>
          <p:cNvPr id="23" name="Line 11">
            <a:extLst>
              <a:ext uri="{FF2B5EF4-FFF2-40B4-BE49-F238E27FC236}">
                <a16:creationId xmlns:a16="http://schemas.microsoft.com/office/drawing/2014/main" id="{0B13285F-E04D-9E5F-DC0D-20AFD03C91D2}"/>
              </a:ext>
            </a:extLst>
          </p:cNvPr>
          <p:cNvSpPr>
            <a:spLocks noChangeShapeType="1"/>
          </p:cNvSpPr>
          <p:nvPr/>
        </p:nvSpPr>
        <p:spPr bwMode="auto">
          <a:xfrm>
            <a:off x="2484130" y="2809875"/>
            <a:ext cx="1905000" cy="0"/>
          </a:xfrm>
          <a:prstGeom prst="line">
            <a:avLst/>
          </a:prstGeom>
          <a:noFill/>
          <a:ln w="2857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1400" b="0" i="0" u="none" strike="noStrike" kern="0" cap="none" spc="0" normalizeH="0" baseline="0" noProof="0" dirty="0">
              <a:ln>
                <a:noFill/>
              </a:ln>
              <a:solidFill>
                <a:prstClr val="black"/>
              </a:solidFill>
              <a:effectLst/>
              <a:uLnTx/>
              <a:uFillTx/>
              <a:latin typeface="Times New Roman" panose="02020603050405020304" pitchFamily="18" charset="0"/>
            </a:endParaRPr>
          </a:p>
        </p:txBody>
      </p:sp>
      <p:sp>
        <p:nvSpPr>
          <p:cNvPr id="24" name="Text Box 12">
            <a:extLst>
              <a:ext uri="{FF2B5EF4-FFF2-40B4-BE49-F238E27FC236}">
                <a16:creationId xmlns:a16="http://schemas.microsoft.com/office/drawing/2014/main" id="{72A33AD7-04D0-0580-0414-873D92A9428D}"/>
              </a:ext>
            </a:extLst>
          </p:cNvPr>
          <p:cNvSpPr txBox="1">
            <a:spLocks noChangeArrowheads="1"/>
          </p:cNvSpPr>
          <p:nvPr/>
        </p:nvSpPr>
        <p:spPr bwMode="auto">
          <a:xfrm>
            <a:off x="2179330" y="2428875"/>
            <a:ext cx="1905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s-MX" altLang="es-MX" sz="1600" dirty="0">
                <a:solidFill>
                  <a:srgbClr val="4D4D4D"/>
                </a:solidFill>
                <a:latin typeface="Arial" panose="020B0604020202020204" pitchFamily="34" charset="0"/>
              </a:rPr>
              <a:t>Input Externo</a:t>
            </a:r>
            <a:endParaRPr lang="es-ES" altLang="es-MX" sz="1600" dirty="0">
              <a:solidFill>
                <a:srgbClr val="4D4D4D"/>
              </a:solidFill>
              <a:latin typeface="Arial" panose="020B0604020202020204" pitchFamily="34" charset="0"/>
            </a:endParaRPr>
          </a:p>
        </p:txBody>
      </p:sp>
      <p:sp>
        <p:nvSpPr>
          <p:cNvPr id="25" name="Line 13">
            <a:extLst>
              <a:ext uri="{FF2B5EF4-FFF2-40B4-BE49-F238E27FC236}">
                <a16:creationId xmlns:a16="http://schemas.microsoft.com/office/drawing/2014/main" id="{7221FBCD-68A6-5CDD-7DE9-80BA36ADEECA}"/>
              </a:ext>
            </a:extLst>
          </p:cNvPr>
          <p:cNvSpPr>
            <a:spLocks noChangeShapeType="1"/>
          </p:cNvSpPr>
          <p:nvPr/>
        </p:nvSpPr>
        <p:spPr bwMode="auto">
          <a:xfrm>
            <a:off x="2407930" y="3419475"/>
            <a:ext cx="1905000" cy="0"/>
          </a:xfrm>
          <a:prstGeom prst="line">
            <a:avLst/>
          </a:prstGeom>
          <a:noFill/>
          <a:ln w="28575">
            <a:solidFill>
              <a:sysClr val="windowText" lastClr="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1400" b="0" i="0" u="none" strike="noStrike" kern="0" cap="none" spc="0" normalizeH="0" baseline="0" noProof="0" dirty="0">
              <a:ln>
                <a:noFill/>
              </a:ln>
              <a:solidFill>
                <a:prstClr val="black"/>
              </a:solidFill>
              <a:effectLst/>
              <a:uLnTx/>
              <a:uFillTx/>
              <a:latin typeface="Times New Roman" panose="02020603050405020304" pitchFamily="18" charset="0"/>
            </a:endParaRPr>
          </a:p>
        </p:txBody>
      </p:sp>
      <p:sp>
        <p:nvSpPr>
          <p:cNvPr id="26" name="Line 14">
            <a:extLst>
              <a:ext uri="{FF2B5EF4-FFF2-40B4-BE49-F238E27FC236}">
                <a16:creationId xmlns:a16="http://schemas.microsoft.com/office/drawing/2014/main" id="{6F423349-CC88-806E-7DBF-4C95B874CD6C}"/>
              </a:ext>
            </a:extLst>
          </p:cNvPr>
          <p:cNvSpPr>
            <a:spLocks noChangeShapeType="1"/>
          </p:cNvSpPr>
          <p:nvPr/>
        </p:nvSpPr>
        <p:spPr bwMode="auto">
          <a:xfrm>
            <a:off x="2255530" y="4105275"/>
            <a:ext cx="1905000" cy="0"/>
          </a:xfrm>
          <a:prstGeom prst="line">
            <a:avLst/>
          </a:prstGeom>
          <a:noFill/>
          <a:ln w="28575">
            <a:solidFill>
              <a:sysClr val="windowText" lastClr="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1400" b="0" i="0" u="none" strike="noStrike" kern="0" cap="none" spc="0" normalizeH="0" baseline="0" noProof="0" dirty="0">
              <a:ln>
                <a:noFill/>
              </a:ln>
              <a:solidFill>
                <a:prstClr val="black"/>
              </a:solidFill>
              <a:effectLst/>
              <a:uLnTx/>
              <a:uFillTx/>
              <a:latin typeface="Times New Roman" panose="02020603050405020304" pitchFamily="18" charset="0"/>
            </a:endParaRPr>
          </a:p>
        </p:txBody>
      </p:sp>
      <p:sp>
        <p:nvSpPr>
          <p:cNvPr id="27" name="Text Box 19">
            <a:extLst>
              <a:ext uri="{FF2B5EF4-FFF2-40B4-BE49-F238E27FC236}">
                <a16:creationId xmlns:a16="http://schemas.microsoft.com/office/drawing/2014/main" id="{80CD2563-D303-E5D1-DBCB-9A2B2F8B3795}"/>
              </a:ext>
            </a:extLst>
          </p:cNvPr>
          <p:cNvSpPr txBox="1">
            <a:spLocks noChangeArrowheads="1"/>
          </p:cNvSpPr>
          <p:nvPr/>
        </p:nvSpPr>
        <p:spPr bwMode="auto">
          <a:xfrm>
            <a:off x="2255530" y="3724275"/>
            <a:ext cx="1905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s-MX" altLang="es-MX" sz="1600" dirty="0">
                <a:solidFill>
                  <a:srgbClr val="4D4D4D"/>
                </a:solidFill>
                <a:latin typeface="Arial" panose="020B0604020202020204" pitchFamily="34" charset="0"/>
              </a:rPr>
              <a:t>Consulta Externa</a:t>
            </a:r>
            <a:endParaRPr lang="es-ES" altLang="es-MX" sz="1600" dirty="0">
              <a:solidFill>
                <a:srgbClr val="4D4D4D"/>
              </a:solidFill>
              <a:latin typeface="Arial" panose="020B0604020202020204" pitchFamily="34" charset="0"/>
            </a:endParaRPr>
          </a:p>
        </p:txBody>
      </p:sp>
      <p:sp>
        <p:nvSpPr>
          <p:cNvPr id="28" name="Text Box 20">
            <a:extLst>
              <a:ext uri="{FF2B5EF4-FFF2-40B4-BE49-F238E27FC236}">
                <a16:creationId xmlns:a16="http://schemas.microsoft.com/office/drawing/2014/main" id="{DD47FF70-5F39-C9E1-0D9C-366169C6A15D}"/>
              </a:ext>
            </a:extLst>
          </p:cNvPr>
          <p:cNvSpPr txBox="1">
            <a:spLocks noChangeArrowheads="1"/>
          </p:cNvSpPr>
          <p:nvPr/>
        </p:nvSpPr>
        <p:spPr bwMode="auto">
          <a:xfrm>
            <a:off x="2179330" y="2962275"/>
            <a:ext cx="1905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s-MX" altLang="es-MX" sz="1600" dirty="0">
                <a:solidFill>
                  <a:srgbClr val="4D4D4D"/>
                </a:solidFill>
                <a:latin typeface="Arial" panose="020B0604020202020204" pitchFamily="34" charset="0"/>
              </a:rPr>
              <a:t>Output Externo</a:t>
            </a:r>
            <a:endParaRPr lang="es-ES" altLang="es-MX" sz="1600" dirty="0">
              <a:solidFill>
                <a:srgbClr val="4D4D4D"/>
              </a:solidFill>
              <a:latin typeface="Arial" panose="020B0604020202020204" pitchFamily="34" charset="0"/>
            </a:endParaRPr>
          </a:p>
        </p:txBody>
      </p:sp>
      <p:sp>
        <p:nvSpPr>
          <p:cNvPr id="29" name="Rectangle 21">
            <a:extLst>
              <a:ext uri="{FF2B5EF4-FFF2-40B4-BE49-F238E27FC236}">
                <a16:creationId xmlns:a16="http://schemas.microsoft.com/office/drawing/2014/main" id="{0093BFBA-A336-A7EC-64DA-42EDBBACBE5E}"/>
              </a:ext>
            </a:extLst>
          </p:cNvPr>
          <p:cNvSpPr>
            <a:spLocks noChangeArrowheads="1"/>
          </p:cNvSpPr>
          <p:nvPr/>
        </p:nvSpPr>
        <p:spPr bwMode="auto">
          <a:xfrm>
            <a:off x="8656330" y="2200275"/>
            <a:ext cx="1371600" cy="2514600"/>
          </a:xfrm>
          <a:prstGeom prst="rect">
            <a:avLst/>
          </a:prstGeom>
          <a:noFill/>
          <a:ln w="9525">
            <a:solidFill>
              <a:sysClr val="windowText" lastClr="00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1400" b="0" i="0" u="none" strike="noStrike" kern="0" cap="none" spc="0" normalizeH="0" baseline="0" noProof="0" dirty="0">
              <a:ln>
                <a:noFill/>
              </a:ln>
              <a:solidFill>
                <a:prstClr val="black"/>
              </a:solidFill>
              <a:effectLst/>
              <a:uLnTx/>
              <a:uFillTx/>
              <a:latin typeface="Times New Roman" panose="02020603050405020304" pitchFamily="18" charset="0"/>
            </a:endParaRPr>
          </a:p>
        </p:txBody>
      </p:sp>
      <p:sp>
        <p:nvSpPr>
          <p:cNvPr id="30" name="Text Box 22">
            <a:extLst>
              <a:ext uri="{FF2B5EF4-FFF2-40B4-BE49-F238E27FC236}">
                <a16:creationId xmlns:a16="http://schemas.microsoft.com/office/drawing/2014/main" id="{FDFA1CFB-4719-80AB-06B1-66C4DD58EC3B}"/>
              </a:ext>
            </a:extLst>
          </p:cNvPr>
          <p:cNvSpPr txBox="1">
            <a:spLocks noChangeArrowheads="1"/>
          </p:cNvSpPr>
          <p:nvPr/>
        </p:nvSpPr>
        <p:spPr bwMode="auto">
          <a:xfrm>
            <a:off x="8656330" y="4029075"/>
            <a:ext cx="14478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s-MX" altLang="es-MX" sz="1600" dirty="0">
                <a:solidFill>
                  <a:srgbClr val="4D4D4D"/>
                </a:solidFill>
                <a:latin typeface="Arial" panose="020B0604020202020204" pitchFamily="34" charset="0"/>
              </a:rPr>
              <a:t>Otras Aplicaciones</a:t>
            </a:r>
            <a:endParaRPr lang="es-ES" altLang="es-MX" sz="1600" dirty="0">
              <a:solidFill>
                <a:srgbClr val="4D4D4D"/>
              </a:solidFill>
              <a:latin typeface="Arial" panose="020B0604020202020204" pitchFamily="34" charset="0"/>
            </a:endParaRPr>
          </a:p>
        </p:txBody>
      </p:sp>
      <p:sp>
        <p:nvSpPr>
          <p:cNvPr id="31" name="Line 23">
            <a:extLst>
              <a:ext uri="{FF2B5EF4-FFF2-40B4-BE49-F238E27FC236}">
                <a16:creationId xmlns:a16="http://schemas.microsoft.com/office/drawing/2014/main" id="{642C7D90-7F96-5B40-0D73-A8A2D2D9C4F2}"/>
              </a:ext>
            </a:extLst>
          </p:cNvPr>
          <p:cNvSpPr>
            <a:spLocks noChangeShapeType="1"/>
          </p:cNvSpPr>
          <p:nvPr/>
        </p:nvSpPr>
        <p:spPr bwMode="auto">
          <a:xfrm flipH="1">
            <a:off x="7284730" y="2886075"/>
            <a:ext cx="1524000" cy="0"/>
          </a:xfrm>
          <a:prstGeom prst="line">
            <a:avLst/>
          </a:prstGeom>
          <a:noFill/>
          <a:ln w="2857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1400" b="0" i="0" u="none" strike="noStrike" kern="0" cap="none" spc="0" normalizeH="0" baseline="0" noProof="0" dirty="0">
              <a:ln>
                <a:noFill/>
              </a:ln>
              <a:solidFill>
                <a:prstClr val="black"/>
              </a:solidFill>
              <a:effectLst/>
              <a:uLnTx/>
              <a:uFillTx/>
              <a:latin typeface="Times New Roman" panose="02020603050405020304" pitchFamily="18" charset="0"/>
            </a:endParaRPr>
          </a:p>
        </p:txBody>
      </p:sp>
      <p:sp>
        <p:nvSpPr>
          <p:cNvPr id="32" name="Text Box 25">
            <a:extLst>
              <a:ext uri="{FF2B5EF4-FFF2-40B4-BE49-F238E27FC236}">
                <a16:creationId xmlns:a16="http://schemas.microsoft.com/office/drawing/2014/main" id="{46E167D6-E432-C0AC-9F2A-906DD1C046A2}"/>
              </a:ext>
            </a:extLst>
          </p:cNvPr>
          <p:cNvSpPr txBox="1">
            <a:spLocks noChangeArrowheads="1"/>
          </p:cNvSpPr>
          <p:nvPr/>
        </p:nvSpPr>
        <p:spPr bwMode="auto">
          <a:xfrm>
            <a:off x="7360930" y="2060575"/>
            <a:ext cx="12192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s-MX" altLang="es-MX" sz="1600" dirty="0">
                <a:solidFill>
                  <a:srgbClr val="4D4D4D"/>
                </a:solidFill>
                <a:latin typeface="Arial" panose="020B0604020202020204" pitchFamily="34" charset="0"/>
              </a:rPr>
              <a:t>Archivo de Interfaz Externo </a:t>
            </a:r>
            <a:endParaRPr lang="es-ES" altLang="es-MX" sz="1600" dirty="0">
              <a:solidFill>
                <a:srgbClr val="4D4D4D"/>
              </a:solidFill>
              <a:latin typeface="Arial" panose="020B0604020202020204" pitchFamily="34" charset="0"/>
            </a:endParaRPr>
          </a:p>
        </p:txBody>
      </p:sp>
      <p:sp>
        <p:nvSpPr>
          <p:cNvPr id="33" name="Line 26">
            <a:extLst>
              <a:ext uri="{FF2B5EF4-FFF2-40B4-BE49-F238E27FC236}">
                <a16:creationId xmlns:a16="http://schemas.microsoft.com/office/drawing/2014/main" id="{86085321-AE1B-6B34-BD5B-927A7A3957DC}"/>
              </a:ext>
            </a:extLst>
          </p:cNvPr>
          <p:cNvSpPr>
            <a:spLocks noChangeShapeType="1"/>
          </p:cNvSpPr>
          <p:nvPr/>
        </p:nvSpPr>
        <p:spPr bwMode="auto">
          <a:xfrm flipH="1">
            <a:off x="7284730" y="3724275"/>
            <a:ext cx="1219200" cy="0"/>
          </a:xfrm>
          <a:prstGeom prst="line">
            <a:avLst/>
          </a:prstGeom>
          <a:noFill/>
          <a:ln w="2857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1400" b="0" i="0" u="none" strike="noStrike" kern="0" cap="none" spc="0" normalizeH="0" baseline="0" noProof="0" dirty="0">
              <a:ln>
                <a:noFill/>
              </a:ln>
              <a:solidFill>
                <a:prstClr val="black"/>
              </a:solidFill>
              <a:effectLst/>
              <a:uLnTx/>
              <a:uFillTx/>
              <a:latin typeface="Times New Roman" panose="02020603050405020304" pitchFamily="18" charset="0"/>
            </a:endParaRPr>
          </a:p>
        </p:txBody>
      </p:sp>
      <p:sp>
        <p:nvSpPr>
          <p:cNvPr id="34" name="Line 27">
            <a:extLst>
              <a:ext uri="{FF2B5EF4-FFF2-40B4-BE49-F238E27FC236}">
                <a16:creationId xmlns:a16="http://schemas.microsoft.com/office/drawing/2014/main" id="{1F5CB61B-577C-7C26-1F1B-529DDD1B0EF3}"/>
              </a:ext>
            </a:extLst>
          </p:cNvPr>
          <p:cNvSpPr>
            <a:spLocks noChangeShapeType="1"/>
          </p:cNvSpPr>
          <p:nvPr/>
        </p:nvSpPr>
        <p:spPr bwMode="auto">
          <a:xfrm>
            <a:off x="7360930" y="4029075"/>
            <a:ext cx="1143000" cy="0"/>
          </a:xfrm>
          <a:prstGeom prst="line">
            <a:avLst/>
          </a:prstGeom>
          <a:noFill/>
          <a:ln w="2857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1400" b="0" i="0" u="none" strike="noStrike" kern="0" cap="none" spc="0" normalizeH="0" baseline="0" noProof="0" dirty="0">
              <a:ln>
                <a:noFill/>
              </a:ln>
              <a:solidFill>
                <a:prstClr val="black"/>
              </a:solidFill>
              <a:effectLst/>
              <a:uLnTx/>
              <a:uFillTx/>
              <a:latin typeface="Times New Roman" panose="02020603050405020304" pitchFamily="18" charset="0"/>
            </a:endParaRPr>
          </a:p>
        </p:txBody>
      </p:sp>
      <p:sp>
        <p:nvSpPr>
          <p:cNvPr id="35" name="Text Box 28">
            <a:extLst>
              <a:ext uri="{FF2B5EF4-FFF2-40B4-BE49-F238E27FC236}">
                <a16:creationId xmlns:a16="http://schemas.microsoft.com/office/drawing/2014/main" id="{75B75D94-5922-76A1-F437-6B82C92B7726}"/>
              </a:ext>
            </a:extLst>
          </p:cNvPr>
          <p:cNvSpPr txBox="1">
            <a:spLocks noChangeArrowheads="1"/>
          </p:cNvSpPr>
          <p:nvPr/>
        </p:nvSpPr>
        <p:spPr bwMode="auto">
          <a:xfrm>
            <a:off x="7589530" y="4105275"/>
            <a:ext cx="9144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s-MX" altLang="es-MX" sz="1600" dirty="0">
                <a:solidFill>
                  <a:srgbClr val="4D4D4D"/>
                </a:solidFill>
                <a:latin typeface="Arial" panose="020B0604020202020204" pitchFamily="34" charset="0"/>
              </a:rPr>
              <a:t>Output Externo</a:t>
            </a:r>
            <a:endParaRPr lang="es-ES" altLang="es-MX" sz="1600" dirty="0">
              <a:solidFill>
                <a:srgbClr val="4D4D4D"/>
              </a:solidFill>
              <a:latin typeface="Arial" panose="020B0604020202020204" pitchFamily="34" charset="0"/>
            </a:endParaRPr>
          </a:p>
        </p:txBody>
      </p:sp>
      <p:sp>
        <p:nvSpPr>
          <p:cNvPr id="36" name="Text Box 29">
            <a:extLst>
              <a:ext uri="{FF2B5EF4-FFF2-40B4-BE49-F238E27FC236}">
                <a16:creationId xmlns:a16="http://schemas.microsoft.com/office/drawing/2014/main" id="{9B47EEC6-60B6-5CA3-95BE-C9A40E571B21}"/>
              </a:ext>
            </a:extLst>
          </p:cNvPr>
          <p:cNvSpPr txBox="1">
            <a:spLocks noChangeArrowheads="1"/>
          </p:cNvSpPr>
          <p:nvPr/>
        </p:nvSpPr>
        <p:spPr bwMode="auto">
          <a:xfrm>
            <a:off x="7589530" y="3038475"/>
            <a:ext cx="9144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s-MX" altLang="es-MX" sz="1600" dirty="0">
                <a:solidFill>
                  <a:srgbClr val="4D4D4D"/>
                </a:solidFill>
                <a:latin typeface="Arial" panose="020B0604020202020204" pitchFamily="34" charset="0"/>
              </a:rPr>
              <a:t>Input Externo</a:t>
            </a:r>
            <a:endParaRPr lang="es-ES" altLang="es-MX" sz="1600" dirty="0">
              <a:solidFill>
                <a:srgbClr val="4D4D4D"/>
              </a:solidFill>
              <a:latin typeface="Arial" panose="020B0604020202020204" pitchFamily="34" charset="0"/>
            </a:endParaRPr>
          </a:p>
        </p:txBody>
      </p:sp>
      <p:sp>
        <p:nvSpPr>
          <p:cNvPr id="37" name="Text Box 30">
            <a:extLst>
              <a:ext uri="{FF2B5EF4-FFF2-40B4-BE49-F238E27FC236}">
                <a16:creationId xmlns:a16="http://schemas.microsoft.com/office/drawing/2014/main" id="{2DF14AC6-BEC4-9402-B8F1-42E96125AC3C}"/>
              </a:ext>
            </a:extLst>
          </p:cNvPr>
          <p:cNvSpPr txBox="1">
            <a:spLocks noChangeArrowheads="1"/>
          </p:cNvSpPr>
          <p:nvPr/>
        </p:nvSpPr>
        <p:spPr bwMode="auto">
          <a:xfrm>
            <a:off x="2896991" y="5681662"/>
            <a:ext cx="5715000" cy="711200"/>
          </a:xfrm>
          <a:prstGeom prst="rect">
            <a:avLst/>
          </a:prstGeom>
          <a:solidFill>
            <a:sysClr val="window" lastClr="FFFFFF"/>
          </a:solidFill>
          <a:ln w="9525">
            <a:solidFill>
              <a:sysClr val="windowText" lastClr="000000"/>
            </a:solidFill>
            <a:miter lim="800000"/>
            <a:headEnd/>
            <a:tailEnd/>
          </a:ln>
          <a:effectLst>
            <a:outerShdw dist="107763" dir="2700000" algn="ctr" rotWithShape="0">
              <a:srgbClr val="E7E6E6"/>
            </a:outerShdw>
          </a:effec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s-MX" altLang="es-MX" sz="2000" b="0" i="0" u="none" strike="noStrike" kern="0" cap="none" spc="0" normalizeH="0" baseline="0" noProof="0" dirty="0">
                <a:ln>
                  <a:noFill/>
                </a:ln>
                <a:solidFill>
                  <a:srgbClr val="4D4D4D"/>
                </a:solidFill>
                <a:effectLst/>
                <a:uLnTx/>
                <a:uFillTx/>
                <a:latin typeface="Arial" panose="020B0604020202020204" pitchFamily="34" charset="0"/>
              </a:rPr>
              <a:t>Funcionalidad vista desde la perspectiva del usuario</a:t>
            </a:r>
            <a:endParaRPr kumimoji="0" lang="es-ES" altLang="es-MX" sz="2000" b="0" i="0" u="none" strike="noStrike" kern="0" cap="none" spc="0" normalizeH="0" baseline="0" noProof="0" dirty="0">
              <a:ln>
                <a:noFill/>
              </a:ln>
              <a:solidFill>
                <a:srgbClr val="4D4D4D"/>
              </a:solidFill>
              <a:effectLst/>
              <a:uLnTx/>
              <a:uFillTx/>
              <a:latin typeface="Arial" panose="020B0604020202020204" pitchFamily="34" charset="0"/>
            </a:endParaRPr>
          </a:p>
        </p:txBody>
      </p:sp>
      <p:sp>
        <p:nvSpPr>
          <p:cNvPr id="38" name="CuadroTexto 37">
            <a:extLst>
              <a:ext uri="{FF2B5EF4-FFF2-40B4-BE49-F238E27FC236}">
                <a16:creationId xmlns:a16="http://schemas.microsoft.com/office/drawing/2014/main" id="{226AD815-46C1-A5C0-8EF0-FA28CECD8FC0}"/>
              </a:ext>
            </a:extLst>
          </p:cNvPr>
          <p:cNvSpPr txBox="1"/>
          <p:nvPr/>
        </p:nvSpPr>
        <p:spPr>
          <a:xfrm>
            <a:off x="1023851" y="1938894"/>
            <a:ext cx="2984279" cy="307777"/>
          </a:xfrm>
          <a:prstGeom prst="rect">
            <a:avLst/>
          </a:prstGeom>
          <a:noFill/>
        </p:spPr>
        <p:txBody>
          <a:bodyPr wrap="square" rtlCol="0">
            <a:spAutoFit/>
          </a:bodyPr>
          <a:lstStyle/>
          <a:p>
            <a:r>
              <a:rPr lang="es-MX" sz="1400" i="1" dirty="0"/>
              <a:t>Actualizan archivos internos</a:t>
            </a:r>
          </a:p>
        </p:txBody>
      </p:sp>
      <p:cxnSp>
        <p:nvCxnSpPr>
          <p:cNvPr id="40" name="Conector recto 39">
            <a:extLst>
              <a:ext uri="{FF2B5EF4-FFF2-40B4-BE49-F238E27FC236}">
                <a16:creationId xmlns:a16="http://schemas.microsoft.com/office/drawing/2014/main" id="{C0E301AA-334F-0F10-B1D3-D1840E537FC1}"/>
              </a:ext>
            </a:extLst>
          </p:cNvPr>
          <p:cNvCxnSpPr>
            <a:cxnSpLocks/>
            <a:stCxn id="24" idx="0"/>
          </p:cNvCxnSpPr>
          <p:nvPr/>
        </p:nvCxnSpPr>
        <p:spPr>
          <a:xfrm flipH="1" flipV="1">
            <a:off x="2896991" y="2260314"/>
            <a:ext cx="234839" cy="168561"/>
          </a:xfrm>
          <a:prstGeom prst="line">
            <a:avLst/>
          </a:prstGeom>
        </p:spPr>
        <p:style>
          <a:lnRef idx="3">
            <a:schemeClr val="accent1"/>
          </a:lnRef>
          <a:fillRef idx="0">
            <a:schemeClr val="accent1"/>
          </a:fillRef>
          <a:effectRef idx="2">
            <a:schemeClr val="accent1"/>
          </a:effectRef>
          <a:fontRef idx="minor">
            <a:schemeClr val="tx1"/>
          </a:fontRef>
        </p:style>
      </p:cxnSp>
      <p:sp>
        <p:nvSpPr>
          <p:cNvPr id="41" name="CuadroTexto 40">
            <a:extLst>
              <a:ext uri="{FF2B5EF4-FFF2-40B4-BE49-F238E27FC236}">
                <a16:creationId xmlns:a16="http://schemas.microsoft.com/office/drawing/2014/main" id="{B7F65FD5-72A0-9CFF-6490-0FCB2587FFCB}"/>
              </a:ext>
            </a:extLst>
          </p:cNvPr>
          <p:cNvSpPr txBox="1"/>
          <p:nvPr/>
        </p:nvSpPr>
        <p:spPr>
          <a:xfrm>
            <a:off x="109451" y="2520951"/>
            <a:ext cx="2222279" cy="738664"/>
          </a:xfrm>
          <a:prstGeom prst="rect">
            <a:avLst/>
          </a:prstGeom>
          <a:noFill/>
        </p:spPr>
        <p:txBody>
          <a:bodyPr wrap="square" rtlCol="0">
            <a:spAutoFit/>
          </a:bodyPr>
          <a:lstStyle/>
          <a:p>
            <a:r>
              <a:rPr lang="es-ES" sz="1400" i="1" dirty="0"/>
              <a:t>Salidas para el usuario: reportes, consultas en pantalla</a:t>
            </a:r>
            <a:endParaRPr lang="es-MX" sz="1400" i="1" dirty="0"/>
          </a:p>
        </p:txBody>
      </p:sp>
      <p:cxnSp>
        <p:nvCxnSpPr>
          <p:cNvPr id="42" name="Conector recto 41">
            <a:extLst>
              <a:ext uri="{FF2B5EF4-FFF2-40B4-BE49-F238E27FC236}">
                <a16:creationId xmlns:a16="http://schemas.microsoft.com/office/drawing/2014/main" id="{0DCB402C-8101-79B8-8DB3-490673B17FB5}"/>
              </a:ext>
            </a:extLst>
          </p:cNvPr>
          <p:cNvCxnSpPr>
            <a:cxnSpLocks/>
          </p:cNvCxnSpPr>
          <p:nvPr/>
        </p:nvCxnSpPr>
        <p:spPr>
          <a:xfrm flipH="1" flipV="1">
            <a:off x="1906391" y="2869744"/>
            <a:ext cx="577739" cy="321131"/>
          </a:xfrm>
          <a:prstGeom prst="line">
            <a:avLst/>
          </a:prstGeom>
        </p:spPr>
        <p:style>
          <a:lnRef idx="3">
            <a:schemeClr val="accent1"/>
          </a:lnRef>
          <a:fillRef idx="0">
            <a:schemeClr val="accent1"/>
          </a:fillRef>
          <a:effectRef idx="2">
            <a:schemeClr val="accent1"/>
          </a:effectRef>
          <a:fontRef idx="minor">
            <a:schemeClr val="tx1"/>
          </a:fontRef>
        </p:style>
      </p:cxnSp>
      <p:cxnSp>
        <p:nvCxnSpPr>
          <p:cNvPr id="47" name="Conector recto 46">
            <a:extLst>
              <a:ext uri="{FF2B5EF4-FFF2-40B4-BE49-F238E27FC236}">
                <a16:creationId xmlns:a16="http://schemas.microsoft.com/office/drawing/2014/main" id="{6D44EBA1-B1C3-4254-84B3-F7022AE72F35}"/>
              </a:ext>
            </a:extLst>
          </p:cNvPr>
          <p:cNvCxnSpPr>
            <a:cxnSpLocks/>
          </p:cNvCxnSpPr>
          <p:nvPr/>
        </p:nvCxnSpPr>
        <p:spPr>
          <a:xfrm flipH="1" flipV="1">
            <a:off x="6029518" y="3619500"/>
            <a:ext cx="356743" cy="273050"/>
          </a:xfrm>
          <a:prstGeom prst="line">
            <a:avLst/>
          </a:prstGeom>
        </p:spPr>
        <p:style>
          <a:lnRef idx="3">
            <a:schemeClr val="accent1"/>
          </a:lnRef>
          <a:fillRef idx="0">
            <a:schemeClr val="accent1"/>
          </a:fillRef>
          <a:effectRef idx="2">
            <a:schemeClr val="accent1"/>
          </a:effectRef>
          <a:fontRef idx="minor">
            <a:schemeClr val="tx1"/>
          </a:fontRef>
        </p:style>
      </p:cxnSp>
      <p:sp>
        <p:nvSpPr>
          <p:cNvPr id="50" name="CuadroTexto 49">
            <a:extLst>
              <a:ext uri="{FF2B5EF4-FFF2-40B4-BE49-F238E27FC236}">
                <a16:creationId xmlns:a16="http://schemas.microsoft.com/office/drawing/2014/main" id="{FA6CB12F-BF7F-138F-C904-92B085B4B5ED}"/>
              </a:ext>
            </a:extLst>
          </p:cNvPr>
          <p:cNvSpPr txBox="1"/>
          <p:nvPr/>
        </p:nvSpPr>
        <p:spPr>
          <a:xfrm>
            <a:off x="5329151" y="3937629"/>
            <a:ext cx="2031779" cy="800219"/>
          </a:xfrm>
          <a:prstGeom prst="rect">
            <a:avLst/>
          </a:prstGeom>
          <a:noFill/>
        </p:spPr>
        <p:txBody>
          <a:bodyPr wrap="square" rtlCol="0">
            <a:spAutoFit/>
          </a:bodyPr>
          <a:lstStyle/>
          <a:p>
            <a:r>
              <a:rPr lang="es-MX" sz="1400" i="1" dirty="0"/>
              <a:t>Gr</a:t>
            </a:r>
            <a:r>
              <a:rPr lang="es-MX" altLang="es-MX" sz="1400" i="1" dirty="0"/>
              <a:t>upos de datos que se acceden conjuntamente</a:t>
            </a:r>
          </a:p>
          <a:p>
            <a:endParaRPr lang="es-MX" i="1" dirty="0"/>
          </a:p>
        </p:txBody>
      </p:sp>
      <p:cxnSp>
        <p:nvCxnSpPr>
          <p:cNvPr id="51" name="Conector recto 50">
            <a:extLst>
              <a:ext uri="{FF2B5EF4-FFF2-40B4-BE49-F238E27FC236}">
                <a16:creationId xmlns:a16="http://schemas.microsoft.com/office/drawing/2014/main" id="{EE55B98F-840F-0E55-C56A-5B99D6A184A7}"/>
              </a:ext>
            </a:extLst>
          </p:cNvPr>
          <p:cNvCxnSpPr>
            <a:cxnSpLocks/>
          </p:cNvCxnSpPr>
          <p:nvPr/>
        </p:nvCxnSpPr>
        <p:spPr>
          <a:xfrm flipH="1">
            <a:off x="8046730" y="1782134"/>
            <a:ext cx="322816" cy="313366"/>
          </a:xfrm>
          <a:prstGeom prst="line">
            <a:avLst/>
          </a:prstGeom>
        </p:spPr>
        <p:style>
          <a:lnRef idx="3">
            <a:schemeClr val="accent1"/>
          </a:lnRef>
          <a:fillRef idx="0">
            <a:schemeClr val="accent1"/>
          </a:fillRef>
          <a:effectRef idx="2">
            <a:schemeClr val="accent1"/>
          </a:effectRef>
          <a:fontRef idx="minor">
            <a:schemeClr val="tx1"/>
          </a:fontRef>
        </p:style>
      </p:cxnSp>
      <p:sp>
        <p:nvSpPr>
          <p:cNvPr id="53" name="CuadroTexto 52">
            <a:extLst>
              <a:ext uri="{FF2B5EF4-FFF2-40B4-BE49-F238E27FC236}">
                <a16:creationId xmlns:a16="http://schemas.microsoft.com/office/drawing/2014/main" id="{538471E3-4150-3962-A780-5CBCECC3FE45}"/>
              </a:ext>
            </a:extLst>
          </p:cNvPr>
          <p:cNvSpPr txBox="1"/>
          <p:nvPr/>
        </p:nvSpPr>
        <p:spPr>
          <a:xfrm>
            <a:off x="8369546" y="1309469"/>
            <a:ext cx="3469168" cy="523220"/>
          </a:xfrm>
          <a:prstGeom prst="rect">
            <a:avLst/>
          </a:prstGeom>
          <a:noFill/>
        </p:spPr>
        <p:txBody>
          <a:bodyPr wrap="square" rtlCol="0">
            <a:spAutoFit/>
          </a:bodyPr>
          <a:lstStyle/>
          <a:p>
            <a:r>
              <a:rPr lang="es-MX" sz="1400" i="1" dirty="0"/>
              <a:t>Archivos compartidos a través de distintas aplicaciones</a:t>
            </a:r>
          </a:p>
        </p:txBody>
      </p:sp>
    </p:spTree>
    <p:extLst>
      <p:ext uri="{BB962C8B-B14F-4D97-AF65-F5344CB8AC3E}">
        <p14:creationId xmlns:p14="http://schemas.microsoft.com/office/powerpoint/2010/main" val="2236394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C5F5C5-1BB6-0111-3797-0F617A2A704D}"/>
              </a:ext>
            </a:extLst>
          </p:cNvPr>
          <p:cNvSpPr>
            <a:spLocks noGrp="1"/>
          </p:cNvSpPr>
          <p:nvPr>
            <p:ph type="title"/>
          </p:nvPr>
        </p:nvSpPr>
        <p:spPr/>
        <p:txBody>
          <a:bodyPr/>
          <a:lstStyle/>
          <a:p>
            <a:r>
              <a:rPr lang="es-MX" altLang="es-MX" dirty="0"/>
              <a:t>¿Qué son los puntos de función?</a:t>
            </a:r>
            <a:endParaRPr lang="es-MX" dirty="0"/>
          </a:p>
        </p:txBody>
      </p:sp>
      <p:sp>
        <p:nvSpPr>
          <p:cNvPr id="3" name="Marcador de contenido 2">
            <a:extLst>
              <a:ext uri="{FF2B5EF4-FFF2-40B4-BE49-F238E27FC236}">
                <a16:creationId xmlns:a16="http://schemas.microsoft.com/office/drawing/2014/main" id="{778AD678-769D-7C47-F25D-1231F956360A}"/>
              </a:ext>
            </a:extLst>
          </p:cNvPr>
          <p:cNvSpPr>
            <a:spLocks noGrp="1"/>
          </p:cNvSpPr>
          <p:nvPr>
            <p:ph idx="1"/>
          </p:nvPr>
        </p:nvSpPr>
        <p:spPr/>
        <p:txBody>
          <a:bodyPr/>
          <a:lstStyle/>
          <a:p>
            <a:r>
              <a:rPr lang="es-ES" dirty="0"/>
              <a:t>Función de información (Data </a:t>
            </a:r>
            <a:r>
              <a:rPr lang="en-US" dirty="0"/>
              <a:t>Functions</a:t>
            </a:r>
            <a:r>
              <a:rPr lang="es-ES" dirty="0"/>
              <a:t>)</a:t>
            </a:r>
          </a:p>
          <a:p>
            <a:pPr lvl="1"/>
            <a:r>
              <a:rPr lang="es-ES" dirty="0"/>
              <a:t>Representan la funcionalidad provista por el usuario para satisfacer los requerimientos de información externos e internos.</a:t>
            </a:r>
          </a:p>
          <a:p>
            <a:r>
              <a:rPr lang="es-ES" dirty="0"/>
              <a:t>Funciones transaccionales (</a:t>
            </a:r>
            <a:r>
              <a:rPr lang="en-US" dirty="0"/>
              <a:t>Transactional</a:t>
            </a:r>
            <a:r>
              <a:rPr lang="es-ES" dirty="0"/>
              <a:t> </a:t>
            </a:r>
            <a:r>
              <a:rPr lang="en-US" dirty="0"/>
              <a:t>Functions</a:t>
            </a:r>
            <a:r>
              <a:rPr lang="es-ES" dirty="0"/>
              <a:t>)</a:t>
            </a:r>
          </a:p>
          <a:p>
            <a:pPr lvl="1"/>
            <a:r>
              <a:rPr lang="es-ES" dirty="0"/>
              <a:t>Representa la funcionalidad provista por el usuario para el procesamiento de la información para una aplicación.</a:t>
            </a:r>
          </a:p>
          <a:p>
            <a:endParaRPr lang="es-MX" dirty="0"/>
          </a:p>
        </p:txBody>
      </p:sp>
    </p:spTree>
    <p:extLst>
      <p:ext uri="{BB962C8B-B14F-4D97-AF65-F5344CB8AC3E}">
        <p14:creationId xmlns:p14="http://schemas.microsoft.com/office/powerpoint/2010/main" val="1444572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7A5549-6CD6-F109-23DB-1A3A2AE79221}"/>
              </a:ext>
            </a:extLst>
          </p:cNvPr>
          <p:cNvSpPr>
            <a:spLocks noGrp="1"/>
          </p:cNvSpPr>
          <p:nvPr>
            <p:ph type="title"/>
          </p:nvPr>
        </p:nvSpPr>
        <p:spPr/>
        <p:txBody>
          <a:bodyPr/>
          <a:lstStyle/>
          <a:p>
            <a:r>
              <a:rPr lang="es-MX" altLang="es-MX" dirty="0"/>
              <a:t>Tipo de datos de función</a:t>
            </a:r>
            <a:endParaRPr lang="es-MX" dirty="0"/>
          </a:p>
        </p:txBody>
      </p:sp>
      <p:sp>
        <p:nvSpPr>
          <p:cNvPr id="3" name="Marcador de contenido 2">
            <a:extLst>
              <a:ext uri="{FF2B5EF4-FFF2-40B4-BE49-F238E27FC236}">
                <a16:creationId xmlns:a16="http://schemas.microsoft.com/office/drawing/2014/main" id="{84E1C3F4-8B13-15BF-5561-C0EF85D959D2}"/>
              </a:ext>
            </a:extLst>
          </p:cNvPr>
          <p:cNvSpPr>
            <a:spLocks noGrp="1"/>
          </p:cNvSpPr>
          <p:nvPr>
            <p:ph idx="1"/>
          </p:nvPr>
        </p:nvSpPr>
        <p:spPr/>
        <p:txBody>
          <a:bodyPr>
            <a:normAutofit fontScale="92500" lnSpcReduction="10000"/>
          </a:bodyPr>
          <a:lstStyle/>
          <a:p>
            <a:r>
              <a:rPr lang="es-ES" dirty="0"/>
              <a:t>Archivos lógicos internos (ILF)</a:t>
            </a:r>
          </a:p>
          <a:p>
            <a:pPr lvl="1"/>
            <a:r>
              <a:rPr lang="es-ES" dirty="0"/>
              <a:t>Se encuentran internamente en los límites de la aplicación  y refleja la funcionalidad de almacenamiento de los datos proporcionado por el usuario. Los archivos lógicos internos deben ser mantenidos y utilizados por la aplicación.</a:t>
            </a:r>
          </a:p>
          <a:p>
            <a:endParaRPr lang="es-ES" dirty="0"/>
          </a:p>
          <a:p>
            <a:r>
              <a:rPr lang="es-ES" dirty="0"/>
              <a:t>Archivos de interfaz externos (EIF)</a:t>
            </a:r>
          </a:p>
          <a:p>
            <a:pPr lvl="1"/>
            <a:r>
              <a:rPr lang="es-ES" dirty="0"/>
              <a:t>Se encuentran externamente de los límites de la aplicación y reflejan la funcionalidad provista por la aplicación a través del uso de los datos mantenidos por otras aplicaciones.</a:t>
            </a:r>
          </a:p>
          <a:p>
            <a:endParaRPr lang="es-ES" dirty="0"/>
          </a:p>
          <a:p>
            <a:pPr marL="0" indent="0">
              <a:buNone/>
            </a:pPr>
            <a:r>
              <a:rPr lang="es-ES" sz="2200" i="1" dirty="0"/>
              <a:t>Nota: Ellos no son archivos en el sentido tradicional de la palabra, pero se refieren lógicamente a grupos de información relacionados</a:t>
            </a:r>
          </a:p>
          <a:p>
            <a:endParaRPr lang="es-MX" dirty="0"/>
          </a:p>
        </p:txBody>
      </p:sp>
    </p:spTree>
    <p:extLst>
      <p:ext uri="{BB962C8B-B14F-4D97-AF65-F5344CB8AC3E}">
        <p14:creationId xmlns:p14="http://schemas.microsoft.com/office/powerpoint/2010/main" val="3482174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E37E07-400A-4188-EB86-3D4EFDD32D6C}"/>
              </a:ext>
            </a:extLst>
          </p:cNvPr>
          <p:cNvSpPr>
            <a:spLocks noGrp="1"/>
          </p:cNvSpPr>
          <p:nvPr>
            <p:ph type="title"/>
          </p:nvPr>
        </p:nvSpPr>
        <p:spPr/>
        <p:txBody>
          <a:bodyPr/>
          <a:lstStyle/>
          <a:p>
            <a:r>
              <a:rPr lang="es-MX" altLang="es-MX" dirty="0"/>
              <a:t>Perspectiva “lógica” o del Usuario</a:t>
            </a:r>
            <a:endParaRPr lang="es-MX" dirty="0"/>
          </a:p>
        </p:txBody>
      </p:sp>
      <p:sp>
        <p:nvSpPr>
          <p:cNvPr id="20" name="AutoShape 4">
            <a:extLst>
              <a:ext uri="{FF2B5EF4-FFF2-40B4-BE49-F238E27FC236}">
                <a16:creationId xmlns:a16="http://schemas.microsoft.com/office/drawing/2014/main" id="{4304F653-4249-BED3-CBC3-1D8249CD2B42}"/>
              </a:ext>
            </a:extLst>
          </p:cNvPr>
          <p:cNvSpPr>
            <a:spLocks noChangeArrowheads="1"/>
          </p:cNvSpPr>
          <p:nvPr/>
        </p:nvSpPr>
        <p:spPr bwMode="auto">
          <a:xfrm>
            <a:off x="2419002" y="3505200"/>
            <a:ext cx="1219200" cy="685800"/>
          </a:xfrm>
          <a:prstGeom prst="flowChartMagneticDisk">
            <a:avLst/>
          </a:prstGeom>
          <a:noFill/>
          <a:ln w="9525">
            <a:solidFill>
              <a:sysClr val="windowText" lastClr="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1400" b="0" i="0" u="none" strike="noStrike" kern="0" cap="none" spc="0" normalizeH="0" baseline="0" noProof="0" dirty="0">
              <a:ln>
                <a:noFill/>
              </a:ln>
              <a:solidFill>
                <a:prstClr val="black"/>
              </a:solidFill>
              <a:effectLst/>
              <a:uLnTx/>
              <a:uFillTx/>
              <a:latin typeface="Times New Roman" panose="02020603050405020304" pitchFamily="18" charset="0"/>
            </a:endParaRPr>
          </a:p>
        </p:txBody>
      </p:sp>
      <p:sp>
        <p:nvSpPr>
          <p:cNvPr id="21" name="Text Box 5">
            <a:extLst>
              <a:ext uri="{FF2B5EF4-FFF2-40B4-BE49-F238E27FC236}">
                <a16:creationId xmlns:a16="http://schemas.microsoft.com/office/drawing/2014/main" id="{14E70C11-488A-1C71-A06F-1CD39DE2B785}"/>
              </a:ext>
            </a:extLst>
          </p:cNvPr>
          <p:cNvSpPr txBox="1">
            <a:spLocks noChangeArrowheads="1"/>
          </p:cNvSpPr>
          <p:nvPr/>
        </p:nvSpPr>
        <p:spPr bwMode="auto">
          <a:xfrm>
            <a:off x="2800002" y="2438400"/>
            <a:ext cx="2209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s-MX" altLang="es-MX" sz="1400" b="1" dirty="0">
                <a:solidFill>
                  <a:prstClr val="black"/>
                </a:solidFill>
                <a:latin typeface="Arial" panose="020B0604020202020204" pitchFamily="34" charset="0"/>
              </a:rPr>
              <a:t>Proveedores Estructura Archivos Físicos</a:t>
            </a:r>
            <a:endParaRPr lang="es-ES" altLang="es-MX" sz="1400" b="1" dirty="0">
              <a:solidFill>
                <a:prstClr val="black"/>
              </a:solidFill>
              <a:latin typeface="Arial" panose="020B0604020202020204" pitchFamily="34" charset="0"/>
            </a:endParaRPr>
          </a:p>
        </p:txBody>
      </p:sp>
      <p:sp>
        <p:nvSpPr>
          <p:cNvPr id="22" name="Text Box 6">
            <a:extLst>
              <a:ext uri="{FF2B5EF4-FFF2-40B4-BE49-F238E27FC236}">
                <a16:creationId xmlns:a16="http://schemas.microsoft.com/office/drawing/2014/main" id="{AA47F7D7-BF83-E500-3792-B0A99298EFD0}"/>
              </a:ext>
            </a:extLst>
          </p:cNvPr>
          <p:cNvSpPr txBox="1">
            <a:spLocks noChangeArrowheads="1"/>
          </p:cNvSpPr>
          <p:nvPr/>
        </p:nvSpPr>
        <p:spPr bwMode="auto">
          <a:xfrm>
            <a:off x="2419002" y="3810000"/>
            <a:ext cx="129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s-MX" altLang="es-MX" sz="1400" dirty="0">
                <a:solidFill>
                  <a:prstClr val="black"/>
                </a:solidFill>
                <a:latin typeface="Arial" panose="020B0604020202020204" pitchFamily="34" charset="0"/>
              </a:rPr>
              <a:t>Proveedores</a:t>
            </a:r>
            <a:endParaRPr lang="es-ES" altLang="es-MX" sz="1400" dirty="0">
              <a:solidFill>
                <a:prstClr val="black"/>
              </a:solidFill>
              <a:latin typeface="Arial" panose="020B0604020202020204" pitchFamily="34" charset="0"/>
            </a:endParaRPr>
          </a:p>
        </p:txBody>
      </p:sp>
      <p:sp>
        <p:nvSpPr>
          <p:cNvPr id="23" name="AutoShape 7">
            <a:extLst>
              <a:ext uri="{FF2B5EF4-FFF2-40B4-BE49-F238E27FC236}">
                <a16:creationId xmlns:a16="http://schemas.microsoft.com/office/drawing/2014/main" id="{49D80BB1-AA68-782B-1D64-4FCE0FD1798D}"/>
              </a:ext>
            </a:extLst>
          </p:cNvPr>
          <p:cNvSpPr>
            <a:spLocks noChangeArrowheads="1"/>
          </p:cNvSpPr>
          <p:nvPr/>
        </p:nvSpPr>
        <p:spPr bwMode="auto">
          <a:xfrm>
            <a:off x="4171602" y="3505200"/>
            <a:ext cx="1143000" cy="685800"/>
          </a:xfrm>
          <a:prstGeom prst="flowChartMagneticDisk">
            <a:avLst/>
          </a:prstGeom>
          <a:noFill/>
          <a:ln w="9525">
            <a:solidFill>
              <a:sysClr val="windowText" lastClr="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1400" b="0" i="0" u="none" strike="noStrike" kern="0" cap="none" spc="0" normalizeH="0" baseline="0" noProof="0" dirty="0">
              <a:ln>
                <a:noFill/>
              </a:ln>
              <a:solidFill>
                <a:prstClr val="black"/>
              </a:solidFill>
              <a:effectLst/>
              <a:uLnTx/>
              <a:uFillTx/>
              <a:latin typeface="Times New Roman" panose="02020603050405020304" pitchFamily="18" charset="0"/>
            </a:endParaRPr>
          </a:p>
        </p:txBody>
      </p:sp>
      <p:sp>
        <p:nvSpPr>
          <p:cNvPr id="24" name="Text Box 8">
            <a:extLst>
              <a:ext uri="{FF2B5EF4-FFF2-40B4-BE49-F238E27FC236}">
                <a16:creationId xmlns:a16="http://schemas.microsoft.com/office/drawing/2014/main" id="{5DDA8ABB-4400-34FE-AC0C-4C72A0FC2960}"/>
              </a:ext>
            </a:extLst>
          </p:cNvPr>
          <p:cNvSpPr txBox="1">
            <a:spLocks noChangeArrowheads="1"/>
          </p:cNvSpPr>
          <p:nvPr/>
        </p:nvSpPr>
        <p:spPr bwMode="auto">
          <a:xfrm>
            <a:off x="4247802" y="3810000"/>
            <a:ext cx="1066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s-MX" altLang="es-MX" sz="1400" dirty="0">
                <a:solidFill>
                  <a:prstClr val="black"/>
                </a:solidFill>
                <a:latin typeface="Arial" panose="020B0604020202020204" pitchFamily="34" charset="0"/>
              </a:rPr>
              <a:t>Domicilios</a:t>
            </a:r>
            <a:endParaRPr lang="es-ES" altLang="es-MX" sz="1400" dirty="0">
              <a:solidFill>
                <a:prstClr val="black"/>
              </a:solidFill>
              <a:latin typeface="Arial" panose="020B0604020202020204" pitchFamily="34" charset="0"/>
            </a:endParaRPr>
          </a:p>
        </p:txBody>
      </p:sp>
      <p:sp>
        <p:nvSpPr>
          <p:cNvPr id="25" name="Text Box 9">
            <a:extLst>
              <a:ext uri="{FF2B5EF4-FFF2-40B4-BE49-F238E27FC236}">
                <a16:creationId xmlns:a16="http://schemas.microsoft.com/office/drawing/2014/main" id="{4B6F26B1-07C1-CA97-E5D8-33D7F3B4C82E}"/>
              </a:ext>
            </a:extLst>
          </p:cNvPr>
          <p:cNvSpPr txBox="1">
            <a:spLocks noChangeArrowheads="1"/>
          </p:cNvSpPr>
          <p:nvPr/>
        </p:nvSpPr>
        <p:spPr bwMode="auto">
          <a:xfrm>
            <a:off x="2266602" y="4389438"/>
            <a:ext cx="16764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s-MX" altLang="es-MX" sz="1200" b="1" dirty="0">
                <a:solidFill>
                  <a:prstClr val="black"/>
                </a:solidFill>
                <a:latin typeface="Arial" panose="020B0604020202020204" pitchFamily="34" charset="0"/>
              </a:rPr>
              <a:t>Datos Proveedores</a:t>
            </a:r>
            <a:endParaRPr lang="es-ES" altLang="es-MX" sz="1200" b="1" dirty="0">
              <a:solidFill>
                <a:prstClr val="black"/>
              </a:solidFill>
              <a:latin typeface="Arial" panose="020B0604020202020204" pitchFamily="34" charset="0"/>
            </a:endParaRPr>
          </a:p>
        </p:txBody>
      </p:sp>
      <p:sp>
        <p:nvSpPr>
          <p:cNvPr id="26" name="Text Box 10">
            <a:extLst>
              <a:ext uri="{FF2B5EF4-FFF2-40B4-BE49-F238E27FC236}">
                <a16:creationId xmlns:a16="http://schemas.microsoft.com/office/drawing/2014/main" id="{E3267F5E-0E99-7965-D5ED-418232252CE1}"/>
              </a:ext>
            </a:extLst>
          </p:cNvPr>
          <p:cNvSpPr txBox="1">
            <a:spLocks noChangeArrowheads="1"/>
          </p:cNvSpPr>
          <p:nvPr/>
        </p:nvSpPr>
        <p:spPr bwMode="auto">
          <a:xfrm>
            <a:off x="4019202" y="4389438"/>
            <a:ext cx="16764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s-MX" altLang="es-MX" sz="1200" b="1" dirty="0">
                <a:solidFill>
                  <a:prstClr val="black"/>
                </a:solidFill>
                <a:latin typeface="Arial" panose="020B0604020202020204" pitchFamily="34" charset="0"/>
              </a:rPr>
              <a:t>Domicilios</a:t>
            </a:r>
            <a:endParaRPr lang="es-ES" altLang="es-MX" sz="1200" b="1" dirty="0">
              <a:solidFill>
                <a:prstClr val="black"/>
              </a:solidFill>
              <a:latin typeface="Arial" panose="020B0604020202020204" pitchFamily="34" charset="0"/>
            </a:endParaRPr>
          </a:p>
        </p:txBody>
      </p:sp>
      <p:sp>
        <p:nvSpPr>
          <p:cNvPr id="27" name="AutoShape 22">
            <a:extLst>
              <a:ext uri="{FF2B5EF4-FFF2-40B4-BE49-F238E27FC236}">
                <a16:creationId xmlns:a16="http://schemas.microsoft.com/office/drawing/2014/main" id="{E03DE909-2598-AB27-55EB-843BD64FB642}"/>
              </a:ext>
            </a:extLst>
          </p:cNvPr>
          <p:cNvSpPr>
            <a:spLocks noChangeArrowheads="1"/>
          </p:cNvSpPr>
          <p:nvPr/>
        </p:nvSpPr>
        <p:spPr bwMode="auto">
          <a:xfrm>
            <a:off x="7753002" y="3352800"/>
            <a:ext cx="990600" cy="914400"/>
          </a:xfrm>
          <a:prstGeom prst="cube">
            <a:avLst>
              <a:gd name="adj" fmla="val 25000"/>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1400" b="0" i="0" u="none" strike="noStrike" kern="0" cap="none" spc="0" normalizeH="0" baseline="0" noProof="0" dirty="0">
              <a:ln>
                <a:noFill/>
              </a:ln>
              <a:solidFill>
                <a:prstClr val="black"/>
              </a:solidFill>
              <a:effectLst/>
              <a:uLnTx/>
              <a:uFillTx/>
              <a:latin typeface="Times New Roman" panose="02020603050405020304" pitchFamily="18" charset="0"/>
            </a:endParaRPr>
          </a:p>
        </p:txBody>
      </p:sp>
      <p:sp>
        <p:nvSpPr>
          <p:cNvPr id="28" name="Line 23">
            <a:extLst>
              <a:ext uri="{FF2B5EF4-FFF2-40B4-BE49-F238E27FC236}">
                <a16:creationId xmlns:a16="http://schemas.microsoft.com/office/drawing/2014/main" id="{BD400D14-C219-31C0-25F7-A45361C15629}"/>
              </a:ext>
            </a:extLst>
          </p:cNvPr>
          <p:cNvSpPr>
            <a:spLocks noChangeShapeType="1"/>
          </p:cNvSpPr>
          <p:nvPr/>
        </p:nvSpPr>
        <p:spPr bwMode="auto">
          <a:xfrm>
            <a:off x="7753002" y="3962400"/>
            <a:ext cx="762000" cy="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1400" b="0" i="0" u="none" strike="noStrike" kern="0" cap="none" spc="0" normalizeH="0" baseline="0" noProof="0" dirty="0">
              <a:ln>
                <a:noFill/>
              </a:ln>
              <a:solidFill>
                <a:prstClr val="black"/>
              </a:solidFill>
              <a:effectLst/>
              <a:uLnTx/>
              <a:uFillTx/>
              <a:latin typeface="Times New Roman" panose="02020603050405020304" pitchFamily="18" charset="0"/>
            </a:endParaRPr>
          </a:p>
        </p:txBody>
      </p:sp>
      <p:sp>
        <p:nvSpPr>
          <p:cNvPr id="29" name="Line 24">
            <a:extLst>
              <a:ext uri="{FF2B5EF4-FFF2-40B4-BE49-F238E27FC236}">
                <a16:creationId xmlns:a16="http://schemas.microsoft.com/office/drawing/2014/main" id="{52F4AAB6-A54F-E496-C853-DC5EBA85F8FB}"/>
              </a:ext>
            </a:extLst>
          </p:cNvPr>
          <p:cNvSpPr>
            <a:spLocks noChangeShapeType="1"/>
          </p:cNvSpPr>
          <p:nvPr/>
        </p:nvSpPr>
        <p:spPr bwMode="auto">
          <a:xfrm>
            <a:off x="7981602" y="3810000"/>
            <a:ext cx="304800" cy="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1400" b="0" i="0" u="none" strike="noStrike" kern="0" cap="none" spc="0" normalizeH="0" baseline="0" noProof="0" dirty="0">
              <a:ln>
                <a:noFill/>
              </a:ln>
              <a:solidFill>
                <a:prstClr val="black"/>
              </a:solidFill>
              <a:effectLst/>
              <a:uLnTx/>
              <a:uFillTx/>
              <a:latin typeface="Times New Roman" panose="02020603050405020304" pitchFamily="18" charset="0"/>
            </a:endParaRPr>
          </a:p>
        </p:txBody>
      </p:sp>
      <p:sp>
        <p:nvSpPr>
          <p:cNvPr id="30" name="Text Box 26">
            <a:extLst>
              <a:ext uri="{FF2B5EF4-FFF2-40B4-BE49-F238E27FC236}">
                <a16:creationId xmlns:a16="http://schemas.microsoft.com/office/drawing/2014/main" id="{7DABD1CD-2FD2-4774-7F3D-C2403BE8F9B1}"/>
              </a:ext>
            </a:extLst>
          </p:cNvPr>
          <p:cNvSpPr txBox="1">
            <a:spLocks noChangeArrowheads="1"/>
          </p:cNvSpPr>
          <p:nvPr/>
        </p:nvSpPr>
        <p:spPr bwMode="auto">
          <a:xfrm>
            <a:off x="7524402" y="2514600"/>
            <a:ext cx="1600200"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s-MX" altLang="es-MX" sz="1400" b="1" dirty="0">
                <a:solidFill>
                  <a:prstClr val="black"/>
                </a:solidFill>
                <a:latin typeface="Arial" panose="020B0604020202020204" pitchFamily="34" charset="0"/>
              </a:rPr>
              <a:t>Proveedores Archivos Lógicos</a:t>
            </a:r>
            <a:endParaRPr lang="es-ES" altLang="es-MX" sz="1400" b="1" dirty="0">
              <a:solidFill>
                <a:prstClr val="black"/>
              </a:solidFill>
              <a:latin typeface="Arial" panose="020B0604020202020204" pitchFamily="34" charset="0"/>
            </a:endParaRPr>
          </a:p>
        </p:txBody>
      </p:sp>
      <p:sp>
        <p:nvSpPr>
          <p:cNvPr id="31" name="Text Box 27">
            <a:extLst>
              <a:ext uri="{FF2B5EF4-FFF2-40B4-BE49-F238E27FC236}">
                <a16:creationId xmlns:a16="http://schemas.microsoft.com/office/drawing/2014/main" id="{E332ABAE-C06F-412F-7A80-6E89C72E3F7A}"/>
              </a:ext>
            </a:extLst>
          </p:cNvPr>
          <p:cNvSpPr txBox="1">
            <a:spLocks noChangeArrowheads="1"/>
          </p:cNvSpPr>
          <p:nvPr/>
        </p:nvSpPr>
        <p:spPr bwMode="auto">
          <a:xfrm>
            <a:off x="6076602" y="4510088"/>
            <a:ext cx="4800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s-MX" altLang="es-MX" sz="1200" b="1" dirty="0">
                <a:solidFill>
                  <a:prstClr val="black"/>
                </a:solidFill>
                <a:latin typeface="Arial" panose="020B0604020202020204" pitchFamily="34" charset="0"/>
              </a:rPr>
              <a:t>Archivo de Nombre y Dirección , Teléfono del Proveedor</a:t>
            </a:r>
            <a:endParaRPr lang="es-ES" altLang="es-MX" sz="1200" b="1" dirty="0">
              <a:solidFill>
                <a:prstClr val="black"/>
              </a:solidFill>
              <a:latin typeface="Arial" panose="020B0604020202020204" pitchFamily="34" charset="0"/>
            </a:endParaRPr>
          </a:p>
        </p:txBody>
      </p:sp>
      <p:sp>
        <p:nvSpPr>
          <p:cNvPr id="32" name="Line 28">
            <a:extLst>
              <a:ext uri="{FF2B5EF4-FFF2-40B4-BE49-F238E27FC236}">
                <a16:creationId xmlns:a16="http://schemas.microsoft.com/office/drawing/2014/main" id="{1190AB5D-0F2B-9833-67AB-389722499BD4}"/>
              </a:ext>
            </a:extLst>
          </p:cNvPr>
          <p:cNvSpPr>
            <a:spLocks noChangeShapeType="1"/>
          </p:cNvSpPr>
          <p:nvPr/>
        </p:nvSpPr>
        <p:spPr bwMode="auto">
          <a:xfrm>
            <a:off x="7981602" y="4114800"/>
            <a:ext cx="304800" cy="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1400" b="0" i="0" u="none" strike="noStrike" kern="0" cap="none" spc="0" normalizeH="0" baseline="0" noProof="0" dirty="0">
              <a:ln>
                <a:noFill/>
              </a:ln>
              <a:solidFill>
                <a:prstClr val="black"/>
              </a:solidFill>
              <a:effectLst/>
              <a:uLnTx/>
              <a:uFillTx/>
              <a:latin typeface="Times New Roman" panose="02020603050405020304" pitchFamily="18" charset="0"/>
            </a:endParaRPr>
          </a:p>
        </p:txBody>
      </p:sp>
      <p:sp>
        <p:nvSpPr>
          <p:cNvPr id="33" name="AutoShape 61">
            <a:extLst>
              <a:ext uri="{FF2B5EF4-FFF2-40B4-BE49-F238E27FC236}">
                <a16:creationId xmlns:a16="http://schemas.microsoft.com/office/drawing/2014/main" id="{BFD8ABD0-1272-B9CB-F566-E93E472A94D7}"/>
              </a:ext>
            </a:extLst>
          </p:cNvPr>
          <p:cNvSpPr>
            <a:spLocks noChangeArrowheads="1"/>
          </p:cNvSpPr>
          <p:nvPr/>
        </p:nvSpPr>
        <p:spPr bwMode="auto">
          <a:xfrm>
            <a:off x="3257202" y="5089525"/>
            <a:ext cx="1143000" cy="685800"/>
          </a:xfrm>
          <a:prstGeom prst="flowChartMagneticDisk">
            <a:avLst/>
          </a:prstGeom>
          <a:noFill/>
          <a:ln w="9525">
            <a:solidFill>
              <a:sysClr val="windowText" lastClr="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1400" b="0" i="0" u="none" strike="noStrike" kern="0" cap="none" spc="0" normalizeH="0" baseline="0" noProof="0" dirty="0">
              <a:ln>
                <a:noFill/>
              </a:ln>
              <a:solidFill>
                <a:prstClr val="black"/>
              </a:solidFill>
              <a:effectLst/>
              <a:uLnTx/>
              <a:uFillTx/>
              <a:latin typeface="Times New Roman" panose="02020603050405020304" pitchFamily="18" charset="0"/>
            </a:endParaRPr>
          </a:p>
        </p:txBody>
      </p:sp>
      <p:sp>
        <p:nvSpPr>
          <p:cNvPr id="34" name="Text Box 62">
            <a:extLst>
              <a:ext uri="{FF2B5EF4-FFF2-40B4-BE49-F238E27FC236}">
                <a16:creationId xmlns:a16="http://schemas.microsoft.com/office/drawing/2014/main" id="{179ACE8D-55F9-2038-48E7-D82BDF1DF949}"/>
              </a:ext>
            </a:extLst>
          </p:cNvPr>
          <p:cNvSpPr txBox="1">
            <a:spLocks noChangeArrowheads="1"/>
          </p:cNvSpPr>
          <p:nvPr/>
        </p:nvSpPr>
        <p:spPr bwMode="auto">
          <a:xfrm>
            <a:off x="3333402" y="5394325"/>
            <a:ext cx="1066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s-MX" altLang="es-MX" sz="1400" dirty="0">
                <a:solidFill>
                  <a:prstClr val="black"/>
                </a:solidFill>
                <a:latin typeface="Arial" panose="020B0604020202020204" pitchFamily="34" charset="0"/>
              </a:rPr>
              <a:t>Teléfonos</a:t>
            </a:r>
            <a:endParaRPr lang="es-ES" altLang="es-MX" sz="1400" dirty="0">
              <a:solidFill>
                <a:prstClr val="black"/>
              </a:solidFill>
              <a:latin typeface="Arial" panose="020B0604020202020204" pitchFamily="34" charset="0"/>
            </a:endParaRPr>
          </a:p>
        </p:txBody>
      </p:sp>
      <p:sp>
        <p:nvSpPr>
          <p:cNvPr id="35" name="Text Box 63">
            <a:extLst>
              <a:ext uri="{FF2B5EF4-FFF2-40B4-BE49-F238E27FC236}">
                <a16:creationId xmlns:a16="http://schemas.microsoft.com/office/drawing/2014/main" id="{6DDC40DF-B376-7C95-9833-91165D5C9CE6}"/>
              </a:ext>
            </a:extLst>
          </p:cNvPr>
          <p:cNvSpPr txBox="1">
            <a:spLocks noChangeArrowheads="1"/>
          </p:cNvSpPr>
          <p:nvPr/>
        </p:nvSpPr>
        <p:spPr bwMode="auto">
          <a:xfrm>
            <a:off x="2952402" y="5973763"/>
            <a:ext cx="16764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s-MX" altLang="es-MX" sz="1200" b="1" dirty="0">
                <a:solidFill>
                  <a:prstClr val="black"/>
                </a:solidFill>
                <a:latin typeface="Arial" panose="020B0604020202020204" pitchFamily="34" charset="0"/>
              </a:rPr>
              <a:t>Teléfonos</a:t>
            </a:r>
            <a:endParaRPr lang="es-ES" altLang="es-MX" sz="1200" b="1" dirty="0">
              <a:solidFill>
                <a:prstClr val="black"/>
              </a:solidFill>
              <a:latin typeface="Arial" panose="020B0604020202020204" pitchFamily="34" charset="0"/>
            </a:endParaRPr>
          </a:p>
        </p:txBody>
      </p:sp>
    </p:spTree>
    <p:extLst>
      <p:ext uri="{BB962C8B-B14F-4D97-AF65-F5344CB8AC3E}">
        <p14:creationId xmlns:p14="http://schemas.microsoft.com/office/powerpoint/2010/main" val="2312892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901C2-0730-19B5-838A-31035381C01B}"/>
              </a:ext>
            </a:extLst>
          </p:cNvPr>
          <p:cNvSpPr>
            <a:spLocks noGrp="1"/>
          </p:cNvSpPr>
          <p:nvPr>
            <p:ph type="title"/>
          </p:nvPr>
        </p:nvSpPr>
        <p:spPr/>
        <p:txBody>
          <a:bodyPr/>
          <a:lstStyle/>
          <a:p>
            <a:r>
              <a:rPr lang="es-MX" altLang="es-MX" dirty="0"/>
              <a:t>Definición de Información que el Sistema Mantiene (ILF)</a:t>
            </a:r>
            <a:endParaRPr lang="es-MX" dirty="0"/>
          </a:p>
        </p:txBody>
      </p:sp>
      <p:sp>
        <p:nvSpPr>
          <p:cNvPr id="3" name="Marcador de contenido 2">
            <a:extLst>
              <a:ext uri="{FF2B5EF4-FFF2-40B4-BE49-F238E27FC236}">
                <a16:creationId xmlns:a16="http://schemas.microsoft.com/office/drawing/2014/main" id="{5536E1AE-666E-122D-005B-1A60A1A3D693}"/>
              </a:ext>
            </a:extLst>
          </p:cNvPr>
          <p:cNvSpPr>
            <a:spLocks noGrp="1"/>
          </p:cNvSpPr>
          <p:nvPr>
            <p:ph idx="1"/>
          </p:nvPr>
        </p:nvSpPr>
        <p:spPr/>
        <p:txBody>
          <a:bodyPr>
            <a:normAutofit fontScale="92500" lnSpcReduction="10000"/>
          </a:bodyPr>
          <a:lstStyle/>
          <a:p>
            <a:r>
              <a:rPr lang="es-ES" dirty="0"/>
              <a:t>Los usuarios identifican un grupo de datos lógicamente relacionados o información de control mantenida dentro de los límites de la aplicación. </a:t>
            </a:r>
          </a:p>
          <a:p>
            <a:r>
              <a:rPr lang="es-ES" dirty="0"/>
              <a:t>Usuarios identificables referencian los requisitos específicos que un usuario experimentado definiría para la aplicación. </a:t>
            </a:r>
          </a:p>
          <a:p>
            <a:r>
              <a:rPr lang="es-ES" dirty="0"/>
              <a:t>El control de la información son datos utilizados por la aplicación para asegurar consistencia con los requerimientos funcionales de negocio especificados por el usuario. </a:t>
            </a:r>
          </a:p>
          <a:p>
            <a:r>
              <a:rPr lang="es-ES" dirty="0"/>
              <a:t>Mantenido implica la habilidad de modificar datos por a través de un proceso elemental.</a:t>
            </a:r>
          </a:p>
          <a:p>
            <a:r>
              <a:rPr lang="es-ES" dirty="0"/>
              <a:t>Mantenido es la habilidad de agregar, cambiar, eliminar, poblar, actualizar, asignar y crear.</a:t>
            </a:r>
          </a:p>
          <a:p>
            <a:endParaRPr lang="es-MX" dirty="0"/>
          </a:p>
        </p:txBody>
      </p:sp>
    </p:spTree>
    <p:extLst>
      <p:ext uri="{BB962C8B-B14F-4D97-AF65-F5344CB8AC3E}">
        <p14:creationId xmlns:p14="http://schemas.microsoft.com/office/powerpoint/2010/main" val="3650269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901C2-0730-19B5-838A-31035381C01B}"/>
              </a:ext>
            </a:extLst>
          </p:cNvPr>
          <p:cNvSpPr>
            <a:spLocks noGrp="1"/>
          </p:cNvSpPr>
          <p:nvPr>
            <p:ph type="title"/>
          </p:nvPr>
        </p:nvSpPr>
        <p:spPr/>
        <p:txBody>
          <a:bodyPr/>
          <a:lstStyle/>
          <a:p>
            <a:r>
              <a:rPr lang="es-MX" altLang="es-MX" dirty="0"/>
              <a:t>Definición de Información que el Sistema Mantiene (ILF)</a:t>
            </a:r>
            <a:endParaRPr lang="es-MX" dirty="0"/>
          </a:p>
        </p:txBody>
      </p:sp>
      <p:sp>
        <p:nvSpPr>
          <p:cNvPr id="3" name="Marcador de contenido 2">
            <a:extLst>
              <a:ext uri="{FF2B5EF4-FFF2-40B4-BE49-F238E27FC236}">
                <a16:creationId xmlns:a16="http://schemas.microsoft.com/office/drawing/2014/main" id="{5536E1AE-666E-122D-005B-1A60A1A3D693}"/>
              </a:ext>
            </a:extLst>
          </p:cNvPr>
          <p:cNvSpPr>
            <a:spLocks noGrp="1"/>
          </p:cNvSpPr>
          <p:nvPr>
            <p:ph idx="1"/>
          </p:nvPr>
        </p:nvSpPr>
        <p:spPr/>
        <p:txBody>
          <a:bodyPr>
            <a:normAutofit/>
          </a:bodyPr>
          <a:lstStyle/>
          <a:p>
            <a:r>
              <a:rPr lang="es-ES" dirty="0"/>
              <a:t>El proceso elemental es la unidad más pequeña de actividad que es significativa para el usuario final en el negocio:</a:t>
            </a:r>
          </a:p>
          <a:p>
            <a:pPr lvl="1"/>
            <a:r>
              <a:rPr lang="es-ES" dirty="0"/>
              <a:t>El proceso elemental debe ser autónomo y dejar el negocio de la aplicación en un estado consistente.</a:t>
            </a:r>
          </a:p>
          <a:p>
            <a:pPr lvl="1"/>
            <a:r>
              <a:rPr lang="es-ES" dirty="0"/>
              <a:t>Un proceso elemental se compara a la automatización de un proceso del negocio requerido específicamente por la organización del usuario.</a:t>
            </a:r>
            <a:endParaRPr lang="es-MX" dirty="0"/>
          </a:p>
        </p:txBody>
      </p:sp>
    </p:spTree>
    <p:extLst>
      <p:ext uri="{BB962C8B-B14F-4D97-AF65-F5344CB8AC3E}">
        <p14:creationId xmlns:p14="http://schemas.microsoft.com/office/powerpoint/2010/main" val="290178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901C2-0730-19B5-838A-31035381C01B}"/>
              </a:ext>
            </a:extLst>
          </p:cNvPr>
          <p:cNvSpPr>
            <a:spLocks noGrp="1"/>
          </p:cNvSpPr>
          <p:nvPr>
            <p:ph type="title"/>
          </p:nvPr>
        </p:nvSpPr>
        <p:spPr/>
        <p:txBody>
          <a:bodyPr/>
          <a:lstStyle/>
          <a:p>
            <a:r>
              <a:rPr lang="es-MX" altLang="es-MX" dirty="0"/>
              <a:t>Definición de Información que el Sistema Mantiene (ILF)</a:t>
            </a:r>
            <a:endParaRPr lang="es-MX" dirty="0"/>
          </a:p>
        </p:txBody>
      </p:sp>
      <p:sp>
        <p:nvSpPr>
          <p:cNvPr id="3" name="Marcador de contenido 2">
            <a:extLst>
              <a:ext uri="{FF2B5EF4-FFF2-40B4-BE49-F238E27FC236}">
                <a16:creationId xmlns:a16="http://schemas.microsoft.com/office/drawing/2014/main" id="{5536E1AE-666E-122D-005B-1A60A1A3D693}"/>
              </a:ext>
            </a:extLst>
          </p:cNvPr>
          <p:cNvSpPr>
            <a:spLocks noGrp="1"/>
          </p:cNvSpPr>
          <p:nvPr>
            <p:ph idx="1"/>
          </p:nvPr>
        </p:nvSpPr>
        <p:spPr/>
        <p:txBody>
          <a:bodyPr>
            <a:normAutofit fontScale="92500" lnSpcReduction="20000"/>
          </a:bodyPr>
          <a:lstStyle/>
          <a:p>
            <a:r>
              <a:rPr lang="es-ES" dirty="0"/>
              <a:t>Ejemplos: </a:t>
            </a:r>
          </a:p>
          <a:p>
            <a:pPr lvl="1"/>
            <a:r>
              <a:rPr lang="es-ES" dirty="0"/>
              <a:t>Personal, inventario, datos del cliente.</a:t>
            </a:r>
          </a:p>
          <a:p>
            <a:pPr lvl="1"/>
            <a:r>
              <a:rPr lang="es-ES" dirty="0"/>
              <a:t>Historia y datos maestros.</a:t>
            </a:r>
          </a:p>
          <a:p>
            <a:pPr lvl="1"/>
            <a:r>
              <a:rPr lang="es-ES" dirty="0"/>
              <a:t>Datos de la auditoría.</a:t>
            </a:r>
          </a:p>
          <a:p>
            <a:pPr lvl="1"/>
            <a:r>
              <a:rPr lang="es-ES" dirty="0"/>
              <a:t>Almacenamiento en tiempo real de los datos.</a:t>
            </a:r>
          </a:p>
          <a:p>
            <a:r>
              <a:rPr lang="es-ES" dirty="0"/>
              <a:t>Contar si el usuario lo mantiene</a:t>
            </a:r>
          </a:p>
          <a:p>
            <a:pPr lvl="1"/>
            <a:r>
              <a:rPr lang="es-ES" dirty="0"/>
              <a:t>Textos de ayuda.</a:t>
            </a:r>
          </a:p>
          <a:p>
            <a:pPr lvl="1"/>
            <a:r>
              <a:rPr lang="es-ES" dirty="0"/>
              <a:t>Información de seguridad.</a:t>
            </a:r>
          </a:p>
          <a:p>
            <a:pPr lvl="1"/>
            <a:r>
              <a:rPr lang="es-ES" dirty="0"/>
              <a:t>Tablas de porcentajes y mensajes.</a:t>
            </a:r>
          </a:p>
          <a:p>
            <a:r>
              <a:rPr lang="es-ES" dirty="0"/>
              <a:t>No contar</a:t>
            </a:r>
          </a:p>
          <a:p>
            <a:pPr lvl="1"/>
            <a:r>
              <a:rPr lang="es-ES" dirty="0"/>
              <a:t>Archivos temporales.</a:t>
            </a:r>
          </a:p>
          <a:p>
            <a:pPr lvl="1"/>
            <a:r>
              <a:rPr lang="es-ES" dirty="0"/>
              <a:t>Archivos de trabajo.</a:t>
            </a:r>
          </a:p>
          <a:p>
            <a:pPr lvl="1"/>
            <a:r>
              <a:rPr lang="es-ES" dirty="0"/>
              <a:t>Archivos de Ordenamiento</a:t>
            </a:r>
          </a:p>
          <a:p>
            <a:endParaRPr lang="es-MX" dirty="0"/>
          </a:p>
        </p:txBody>
      </p:sp>
    </p:spTree>
    <p:extLst>
      <p:ext uri="{BB962C8B-B14F-4D97-AF65-F5344CB8AC3E}">
        <p14:creationId xmlns:p14="http://schemas.microsoft.com/office/powerpoint/2010/main" val="955077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901C2-0730-19B5-838A-31035381C01B}"/>
              </a:ext>
            </a:extLst>
          </p:cNvPr>
          <p:cNvSpPr>
            <a:spLocks noGrp="1"/>
          </p:cNvSpPr>
          <p:nvPr>
            <p:ph type="title"/>
          </p:nvPr>
        </p:nvSpPr>
        <p:spPr/>
        <p:txBody>
          <a:bodyPr/>
          <a:lstStyle/>
          <a:p>
            <a:r>
              <a:rPr lang="es-MX" altLang="es-MX" dirty="0"/>
              <a:t>Definición de Información que el Sistema Mantiene (ILF)</a:t>
            </a:r>
            <a:endParaRPr lang="es-MX" dirty="0"/>
          </a:p>
        </p:txBody>
      </p:sp>
      <p:sp>
        <p:nvSpPr>
          <p:cNvPr id="3" name="Marcador de contenido 2">
            <a:extLst>
              <a:ext uri="{FF2B5EF4-FFF2-40B4-BE49-F238E27FC236}">
                <a16:creationId xmlns:a16="http://schemas.microsoft.com/office/drawing/2014/main" id="{5536E1AE-666E-122D-005B-1A60A1A3D693}"/>
              </a:ext>
            </a:extLst>
          </p:cNvPr>
          <p:cNvSpPr>
            <a:spLocks noGrp="1"/>
          </p:cNvSpPr>
          <p:nvPr>
            <p:ph idx="1"/>
          </p:nvPr>
        </p:nvSpPr>
        <p:spPr/>
        <p:txBody>
          <a:bodyPr>
            <a:normAutofit fontScale="92500" lnSpcReduction="10000"/>
          </a:bodyPr>
          <a:lstStyle/>
          <a:p>
            <a:r>
              <a:rPr lang="es-ES" dirty="0"/>
              <a:t>El grupo de datos o información de control es un grupo de datos lógicos, o identificables por el usuario, que satisface los requerimientos específicos del usuario.</a:t>
            </a:r>
          </a:p>
          <a:p>
            <a:r>
              <a:rPr lang="es-ES" dirty="0"/>
              <a:t>El grupo de datos es mantenido dentro de los límites de la aplicación.</a:t>
            </a:r>
          </a:p>
          <a:p>
            <a:r>
              <a:rPr lang="es-ES" dirty="0"/>
              <a:t>El grupo de datos es modificado, o mantenido, a través de un proceso elemental de la aplicación.</a:t>
            </a:r>
          </a:p>
          <a:p>
            <a:r>
              <a:rPr lang="es-ES" dirty="0"/>
              <a:t>El grupo de datos identificado no ha sido contado como un EIF para la aplicación .</a:t>
            </a:r>
          </a:p>
          <a:p>
            <a:endParaRPr lang="es-ES" dirty="0"/>
          </a:p>
          <a:p>
            <a:pPr marL="0" indent="0">
              <a:buNone/>
            </a:pPr>
            <a:r>
              <a:rPr lang="es-ES" i="1" dirty="0"/>
              <a:t>Todas las reglas mencionadas anteriormente deben aplicarse a la información para ser contadas como un ILF. </a:t>
            </a:r>
          </a:p>
          <a:p>
            <a:endParaRPr lang="es-MX" dirty="0"/>
          </a:p>
        </p:txBody>
      </p:sp>
    </p:spTree>
    <p:extLst>
      <p:ext uri="{BB962C8B-B14F-4D97-AF65-F5344CB8AC3E}">
        <p14:creationId xmlns:p14="http://schemas.microsoft.com/office/powerpoint/2010/main" val="1534616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960070-5AE0-E7F4-5BBC-D42B42B04197}"/>
              </a:ext>
            </a:extLst>
          </p:cNvPr>
          <p:cNvSpPr>
            <a:spLocks noGrp="1"/>
          </p:cNvSpPr>
          <p:nvPr>
            <p:ph type="title"/>
          </p:nvPr>
        </p:nvSpPr>
        <p:spPr/>
        <p:txBody>
          <a:bodyPr/>
          <a:lstStyle/>
          <a:p>
            <a:r>
              <a:rPr lang="es-MX" altLang="es-MX" dirty="0"/>
              <a:t>Archivo Externo de Interfaz (EIF)</a:t>
            </a:r>
            <a:endParaRPr lang="es-MX" dirty="0"/>
          </a:p>
        </p:txBody>
      </p:sp>
      <p:sp>
        <p:nvSpPr>
          <p:cNvPr id="3" name="Marcador de contenido 2">
            <a:extLst>
              <a:ext uri="{FF2B5EF4-FFF2-40B4-BE49-F238E27FC236}">
                <a16:creationId xmlns:a16="http://schemas.microsoft.com/office/drawing/2014/main" id="{CFF4BB3A-09E6-C92D-BE1B-AF51D5075690}"/>
              </a:ext>
            </a:extLst>
          </p:cNvPr>
          <p:cNvSpPr>
            <a:spLocks noGrp="1"/>
          </p:cNvSpPr>
          <p:nvPr>
            <p:ph idx="1"/>
          </p:nvPr>
        </p:nvSpPr>
        <p:spPr/>
        <p:txBody>
          <a:bodyPr>
            <a:normAutofit/>
          </a:bodyPr>
          <a:lstStyle/>
          <a:p>
            <a:pPr>
              <a:lnSpc>
                <a:spcPct val="90000"/>
              </a:lnSpc>
            </a:pPr>
            <a:r>
              <a:rPr lang="es-MX" altLang="es-MX" sz="2800" dirty="0"/>
              <a:t>El usuario identifica datos lógicamente relacionados o información de control referenciada por la aplicación, pero mantenida en los límites de otra aplicación. </a:t>
            </a:r>
          </a:p>
          <a:p>
            <a:pPr algn="ctr">
              <a:lnSpc>
                <a:spcPct val="90000"/>
              </a:lnSpc>
              <a:buFont typeface="Wingdings" panose="05000000000000000000" pitchFamily="2" charset="2"/>
              <a:buNone/>
            </a:pPr>
            <a:r>
              <a:rPr lang="es-MX" altLang="es-MX" sz="2800" i="1" dirty="0"/>
              <a:t>Nota: EIF contados por una aplicación debe ser un ILF en otra aplicación.</a:t>
            </a:r>
          </a:p>
          <a:p>
            <a:pPr>
              <a:lnSpc>
                <a:spcPct val="90000"/>
              </a:lnSpc>
            </a:pPr>
            <a:r>
              <a:rPr lang="es-MX" altLang="es-MX" sz="2800" dirty="0"/>
              <a:t>Usuarios identificables referencian los requerimientos específicos que un usuario experimentado definiría para la aplicación. </a:t>
            </a:r>
          </a:p>
          <a:p>
            <a:pPr>
              <a:lnSpc>
                <a:spcPct val="90000"/>
              </a:lnSpc>
            </a:pPr>
            <a:r>
              <a:rPr lang="es-MX" altLang="es-MX" sz="2800" dirty="0"/>
              <a:t>La información de control son los datos utilizados por la aplicación para asegurar la consistencia con los requerimientos funcionales del negocio especificado por el usuario.</a:t>
            </a:r>
          </a:p>
          <a:p>
            <a:endParaRPr lang="es-MX" dirty="0"/>
          </a:p>
        </p:txBody>
      </p:sp>
    </p:spTree>
    <p:extLst>
      <p:ext uri="{BB962C8B-B14F-4D97-AF65-F5344CB8AC3E}">
        <p14:creationId xmlns:p14="http://schemas.microsoft.com/office/powerpoint/2010/main" val="366531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960070-5AE0-E7F4-5BBC-D42B42B04197}"/>
              </a:ext>
            </a:extLst>
          </p:cNvPr>
          <p:cNvSpPr>
            <a:spLocks noGrp="1"/>
          </p:cNvSpPr>
          <p:nvPr>
            <p:ph type="title"/>
          </p:nvPr>
        </p:nvSpPr>
        <p:spPr/>
        <p:txBody>
          <a:bodyPr/>
          <a:lstStyle/>
          <a:p>
            <a:r>
              <a:rPr lang="es-MX" altLang="es-MX" dirty="0"/>
              <a:t>Archivo Externo de Interfaz (EIF)</a:t>
            </a:r>
            <a:endParaRPr lang="es-MX" dirty="0"/>
          </a:p>
        </p:txBody>
      </p:sp>
      <p:sp>
        <p:nvSpPr>
          <p:cNvPr id="3" name="Marcador de contenido 2">
            <a:extLst>
              <a:ext uri="{FF2B5EF4-FFF2-40B4-BE49-F238E27FC236}">
                <a16:creationId xmlns:a16="http://schemas.microsoft.com/office/drawing/2014/main" id="{CFF4BB3A-09E6-C92D-BE1B-AF51D5075690}"/>
              </a:ext>
            </a:extLst>
          </p:cNvPr>
          <p:cNvSpPr>
            <a:spLocks noGrp="1"/>
          </p:cNvSpPr>
          <p:nvPr>
            <p:ph idx="1"/>
          </p:nvPr>
        </p:nvSpPr>
        <p:spPr/>
        <p:txBody>
          <a:bodyPr>
            <a:normAutofit/>
          </a:bodyPr>
          <a:lstStyle/>
          <a:p>
            <a:pPr>
              <a:lnSpc>
                <a:spcPct val="90000"/>
              </a:lnSpc>
            </a:pPr>
            <a:r>
              <a:rPr lang="es-MX" altLang="es-MX" sz="2800" dirty="0"/>
              <a:t>Mantenido por otra aplicación; ninguna capacidad para agregar, cambiar, o eliminar dentro de la aplicación.</a:t>
            </a:r>
          </a:p>
          <a:p>
            <a:pPr>
              <a:lnSpc>
                <a:spcPct val="90000"/>
              </a:lnSpc>
            </a:pPr>
            <a:r>
              <a:rPr lang="es-MX" altLang="es-MX" sz="2800" dirty="0"/>
              <a:t>Usado como referencia (no un archivo de las transacciones que son inputs externos de otras aplicaciones).</a:t>
            </a:r>
          </a:p>
          <a:p>
            <a:endParaRPr lang="es-MX" dirty="0"/>
          </a:p>
        </p:txBody>
      </p:sp>
    </p:spTree>
    <p:extLst>
      <p:ext uri="{BB962C8B-B14F-4D97-AF65-F5344CB8AC3E}">
        <p14:creationId xmlns:p14="http://schemas.microsoft.com/office/powerpoint/2010/main" val="29373129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960070-5AE0-E7F4-5BBC-D42B42B04197}"/>
              </a:ext>
            </a:extLst>
          </p:cNvPr>
          <p:cNvSpPr>
            <a:spLocks noGrp="1"/>
          </p:cNvSpPr>
          <p:nvPr>
            <p:ph type="title"/>
          </p:nvPr>
        </p:nvSpPr>
        <p:spPr/>
        <p:txBody>
          <a:bodyPr/>
          <a:lstStyle/>
          <a:p>
            <a:r>
              <a:rPr lang="es-MX" altLang="es-MX" dirty="0"/>
              <a:t>Archivo Externo de Interfaz (EIF)</a:t>
            </a:r>
            <a:endParaRPr lang="es-MX" dirty="0"/>
          </a:p>
        </p:txBody>
      </p:sp>
      <p:sp>
        <p:nvSpPr>
          <p:cNvPr id="3" name="Marcador de contenido 2">
            <a:extLst>
              <a:ext uri="{FF2B5EF4-FFF2-40B4-BE49-F238E27FC236}">
                <a16:creationId xmlns:a16="http://schemas.microsoft.com/office/drawing/2014/main" id="{CFF4BB3A-09E6-C92D-BE1B-AF51D5075690}"/>
              </a:ext>
            </a:extLst>
          </p:cNvPr>
          <p:cNvSpPr>
            <a:spLocks noGrp="1"/>
          </p:cNvSpPr>
          <p:nvPr>
            <p:ph idx="1"/>
          </p:nvPr>
        </p:nvSpPr>
        <p:spPr/>
        <p:txBody>
          <a:bodyPr>
            <a:normAutofit lnSpcReduction="10000"/>
          </a:bodyPr>
          <a:lstStyle/>
          <a:p>
            <a:pPr>
              <a:lnSpc>
                <a:spcPct val="90000"/>
              </a:lnSpc>
            </a:pPr>
            <a:r>
              <a:rPr lang="es-ES" altLang="es-MX" sz="2800" dirty="0"/>
              <a:t>Contar si fue utilizado, pero no mantenido:</a:t>
            </a:r>
          </a:p>
          <a:p>
            <a:pPr lvl="1"/>
            <a:r>
              <a:rPr lang="es-ES" altLang="es-MX" dirty="0"/>
              <a:t>Registros de parámetro.</a:t>
            </a:r>
          </a:p>
          <a:p>
            <a:pPr lvl="1"/>
            <a:r>
              <a:rPr lang="es-ES" altLang="es-MX" dirty="0"/>
              <a:t>Estados, porcentajes, y tablas de mensajes.</a:t>
            </a:r>
          </a:p>
          <a:p>
            <a:pPr lvl="1"/>
            <a:r>
              <a:rPr lang="es-ES" altLang="es-MX" dirty="0"/>
              <a:t>Texto de ayuda.</a:t>
            </a:r>
          </a:p>
          <a:p>
            <a:pPr lvl="1"/>
            <a:r>
              <a:rPr lang="es-ES" altLang="es-MX" dirty="0"/>
              <a:t>Información de seguridad.</a:t>
            </a:r>
          </a:p>
          <a:p>
            <a:pPr>
              <a:lnSpc>
                <a:spcPct val="90000"/>
              </a:lnSpc>
            </a:pPr>
            <a:r>
              <a:rPr lang="es-ES" altLang="es-MX" sz="2800" dirty="0"/>
              <a:t>No contar</a:t>
            </a:r>
          </a:p>
          <a:p>
            <a:pPr lvl="1"/>
            <a:r>
              <a:rPr lang="es-ES" altLang="es-MX" dirty="0"/>
              <a:t>Transacciones que agregan, cambian, o eliminan datos en un ILF dentro de la aplicación (EI).</a:t>
            </a:r>
          </a:p>
          <a:p>
            <a:pPr lvl="1"/>
            <a:r>
              <a:rPr lang="es-ES" altLang="es-MX" dirty="0"/>
              <a:t>Transacciones enviadas a otras aplicaciones que agregan, cambian, o eliminan datos en un ILF dentro de la aplicación recibida (EO).</a:t>
            </a:r>
          </a:p>
          <a:p>
            <a:pPr lvl="1"/>
            <a:r>
              <a:rPr lang="es-ES" altLang="es-MX" dirty="0"/>
              <a:t>Datos mantenidos dentro de la aplicación (ILF).</a:t>
            </a:r>
          </a:p>
          <a:p>
            <a:endParaRPr lang="es-MX" dirty="0"/>
          </a:p>
        </p:txBody>
      </p:sp>
    </p:spTree>
    <p:extLst>
      <p:ext uri="{BB962C8B-B14F-4D97-AF65-F5344CB8AC3E}">
        <p14:creationId xmlns:p14="http://schemas.microsoft.com/office/powerpoint/2010/main" val="8125566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490ED4-824E-0FC3-F45F-9771ACA4A434}"/>
              </a:ext>
            </a:extLst>
          </p:cNvPr>
          <p:cNvSpPr>
            <a:spLocks noGrp="1"/>
          </p:cNvSpPr>
          <p:nvPr>
            <p:ph type="title"/>
          </p:nvPr>
        </p:nvSpPr>
        <p:spPr/>
        <p:txBody>
          <a:bodyPr/>
          <a:lstStyle/>
          <a:p>
            <a:r>
              <a:rPr lang="es-MX" altLang="es-MX" dirty="0"/>
              <a:t>Reglas de Archivo Externo de interfaz (EIF)</a:t>
            </a:r>
            <a:endParaRPr lang="es-MX" dirty="0"/>
          </a:p>
        </p:txBody>
      </p:sp>
      <p:sp>
        <p:nvSpPr>
          <p:cNvPr id="3" name="Marcador de contenido 2">
            <a:extLst>
              <a:ext uri="{FF2B5EF4-FFF2-40B4-BE49-F238E27FC236}">
                <a16:creationId xmlns:a16="http://schemas.microsoft.com/office/drawing/2014/main" id="{6975A9A0-55B7-FF2C-2EE1-D79BB8857CC7}"/>
              </a:ext>
            </a:extLst>
          </p:cNvPr>
          <p:cNvSpPr>
            <a:spLocks noGrp="1"/>
          </p:cNvSpPr>
          <p:nvPr>
            <p:ph idx="1"/>
          </p:nvPr>
        </p:nvSpPr>
        <p:spPr/>
        <p:txBody>
          <a:bodyPr>
            <a:normAutofit fontScale="85000" lnSpcReduction="10000"/>
          </a:bodyPr>
          <a:lstStyle/>
          <a:p>
            <a:r>
              <a:rPr lang="es-ES" dirty="0"/>
              <a:t>El grupo de datos o información de control es un grupo de datos lógicos, o usuarios identificables, que satisfacen los requerimientos específicos del usuario.</a:t>
            </a:r>
          </a:p>
          <a:p>
            <a:r>
              <a:rPr lang="es-ES" dirty="0"/>
              <a:t>El grupo de datos están siendo referenciados por la aplicación que está siendo contada.</a:t>
            </a:r>
          </a:p>
          <a:p>
            <a:r>
              <a:rPr lang="es-ES" dirty="0"/>
              <a:t>El grupo de datos no es mantenido por la aplicación que está siendo contada </a:t>
            </a:r>
          </a:p>
          <a:p>
            <a:r>
              <a:rPr lang="es-ES" dirty="0"/>
              <a:t>El grupo de datos es contado como un ILF para por lo menos alguna otra aplicación</a:t>
            </a:r>
          </a:p>
          <a:p>
            <a:r>
              <a:rPr lang="es-ES" dirty="0"/>
              <a:t>El grupo de datos identificado no ha sido contado como un ILF para la aplicación.  </a:t>
            </a:r>
          </a:p>
          <a:p>
            <a:endParaRPr lang="es-ES" dirty="0"/>
          </a:p>
          <a:p>
            <a:pPr marL="0" indent="0">
              <a:buNone/>
            </a:pPr>
            <a:r>
              <a:rPr lang="es-ES" i="1" dirty="0"/>
              <a:t>Todas las reglas mencionadas anteriormente deben ser aplicadas para la información a ser contada como un EIF.</a:t>
            </a:r>
          </a:p>
          <a:p>
            <a:endParaRPr lang="es-MX" dirty="0"/>
          </a:p>
        </p:txBody>
      </p:sp>
    </p:spTree>
    <p:extLst>
      <p:ext uri="{BB962C8B-B14F-4D97-AF65-F5344CB8AC3E}">
        <p14:creationId xmlns:p14="http://schemas.microsoft.com/office/powerpoint/2010/main" val="1145900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9C9C03-0880-67E9-DC73-F73E04566490}"/>
              </a:ext>
            </a:extLst>
          </p:cNvPr>
          <p:cNvSpPr>
            <a:spLocks noGrp="1"/>
          </p:cNvSpPr>
          <p:nvPr>
            <p:ph type="title"/>
          </p:nvPr>
        </p:nvSpPr>
        <p:spPr/>
        <p:txBody>
          <a:bodyPr/>
          <a:lstStyle/>
          <a:p>
            <a:r>
              <a:rPr lang="es-MX" altLang="es-MX" dirty="0"/>
              <a:t>Archivos Lógicos Internos/ Archivos de Interfaz Externos</a:t>
            </a:r>
            <a:endParaRPr lang="es-MX" dirty="0"/>
          </a:p>
        </p:txBody>
      </p:sp>
      <p:sp>
        <p:nvSpPr>
          <p:cNvPr id="3" name="Marcador de contenido 2">
            <a:extLst>
              <a:ext uri="{FF2B5EF4-FFF2-40B4-BE49-F238E27FC236}">
                <a16:creationId xmlns:a16="http://schemas.microsoft.com/office/drawing/2014/main" id="{4B234E64-E8E9-602F-DA05-C19307062209}"/>
              </a:ext>
            </a:extLst>
          </p:cNvPr>
          <p:cNvSpPr>
            <a:spLocks noGrp="1"/>
          </p:cNvSpPr>
          <p:nvPr>
            <p:ph idx="1"/>
          </p:nvPr>
        </p:nvSpPr>
        <p:spPr/>
        <p:txBody>
          <a:bodyPr>
            <a:normAutofit/>
          </a:bodyPr>
          <a:lstStyle/>
          <a:p>
            <a:r>
              <a:rPr lang="es-ES" dirty="0"/>
              <a:t>Usando un sistema de diagrama, diagrama lógico de entidad relación del modelo de datos. O descripciones lógicas de la base de datos, identifica aquellos grupos de datos del usuario tales como: </a:t>
            </a:r>
          </a:p>
          <a:p>
            <a:r>
              <a:rPr lang="es-ES" dirty="0"/>
              <a:t>Mantenido por cada aplicación </a:t>
            </a:r>
          </a:p>
          <a:p>
            <a:pPr lvl="1"/>
            <a:r>
              <a:rPr lang="es-ES" dirty="0"/>
              <a:t>No depende de otros grupos de datos para su existencia.</a:t>
            </a:r>
          </a:p>
          <a:p>
            <a:pPr lvl="1"/>
            <a:r>
              <a:rPr lang="es-ES" dirty="0"/>
              <a:t>Son requeridos por el usuario dentro de la aplicación. </a:t>
            </a:r>
          </a:p>
          <a:p>
            <a:pPr lvl="1"/>
            <a:r>
              <a:rPr lang="es-ES" dirty="0"/>
              <a:t>Internamente mantenido vs. leído / referido solamente (y no un input).</a:t>
            </a:r>
          </a:p>
          <a:p>
            <a:endParaRPr lang="es-MX" dirty="0"/>
          </a:p>
        </p:txBody>
      </p:sp>
    </p:spTree>
    <p:extLst>
      <p:ext uri="{BB962C8B-B14F-4D97-AF65-F5344CB8AC3E}">
        <p14:creationId xmlns:p14="http://schemas.microsoft.com/office/powerpoint/2010/main" val="2297965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9C9C03-0880-67E9-DC73-F73E04566490}"/>
              </a:ext>
            </a:extLst>
          </p:cNvPr>
          <p:cNvSpPr>
            <a:spLocks noGrp="1"/>
          </p:cNvSpPr>
          <p:nvPr>
            <p:ph type="title"/>
          </p:nvPr>
        </p:nvSpPr>
        <p:spPr/>
        <p:txBody>
          <a:bodyPr/>
          <a:lstStyle/>
          <a:p>
            <a:r>
              <a:rPr lang="es-MX" altLang="es-MX" dirty="0"/>
              <a:t>Archivos Lógicos Internos/ Archivos de Interfaz Externos</a:t>
            </a:r>
            <a:endParaRPr lang="es-MX" dirty="0"/>
          </a:p>
        </p:txBody>
      </p:sp>
      <p:sp>
        <p:nvSpPr>
          <p:cNvPr id="3" name="Marcador de contenido 2">
            <a:extLst>
              <a:ext uri="{FF2B5EF4-FFF2-40B4-BE49-F238E27FC236}">
                <a16:creationId xmlns:a16="http://schemas.microsoft.com/office/drawing/2014/main" id="{4B234E64-E8E9-602F-DA05-C19307062209}"/>
              </a:ext>
            </a:extLst>
          </p:cNvPr>
          <p:cNvSpPr>
            <a:spLocks noGrp="1"/>
          </p:cNvSpPr>
          <p:nvPr>
            <p:ph idx="1"/>
          </p:nvPr>
        </p:nvSpPr>
        <p:spPr/>
        <p:txBody>
          <a:bodyPr>
            <a:normAutofit/>
          </a:bodyPr>
          <a:lstStyle/>
          <a:p>
            <a:r>
              <a:rPr lang="es-ES" dirty="0"/>
              <a:t>Obtener las disposiciones físicas de la base de datos </a:t>
            </a:r>
          </a:p>
          <a:p>
            <a:pPr lvl="1"/>
            <a:r>
              <a:rPr lang="es-ES" dirty="0"/>
              <a:t>Combinarse como sea necesario para satisfacer los requerimientos. </a:t>
            </a:r>
          </a:p>
          <a:p>
            <a:pPr lvl="1"/>
            <a:r>
              <a:rPr lang="es-ES" dirty="0"/>
              <a:t>Contar campos mantenidos dentro de cada base de datos.</a:t>
            </a:r>
          </a:p>
          <a:p>
            <a:pPr lvl="1"/>
            <a:r>
              <a:rPr lang="es-ES" dirty="0"/>
              <a:t>Determinar las vistas de claves/ punteros para cada base de datos.</a:t>
            </a:r>
            <a:endParaRPr lang="es-MX" altLang="es-MX" dirty="0"/>
          </a:p>
          <a:p>
            <a:r>
              <a:rPr lang="es-MX" altLang="es-MX" dirty="0"/>
              <a:t>Asegurar que todos los grupos de información de usuario lógicamente relacionados mantenidos por la aplicación son incluidos:</a:t>
            </a:r>
          </a:p>
          <a:p>
            <a:pPr lvl="1"/>
            <a:r>
              <a:rPr lang="es-MX" altLang="es-MX" dirty="0"/>
              <a:t>Datos de la aplicación.</a:t>
            </a:r>
          </a:p>
          <a:p>
            <a:pPr lvl="1"/>
            <a:r>
              <a:rPr lang="es-MX" altLang="es-MX" dirty="0"/>
              <a:t>HELP.</a:t>
            </a:r>
          </a:p>
          <a:p>
            <a:pPr lvl="1"/>
            <a:r>
              <a:rPr lang="es-MX" altLang="es-MX" dirty="0"/>
              <a:t>Archivo de error.</a:t>
            </a:r>
          </a:p>
          <a:p>
            <a:pPr lvl="1"/>
            <a:r>
              <a:rPr lang="es-MX" altLang="es-MX" dirty="0"/>
              <a:t>Información de seguridad.</a:t>
            </a:r>
            <a:endParaRPr lang="es-ES" altLang="es-MX" dirty="0"/>
          </a:p>
          <a:p>
            <a:endParaRPr lang="es-MX" dirty="0"/>
          </a:p>
        </p:txBody>
      </p:sp>
    </p:spTree>
    <p:extLst>
      <p:ext uri="{BB962C8B-B14F-4D97-AF65-F5344CB8AC3E}">
        <p14:creationId xmlns:p14="http://schemas.microsoft.com/office/powerpoint/2010/main" val="728378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97359D-147C-F189-E932-46262032C3C3}"/>
              </a:ext>
            </a:extLst>
          </p:cNvPr>
          <p:cNvSpPr>
            <a:spLocks noGrp="1"/>
          </p:cNvSpPr>
          <p:nvPr>
            <p:ph type="title"/>
          </p:nvPr>
        </p:nvSpPr>
        <p:spPr/>
        <p:txBody>
          <a:bodyPr/>
          <a:lstStyle/>
          <a:p>
            <a:r>
              <a:rPr lang="es-MX" altLang="es-MX" dirty="0"/>
              <a:t>Tipos de Función Transaccionales</a:t>
            </a:r>
            <a:endParaRPr lang="es-MX" dirty="0"/>
          </a:p>
        </p:txBody>
      </p:sp>
      <p:sp>
        <p:nvSpPr>
          <p:cNvPr id="3" name="Marcador de contenido 2">
            <a:extLst>
              <a:ext uri="{FF2B5EF4-FFF2-40B4-BE49-F238E27FC236}">
                <a16:creationId xmlns:a16="http://schemas.microsoft.com/office/drawing/2014/main" id="{BEE4A4B6-7A75-9170-233D-83EB079BCAB3}"/>
              </a:ext>
            </a:extLst>
          </p:cNvPr>
          <p:cNvSpPr>
            <a:spLocks noGrp="1"/>
          </p:cNvSpPr>
          <p:nvPr>
            <p:ph idx="1"/>
          </p:nvPr>
        </p:nvSpPr>
        <p:spPr/>
        <p:txBody>
          <a:bodyPr>
            <a:normAutofit lnSpcReduction="10000"/>
          </a:bodyPr>
          <a:lstStyle/>
          <a:p>
            <a:r>
              <a:rPr lang="es-ES" dirty="0"/>
              <a:t>Inputs externos (EI) reflejan la funcionalidad provista por el usuario para recibir  y  mantener  datos de archivos lógicos internos.</a:t>
            </a:r>
          </a:p>
          <a:p>
            <a:r>
              <a:rPr lang="es-ES" dirty="0"/>
              <a:t>Outputs externos (EO) reflejan la funcionalidad provista por el usuario para las salidas generadas por la aplicación .</a:t>
            </a:r>
          </a:p>
          <a:p>
            <a:r>
              <a:rPr lang="es-ES" dirty="0"/>
              <a:t>Peticiones del usuario (EQ) reflejan la funcionalidad provista por el usuario por consultas de archivos lógicos internos o archivos lógicos externos. </a:t>
            </a:r>
          </a:p>
          <a:p>
            <a:endParaRPr lang="es-ES" dirty="0"/>
          </a:p>
          <a:p>
            <a:pPr marL="0" indent="0">
              <a:buNone/>
            </a:pPr>
            <a:r>
              <a:rPr lang="es-ES" i="1" dirty="0"/>
              <a:t>Nota: son transacciones para el usuario y no medios físicos de implementación.</a:t>
            </a:r>
          </a:p>
        </p:txBody>
      </p:sp>
    </p:spTree>
    <p:extLst>
      <p:ext uri="{BB962C8B-B14F-4D97-AF65-F5344CB8AC3E}">
        <p14:creationId xmlns:p14="http://schemas.microsoft.com/office/powerpoint/2010/main" val="6132342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5508B5-7FF6-47C6-29E7-51290AA3631B}"/>
              </a:ext>
            </a:extLst>
          </p:cNvPr>
          <p:cNvSpPr>
            <a:spLocks noGrp="1"/>
          </p:cNvSpPr>
          <p:nvPr>
            <p:ph type="title"/>
          </p:nvPr>
        </p:nvSpPr>
        <p:spPr/>
        <p:txBody>
          <a:bodyPr/>
          <a:lstStyle/>
          <a:p>
            <a:r>
              <a:rPr lang="es-MX" altLang="es-MX" dirty="0"/>
              <a:t>Input Externos (EI)</a:t>
            </a:r>
            <a:endParaRPr lang="es-MX" dirty="0"/>
          </a:p>
        </p:txBody>
      </p:sp>
      <p:sp>
        <p:nvSpPr>
          <p:cNvPr id="3" name="Marcador de contenido 2">
            <a:extLst>
              <a:ext uri="{FF2B5EF4-FFF2-40B4-BE49-F238E27FC236}">
                <a16:creationId xmlns:a16="http://schemas.microsoft.com/office/drawing/2014/main" id="{8BE34115-7AAB-3F01-07BC-FC65240534C6}"/>
              </a:ext>
            </a:extLst>
          </p:cNvPr>
          <p:cNvSpPr>
            <a:spLocks noGrp="1"/>
          </p:cNvSpPr>
          <p:nvPr>
            <p:ph idx="1"/>
          </p:nvPr>
        </p:nvSpPr>
        <p:spPr/>
        <p:txBody>
          <a:bodyPr>
            <a:normAutofit lnSpcReduction="10000"/>
          </a:bodyPr>
          <a:lstStyle/>
          <a:p>
            <a:r>
              <a:rPr lang="es-ES" dirty="0"/>
              <a:t>Ingresado directamente por los usuarios, como un archivo de transacción desde otra aplicación o una señal desde otro sistema.</a:t>
            </a:r>
          </a:p>
          <a:p>
            <a:r>
              <a:rPr lang="es-ES" dirty="0"/>
              <a:t>Datos únicos del usuario o información de control que incorpora los límites externos de la aplicación.</a:t>
            </a:r>
          </a:p>
          <a:p>
            <a:pPr lvl="1"/>
            <a:r>
              <a:rPr lang="es-ES" dirty="0"/>
              <a:t>Únicos si son diferentes los elementos de datos.</a:t>
            </a:r>
          </a:p>
          <a:p>
            <a:pPr lvl="1"/>
            <a:r>
              <a:rPr lang="es-ES" dirty="0"/>
              <a:t>Únicos si es diferente el proceso lógico.</a:t>
            </a:r>
          </a:p>
          <a:p>
            <a:r>
              <a:rPr lang="es-ES" dirty="0"/>
              <a:t>Proceso lógico es definido como alguno de los requerimientos siguientes específicamente requeridos por el usuario para completar un proceso elemental.</a:t>
            </a:r>
          </a:p>
          <a:p>
            <a:pPr lvl="1"/>
            <a:r>
              <a:rPr lang="es-ES" dirty="0"/>
              <a:t>Corrige, los algoritmos o los cálculos.</a:t>
            </a:r>
          </a:p>
          <a:p>
            <a:pPr lvl="1"/>
            <a:r>
              <a:rPr lang="es-ES" dirty="0"/>
              <a:t>Una referencia a o usar  un ILF o EIF.</a:t>
            </a:r>
          </a:p>
          <a:p>
            <a:endParaRPr lang="es-MX" dirty="0"/>
          </a:p>
        </p:txBody>
      </p:sp>
    </p:spTree>
    <p:extLst>
      <p:ext uri="{BB962C8B-B14F-4D97-AF65-F5344CB8AC3E}">
        <p14:creationId xmlns:p14="http://schemas.microsoft.com/office/powerpoint/2010/main" val="8180729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5508B5-7FF6-47C6-29E7-51290AA3631B}"/>
              </a:ext>
            </a:extLst>
          </p:cNvPr>
          <p:cNvSpPr>
            <a:spLocks noGrp="1"/>
          </p:cNvSpPr>
          <p:nvPr>
            <p:ph type="title"/>
          </p:nvPr>
        </p:nvSpPr>
        <p:spPr/>
        <p:txBody>
          <a:bodyPr/>
          <a:lstStyle/>
          <a:p>
            <a:r>
              <a:rPr lang="es-MX" altLang="es-MX" dirty="0"/>
              <a:t>Input Externos (EI)</a:t>
            </a:r>
            <a:endParaRPr lang="es-MX" dirty="0"/>
          </a:p>
        </p:txBody>
      </p:sp>
      <p:sp>
        <p:nvSpPr>
          <p:cNvPr id="3" name="Marcador de contenido 2">
            <a:extLst>
              <a:ext uri="{FF2B5EF4-FFF2-40B4-BE49-F238E27FC236}">
                <a16:creationId xmlns:a16="http://schemas.microsoft.com/office/drawing/2014/main" id="{8BE34115-7AAB-3F01-07BC-FC65240534C6}"/>
              </a:ext>
            </a:extLst>
          </p:cNvPr>
          <p:cNvSpPr>
            <a:spLocks noGrp="1"/>
          </p:cNvSpPr>
          <p:nvPr>
            <p:ph idx="1"/>
          </p:nvPr>
        </p:nvSpPr>
        <p:spPr/>
        <p:txBody>
          <a:bodyPr>
            <a:normAutofit fontScale="92500"/>
          </a:bodyPr>
          <a:lstStyle/>
          <a:p>
            <a:r>
              <a:rPr lang="es-MX" altLang="es-MX" sz="2800" dirty="0"/>
              <a:t>Los datos procesados mantienen datos en uno o más archivos lógicos internos o aseguran consistencia con las funciones de negocio especificados por el usuario.  </a:t>
            </a:r>
          </a:p>
          <a:p>
            <a:r>
              <a:rPr lang="es-ES" altLang="es-MX" sz="2800" dirty="0"/>
              <a:t>Mantenido es la habilidad para modificar los datos a través de un proceso elemental (agregar, cambiar, poblar, revisar, actualizar, asignar y crear).</a:t>
            </a:r>
          </a:p>
          <a:p>
            <a:r>
              <a:rPr lang="es-ES" altLang="es-MX" sz="2800" dirty="0"/>
              <a:t>Los inputs externos en sí mismo es un proceso elemental.</a:t>
            </a:r>
          </a:p>
          <a:p>
            <a:r>
              <a:rPr lang="es-ES" altLang="es-MX" sz="2800" dirty="0"/>
              <a:t>Un proceso elemental es la menor unidad de una actividad que es significativa para el usuario final en el negocio.</a:t>
            </a:r>
          </a:p>
          <a:p>
            <a:r>
              <a:rPr lang="es-ES" altLang="es-MX" sz="2800" dirty="0"/>
              <a:t>Un proceso elemental debe ser autónomo y dejar el negocio de la aplicación contada en un estado consistente.</a:t>
            </a:r>
          </a:p>
          <a:p>
            <a:endParaRPr lang="es-MX" altLang="es-MX" sz="2800" dirty="0"/>
          </a:p>
          <a:p>
            <a:endParaRPr lang="es-MX" dirty="0"/>
          </a:p>
        </p:txBody>
      </p:sp>
    </p:spTree>
    <p:extLst>
      <p:ext uri="{BB962C8B-B14F-4D97-AF65-F5344CB8AC3E}">
        <p14:creationId xmlns:p14="http://schemas.microsoft.com/office/powerpoint/2010/main" val="2977408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5508B5-7FF6-47C6-29E7-51290AA3631B}"/>
              </a:ext>
            </a:extLst>
          </p:cNvPr>
          <p:cNvSpPr>
            <a:spLocks noGrp="1"/>
          </p:cNvSpPr>
          <p:nvPr>
            <p:ph type="title"/>
          </p:nvPr>
        </p:nvSpPr>
        <p:spPr/>
        <p:txBody>
          <a:bodyPr/>
          <a:lstStyle/>
          <a:p>
            <a:r>
              <a:rPr lang="es-MX" altLang="es-MX" dirty="0"/>
              <a:t>Input Externos (EI)</a:t>
            </a:r>
            <a:endParaRPr lang="es-MX" dirty="0"/>
          </a:p>
        </p:txBody>
      </p:sp>
      <p:sp>
        <p:nvSpPr>
          <p:cNvPr id="3" name="Marcador de contenido 2">
            <a:extLst>
              <a:ext uri="{FF2B5EF4-FFF2-40B4-BE49-F238E27FC236}">
                <a16:creationId xmlns:a16="http://schemas.microsoft.com/office/drawing/2014/main" id="{8BE34115-7AAB-3F01-07BC-FC65240534C6}"/>
              </a:ext>
            </a:extLst>
          </p:cNvPr>
          <p:cNvSpPr>
            <a:spLocks noGrp="1"/>
          </p:cNvSpPr>
          <p:nvPr>
            <p:ph idx="1"/>
          </p:nvPr>
        </p:nvSpPr>
        <p:spPr/>
        <p:txBody>
          <a:bodyPr>
            <a:normAutofit/>
          </a:bodyPr>
          <a:lstStyle/>
          <a:p>
            <a:r>
              <a:rPr lang="es-ES" altLang="es-MX" sz="2800" dirty="0"/>
              <a:t>La información de control es los datos usados por la aplicación para asegurar consistencia con los requisitos funcionales del negocio especificados por el usuario.</a:t>
            </a:r>
          </a:p>
          <a:p>
            <a:r>
              <a:rPr lang="es-ES" altLang="es-MX" sz="2800" dirty="0"/>
              <a:t>La información de control procesada puede o no mantener un ILF. </a:t>
            </a:r>
          </a:p>
          <a:p>
            <a:endParaRPr lang="es-MX" altLang="es-MX" sz="2800" dirty="0"/>
          </a:p>
          <a:p>
            <a:endParaRPr lang="es-MX" dirty="0"/>
          </a:p>
        </p:txBody>
      </p:sp>
    </p:spTree>
    <p:extLst>
      <p:ext uri="{BB962C8B-B14F-4D97-AF65-F5344CB8AC3E}">
        <p14:creationId xmlns:p14="http://schemas.microsoft.com/office/powerpoint/2010/main" val="42796382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5508B5-7FF6-47C6-29E7-51290AA3631B}"/>
              </a:ext>
            </a:extLst>
          </p:cNvPr>
          <p:cNvSpPr>
            <a:spLocks noGrp="1"/>
          </p:cNvSpPr>
          <p:nvPr>
            <p:ph type="title"/>
          </p:nvPr>
        </p:nvSpPr>
        <p:spPr/>
        <p:txBody>
          <a:bodyPr/>
          <a:lstStyle/>
          <a:p>
            <a:r>
              <a:rPr lang="es-MX" altLang="es-MX" dirty="0"/>
              <a:t>Input Externos (EI)</a:t>
            </a:r>
            <a:endParaRPr lang="es-MX" dirty="0"/>
          </a:p>
        </p:txBody>
      </p:sp>
      <p:sp>
        <p:nvSpPr>
          <p:cNvPr id="3" name="Marcador de contenido 2">
            <a:extLst>
              <a:ext uri="{FF2B5EF4-FFF2-40B4-BE49-F238E27FC236}">
                <a16:creationId xmlns:a16="http://schemas.microsoft.com/office/drawing/2014/main" id="{8BE34115-7AAB-3F01-07BC-FC65240534C6}"/>
              </a:ext>
            </a:extLst>
          </p:cNvPr>
          <p:cNvSpPr>
            <a:spLocks noGrp="1"/>
          </p:cNvSpPr>
          <p:nvPr>
            <p:ph idx="1"/>
          </p:nvPr>
        </p:nvSpPr>
        <p:spPr/>
        <p:txBody>
          <a:bodyPr>
            <a:normAutofit fontScale="92500" lnSpcReduction="10000"/>
          </a:bodyPr>
          <a:lstStyle/>
          <a:p>
            <a:r>
              <a:rPr lang="es-ES" altLang="es-MX" sz="2800" dirty="0"/>
              <a:t>Ejemplos</a:t>
            </a:r>
          </a:p>
          <a:p>
            <a:pPr lvl="1"/>
            <a:r>
              <a:rPr lang="es-ES" altLang="es-MX" dirty="0"/>
              <a:t>Datos ingresados por pantalla, batch, OCR, o tiras magnéticas.</a:t>
            </a:r>
          </a:p>
          <a:p>
            <a:pPr lvl="1"/>
            <a:r>
              <a:rPr lang="es-ES" altLang="es-MX" dirty="0"/>
              <a:t>Archivos de transacción/ consultas desde otras aplicaciones (agregar, cambiar, y eliminar lo contado separadamente).</a:t>
            </a:r>
          </a:p>
          <a:p>
            <a:pPr lvl="1"/>
            <a:r>
              <a:rPr lang="es-ES" altLang="es-MX" dirty="0"/>
              <a:t>Señales electrónicas de otros sistemas.</a:t>
            </a:r>
          </a:p>
          <a:p>
            <a:pPr lvl="1"/>
            <a:r>
              <a:rPr lang="es-ES" altLang="es-MX" dirty="0"/>
              <a:t>Transacciones del empleado.</a:t>
            </a:r>
          </a:p>
          <a:p>
            <a:r>
              <a:rPr lang="es-ES" altLang="es-MX" sz="2800" dirty="0"/>
              <a:t>No Contar</a:t>
            </a:r>
          </a:p>
          <a:p>
            <a:pPr lvl="1"/>
            <a:r>
              <a:rPr lang="es-ES" altLang="es-MX" dirty="0"/>
              <a:t>Menús navegables.</a:t>
            </a:r>
          </a:p>
          <a:p>
            <a:pPr lvl="1"/>
            <a:r>
              <a:rPr lang="es-ES" altLang="es-MX" dirty="0"/>
              <a:t>Pantalla de conexión (puede ser EQ).</a:t>
            </a:r>
          </a:p>
          <a:p>
            <a:pPr lvl="1"/>
            <a:r>
              <a:rPr lang="es-ES" altLang="es-MX" dirty="0"/>
              <a:t>Datos referenciados no mantenidos (puede ser EIF).</a:t>
            </a:r>
          </a:p>
          <a:p>
            <a:pPr lvl="1"/>
            <a:r>
              <a:rPr lang="es-ES" altLang="es-MX" dirty="0"/>
              <a:t>Pantallas para entrada de datos para consultas (EQ).</a:t>
            </a:r>
          </a:p>
          <a:p>
            <a:pPr lvl="1"/>
            <a:r>
              <a:rPr lang="es-ES" altLang="es-MX" dirty="0"/>
              <a:t>Teclas de comando (navegación).</a:t>
            </a:r>
          </a:p>
          <a:p>
            <a:endParaRPr lang="es-MX" altLang="es-MX" sz="2800" dirty="0"/>
          </a:p>
          <a:p>
            <a:endParaRPr lang="es-MX" dirty="0"/>
          </a:p>
        </p:txBody>
      </p:sp>
    </p:spTree>
    <p:extLst>
      <p:ext uri="{BB962C8B-B14F-4D97-AF65-F5344CB8AC3E}">
        <p14:creationId xmlns:p14="http://schemas.microsoft.com/office/powerpoint/2010/main" val="27067021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74C2F8-0C0D-AF0E-5573-2E3FAF4A77A9}"/>
              </a:ext>
            </a:extLst>
          </p:cNvPr>
          <p:cNvSpPr>
            <a:spLocks noGrp="1"/>
          </p:cNvSpPr>
          <p:nvPr>
            <p:ph type="title"/>
          </p:nvPr>
        </p:nvSpPr>
        <p:spPr/>
        <p:txBody>
          <a:bodyPr/>
          <a:lstStyle/>
          <a:p>
            <a:r>
              <a:rPr lang="es-MX" altLang="es-MX" dirty="0"/>
              <a:t>Control de Entradas Externas a través del Sistema</a:t>
            </a:r>
            <a:endParaRPr lang="es-MX" dirty="0"/>
          </a:p>
        </p:txBody>
      </p:sp>
      <p:sp>
        <p:nvSpPr>
          <p:cNvPr id="3" name="Marcador de contenido 2">
            <a:extLst>
              <a:ext uri="{FF2B5EF4-FFF2-40B4-BE49-F238E27FC236}">
                <a16:creationId xmlns:a16="http://schemas.microsoft.com/office/drawing/2014/main" id="{FD93D020-1144-EB63-7940-58A1885E0C0C}"/>
              </a:ext>
            </a:extLst>
          </p:cNvPr>
          <p:cNvSpPr>
            <a:spLocks noGrp="1"/>
          </p:cNvSpPr>
          <p:nvPr>
            <p:ph idx="1"/>
          </p:nvPr>
        </p:nvSpPr>
        <p:spPr/>
        <p:txBody>
          <a:bodyPr>
            <a:normAutofit/>
          </a:bodyPr>
          <a:lstStyle/>
          <a:p>
            <a:r>
              <a:rPr lang="es-ES" dirty="0"/>
              <a:t>Ocurre cuando un usuario ingresa información dentro de una aplicación para controlar el proceso.</a:t>
            </a:r>
          </a:p>
          <a:p>
            <a:r>
              <a:rPr lang="es-ES" dirty="0"/>
              <a:t>Ocurre cuando un sistema envía datos y/o información a otro sistema que le haga al sistema receptor realice una función/es.</a:t>
            </a:r>
          </a:p>
          <a:p>
            <a:r>
              <a:rPr lang="es-ES" dirty="0"/>
              <a:t>Este no es la entrada de una petición.</a:t>
            </a:r>
          </a:p>
          <a:p>
            <a:r>
              <a:rPr lang="es-ES" dirty="0"/>
              <a:t>El sistema de recepción es acreditado por un EI.</a:t>
            </a:r>
          </a:p>
          <a:p>
            <a:r>
              <a:rPr lang="es-ES" dirty="0"/>
              <a:t>El control puede o no ser pasado de nuevo al sistema original.</a:t>
            </a:r>
          </a:p>
          <a:p>
            <a:r>
              <a:rPr lang="es-ES" dirty="0"/>
              <a:t>El Ez no tiene que actualizar un ILF.</a:t>
            </a:r>
          </a:p>
          <a:p>
            <a:endParaRPr lang="es-MX" dirty="0"/>
          </a:p>
        </p:txBody>
      </p:sp>
    </p:spTree>
    <p:extLst>
      <p:ext uri="{BB962C8B-B14F-4D97-AF65-F5344CB8AC3E}">
        <p14:creationId xmlns:p14="http://schemas.microsoft.com/office/powerpoint/2010/main" val="40759162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FEF34C-E9BB-5658-7698-B38A2D4274D2}"/>
              </a:ext>
            </a:extLst>
          </p:cNvPr>
          <p:cNvSpPr>
            <a:spLocks noGrp="1"/>
          </p:cNvSpPr>
          <p:nvPr>
            <p:ph type="title"/>
          </p:nvPr>
        </p:nvSpPr>
        <p:spPr/>
        <p:txBody>
          <a:bodyPr/>
          <a:lstStyle/>
          <a:p>
            <a:r>
              <a:rPr lang="es-MX" altLang="es-MX" dirty="0"/>
              <a:t>Reglas de Identificación – Inputs Externos</a:t>
            </a:r>
            <a:endParaRPr lang="es-MX" dirty="0"/>
          </a:p>
        </p:txBody>
      </p:sp>
      <p:sp>
        <p:nvSpPr>
          <p:cNvPr id="3" name="Marcador de contenido 2">
            <a:extLst>
              <a:ext uri="{FF2B5EF4-FFF2-40B4-BE49-F238E27FC236}">
                <a16:creationId xmlns:a16="http://schemas.microsoft.com/office/drawing/2014/main" id="{F3EC7926-1C47-8671-B8FA-FAFD311ACCC6}"/>
              </a:ext>
            </a:extLst>
          </p:cNvPr>
          <p:cNvSpPr>
            <a:spLocks noGrp="1"/>
          </p:cNvSpPr>
          <p:nvPr>
            <p:ph idx="1"/>
          </p:nvPr>
        </p:nvSpPr>
        <p:spPr/>
        <p:txBody>
          <a:bodyPr>
            <a:normAutofit fontScale="92500" lnSpcReduction="20000"/>
          </a:bodyPr>
          <a:lstStyle/>
          <a:p>
            <a:r>
              <a:rPr lang="es-ES" dirty="0"/>
              <a:t>Reglas de conteo de datos</a:t>
            </a:r>
          </a:p>
          <a:p>
            <a:pPr lvl="1"/>
            <a:r>
              <a:rPr lang="es-ES" dirty="0"/>
              <a:t>Los datos son recibidos fuera del límite de la aplicación. </a:t>
            </a:r>
          </a:p>
          <a:p>
            <a:pPr lvl="1"/>
            <a:r>
              <a:rPr lang="es-ES" dirty="0"/>
              <a:t>Los datos en un ILF son mantenidos a través de un proceso elemental de la aplicación.</a:t>
            </a:r>
          </a:p>
          <a:p>
            <a:pPr lvl="1"/>
            <a:r>
              <a:rPr lang="es-ES" dirty="0"/>
              <a:t>El proceso es la unidad más pequeña que es significativa para el usuario final en el negocio.</a:t>
            </a:r>
          </a:p>
          <a:p>
            <a:pPr lvl="1"/>
            <a:r>
              <a:rPr lang="es-ES" dirty="0"/>
              <a:t>El proceso es autónomo y deja el negocio de la aplicación que está siendo contada en un estado consistente.</a:t>
            </a:r>
          </a:p>
          <a:p>
            <a:pPr lvl="1"/>
            <a:r>
              <a:rPr lang="es-ES" dirty="0"/>
              <a:t>Para el proceso identificado, lo siguiente puede ser aplicado:</a:t>
            </a:r>
          </a:p>
          <a:p>
            <a:pPr lvl="2"/>
            <a:r>
              <a:rPr lang="es-ES" dirty="0"/>
              <a:t>El proceso lógico es el único de otros EIS.</a:t>
            </a:r>
          </a:p>
          <a:p>
            <a:pPr lvl="2"/>
            <a:r>
              <a:rPr lang="es-ES" dirty="0"/>
              <a:t>Los datos de los elementos identificados son diferentes para otros EIS.</a:t>
            </a:r>
          </a:p>
          <a:p>
            <a:pPr marL="0" indent="0">
              <a:buNone/>
            </a:pPr>
            <a:endParaRPr lang="es-ES" dirty="0"/>
          </a:p>
          <a:p>
            <a:pPr marL="0" indent="0">
              <a:buNone/>
            </a:pPr>
            <a:r>
              <a:rPr lang="es-ES" i="1" dirty="0"/>
              <a:t>Todas las reglas mencionadas deben ser aplicadas a todos los datos que están siendo procesados para ser contados como un Input Externo. </a:t>
            </a:r>
          </a:p>
        </p:txBody>
      </p:sp>
    </p:spTree>
    <p:extLst>
      <p:ext uri="{BB962C8B-B14F-4D97-AF65-F5344CB8AC3E}">
        <p14:creationId xmlns:p14="http://schemas.microsoft.com/office/powerpoint/2010/main" val="878776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FEF34C-E9BB-5658-7698-B38A2D4274D2}"/>
              </a:ext>
            </a:extLst>
          </p:cNvPr>
          <p:cNvSpPr>
            <a:spLocks noGrp="1"/>
          </p:cNvSpPr>
          <p:nvPr>
            <p:ph type="title"/>
          </p:nvPr>
        </p:nvSpPr>
        <p:spPr/>
        <p:txBody>
          <a:bodyPr/>
          <a:lstStyle/>
          <a:p>
            <a:r>
              <a:rPr lang="es-MX" altLang="es-MX" dirty="0"/>
              <a:t>Reglas de Identificación – Inputs Externos</a:t>
            </a:r>
            <a:endParaRPr lang="es-MX" dirty="0"/>
          </a:p>
        </p:txBody>
      </p:sp>
      <p:sp>
        <p:nvSpPr>
          <p:cNvPr id="3" name="Marcador de contenido 2">
            <a:extLst>
              <a:ext uri="{FF2B5EF4-FFF2-40B4-BE49-F238E27FC236}">
                <a16:creationId xmlns:a16="http://schemas.microsoft.com/office/drawing/2014/main" id="{F3EC7926-1C47-8671-B8FA-FAFD311ACCC6}"/>
              </a:ext>
            </a:extLst>
          </p:cNvPr>
          <p:cNvSpPr>
            <a:spLocks noGrp="1"/>
          </p:cNvSpPr>
          <p:nvPr>
            <p:ph idx="1"/>
          </p:nvPr>
        </p:nvSpPr>
        <p:spPr/>
        <p:txBody>
          <a:bodyPr>
            <a:normAutofit fontScale="92500" lnSpcReduction="10000"/>
          </a:bodyPr>
          <a:lstStyle/>
          <a:p>
            <a:r>
              <a:rPr lang="es-ES" dirty="0"/>
              <a:t>Tratamiento o procesamiento la información de control</a:t>
            </a:r>
          </a:p>
          <a:p>
            <a:pPr lvl="1"/>
            <a:r>
              <a:rPr lang="es-ES" dirty="0"/>
              <a:t>La información de control es recibida  fuera de los límites de la aplicación.</a:t>
            </a:r>
          </a:p>
          <a:p>
            <a:pPr lvl="1"/>
            <a:r>
              <a:rPr lang="es-ES" dirty="0"/>
              <a:t>La información es especificada por el usuario para asegurar la consistencia con los requerimientos de función de negocio.</a:t>
            </a:r>
          </a:p>
          <a:p>
            <a:pPr lvl="1"/>
            <a:r>
              <a:rPr lang="es-ES" dirty="0"/>
              <a:t>Para los procesos identificados, una de las siguientes dos reglas debe aplicarse:</a:t>
            </a:r>
          </a:p>
          <a:p>
            <a:pPr lvl="2"/>
            <a:r>
              <a:rPr lang="es-ES" dirty="0"/>
              <a:t>El proceso lógico es único para otras entradas externas de la aplicación.	</a:t>
            </a:r>
          </a:p>
          <a:p>
            <a:pPr lvl="2"/>
            <a:r>
              <a:rPr lang="es-ES" dirty="0"/>
              <a:t>Los elementos de datos identificados son diferentes desde otros inputs externos para la aplicación.</a:t>
            </a:r>
          </a:p>
          <a:p>
            <a:r>
              <a:rPr lang="es-ES" dirty="0"/>
              <a:t>La información de control procesada puede o no ser mantenida en ILF.</a:t>
            </a:r>
          </a:p>
          <a:p>
            <a:endParaRPr lang="es-ES" dirty="0"/>
          </a:p>
          <a:p>
            <a:r>
              <a:rPr lang="es-ES" dirty="0"/>
              <a:t>Todas las reglas mencionadas deben ser aplicadas a los datos que están siendo procesados para ser contados como un EI.</a:t>
            </a:r>
          </a:p>
        </p:txBody>
      </p:sp>
    </p:spTree>
    <p:extLst>
      <p:ext uri="{BB962C8B-B14F-4D97-AF65-F5344CB8AC3E}">
        <p14:creationId xmlns:p14="http://schemas.microsoft.com/office/powerpoint/2010/main" val="5646412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127E22-0C1E-DF1A-7E2D-578EC5460B91}"/>
              </a:ext>
            </a:extLst>
          </p:cNvPr>
          <p:cNvSpPr>
            <a:spLocks noGrp="1"/>
          </p:cNvSpPr>
          <p:nvPr>
            <p:ph type="title"/>
          </p:nvPr>
        </p:nvSpPr>
        <p:spPr/>
        <p:txBody>
          <a:bodyPr/>
          <a:lstStyle/>
          <a:p>
            <a:r>
              <a:rPr lang="es-MX" altLang="es-MX" dirty="0"/>
              <a:t>Inputs Externos</a:t>
            </a:r>
            <a:endParaRPr lang="es-MX" dirty="0"/>
          </a:p>
        </p:txBody>
      </p:sp>
      <p:sp>
        <p:nvSpPr>
          <p:cNvPr id="3" name="Marcador de contenido 2">
            <a:extLst>
              <a:ext uri="{FF2B5EF4-FFF2-40B4-BE49-F238E27FC236}">
                <a16:creationId xmlns:a16="http://schemas.microsoft.com/office/drawing/2014/main" id="{6C817FE8-9E70-D1B1-19BD-6C5FF575C248}"/>
              </a:ext>
            </a:extLst>
          </p:cNvPr>
          <p:cNvSpPr>
            <a:spLocks noGrp="1"/>
          </p:cNvSpPr>
          <p:nvPr>
            <p:ph idx="1"/>
          </p:nvPr>
        </p:nvSpPr>
        <p:spPr/>
        <p:txBody>
          <a:bodyPr>
            <a:normAutofit fontScale="92500" lnSpcReduction="20000"/>
          </a:bodyPr>
          <a:lstStyle/>
          <a:p>
            <a:r>
              <a:rPr lang="es-ES" dirty="0"/>
              <a:t>Seguir las reglas de identificación para los inputs externos.</a:t>
            </a:r>
          </a:p>
          <a:p>
            <a:r>
              <a:rPr lang="es-ES" dirty="0"/>
              <a:t>Usar la descripción transaccional de los datos recibidos desde otras aplicaciones o sistemas que actualicen uno o más Archivos lógicos Internos (ILF) para contar y determinar la complejidad de las entradas en batch y en tiempo real.</a:t>
            </a:r>
          </a:p>
          <a:p>
            <a:r>
              <a:rPr lang="es-ES" dirty="0"/>
              <a:t>Agregar, cambiar y eliminar contar  separadamente.</a:t>
            </a:r>
          </a:p>
          <a:p>
            <a:r>
              <a:rPr lang="es-ES" dirty="0"/>
              <a:t>Identificar procesos únicos.</a:t>
            </a:r>
          </a:p>
          <a:p>
            <a:r>
              <a:rPr lang="es-ES" dirty="0"/>
              <a:t>Identificar las características de control.</a:t>
            </a:r>
          </a:p>
          <a:p>
            <a:r>
              <a:rPr lang="es-ES" dirty="0"/>
              <a:t>Identificar señales discretas.</a:t>
            </a:r>
          </a:p>
          <a:p>
            <a:r>
              <a:rPr lang="es-ES" dirty="0"/>
              <a:t>Use las impresiones de pantalla que proporcionan entradas transaccionales, las cuales actualizan uno o más de los archivos lógicos internos, para contar y determinar la complejidad de entradas en línea.</a:t>
            </a:r>
          </a:p>
          <a:p>
            <a:endParaRPr lang="es-MX" dirty="0"/>
          </a:p>
        </p:txBody>
      </p:sp>
    </p:spTree>
    <p:extLst>
      <p:ext uri="{BB962C8B-B14F-4D97-AF65-F5344CB8AC3E}">
        <p14:creationId xmlns:p14="http://schemas.microsoft.com/office/powerpoint/2010/main" val="40747985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E55378-5412-B597-29D7-4E716EDA3318}"/>
              </a:ext>
            </a:extLst>
          </p:cNvPr>
          <p:cNvSpPr>
            <a:spLocks noGrp="1"/>
          </p:cNvSpPr>
          <p:nvPr>
            <p:ph type="title"/>
          </p:nvPr>
        </p:nvSpPr>
        <p:spPr/>
        <p:txBody>
          <a:bodyPr/>
          <a:lstStyle/>
          <a:p>
            <a:r>
              <a:rPr lang="es-MX" altLang="es-MX" dirty="0"/>
              <a:t>Output Externo</a:t>
            </a:r>
            <a:endParaRPr lang="es-MX" dirty="0"/>
          </a:p>
        </p:txBody>
      </p:sp>
      <p:sp>
        <p:nvSpPr>
          <p:cNvPr id="3" name="Marcador de contenido 2">
            <a:extLst>
              <a:ext uri="{FF2B5EF4-FFF2-40B4-BE49-F238E27FC236}">
                <a16:creationId xmlns:a16="http://schemas.microsoft.com/office/drawing/2014/main" id="{578CFF7A-5D36-F034-17F8-1696B9E5F527}"/>
              </a:ext>
            </a:extLst>
          </p:cNvPr>
          <p:cNvSpPr>
            <a:spLocks noGrp="1"/>
          </p:cNvSpPr>
          <p:nvPr>
            <p:ph idx="1"/>
          </p:nvPr>
        </p:nvSpPr>
        <p:spPr/>
        <p:txBody>
          <a:bodyPr/>
          <a:lstStyle/>
          <a:p>
            <a:pPr>
              <a:lnSpc>
                <a:spcPct val="90000"/>
              </a:lnSpc>
            </a:pPr>
            <a:r>
              <a:rPr lang="es-MX" altLang="es-MX" sz="2800" dirty="0"/>
              <a:t>Un proceso elemental que genera datos o información de control enviada fuera de los límites de la aplicación:</a:t>
            </a:r>
          </a:p>
          <a:p>
            <a:pPr lvl="1">
              <a:lnSpc>
                <a:spcPct val="90000"/>
              </a:lnSpc>
            </a:pPr>
            <a:r>
              <a:rPr lang="es-MX" altLang="es-MX" sz="2400" dirty="0"/>
              <a:t>Únicos si difieren los elementos de datos.</a:t>
            </a:r>
          </a:p>
          <a:p>
            <a:pPr lvl="1">
              <a:lnSpc>
                <a:spcPct val="90000"/>
              </a:lnSpc>
            </a:pPr>
            <a:r>
              <a:rPr lang="es-MX" altLang="es-MX" sz="2400" dirty="0"/>
              <a:t>Únicos si difieren los procesos lógicos.</a:t>
            </a:r>
          </a:p>
          <a:p>
            <a:pPr>
              <a:lnSpc>
                <a:spcPct val="90000"/>
              </a:lnSpc>
            </a:pPr>
            <a:r>
              <a:rPr lang="es-MX" altLang="es-MX" sz="2800" dirty="0"/>
              <a:t>Enviar directamente los usuarios reportes que contengan datos derivados.</a:t>
            </a:r>
          </a:p>
          <a:p>
            <a:pPr>
              <a:lnSpc>
                <a:spcPct val="90000"/>
              </a:lnSpc>
            </a:pPr>
            <a:r>
              <a:rPr lang="es-MX" altLang="es-MX" sz="2800" dirty="0"/>
              <a:t>Enviar a otras aplicaciones archivos .</a:t>
            </a:r>
          </a:p>
          <a:p>
            <a:pPr>
              <a:lnSpc>
                <a:spcPct val="90000"/>
              </a:lnSpc>
            </a:pPr>
            <a:r>
              <a:rPr lang="es-MX" altLang="es-MX" sz="2800" dirty="0"/>
              <a:t>Enviar a otros sistemas señales</a:t>
            </a:r>
            <a:endParaRPr lang="es-MX" dirty="0"/>
          </a:p>
        </p:txBody>
      </p:sp>
    </p:spTree>
    <p:extLst>
      <p:ext uri="{BB962C8B-B14F-4D97-AF65-F5344CB8AC3E}">
        <p14:creationId xmlns:p14="http://schemas.microsoft.com/office/powerpoint/2010/main" val="36134540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0E395E-BE88-7ED5-A256-6194D34749FD}"/>
              </a:ext>
            </a:extLst>
          </p:cNvPr>
          <p:cNvSpPr>
            <a:spLocks noGrp="1"/>
          </p:cNvSpPr>
          <p:nvPr>
            <p:ph type="title"/>
          </p:nvPr>
        </p:nvSpPr>
        <p:spPr/>
        <p:txBody>
          <a:bodyPr/>
          <a:lstStyle/>
          <a:p>
            <a:r>
              <a:rPr lang="es-MX" altLang="es-MX" dirty="0"/>
              <a:t>Reglas de identificación – Outputs Externos</a:t>
            </a:r>
            <a:endParaRPr lang="es-MX" dirty="0"/>
          </a:p>
        </p:txBody>
      </p:sp>
      <p:sp>
        <p:nvSpPr>
          <p:cNvPr id="3" name="Marcador de contenido 2">
            <a:extLst>
              <a:ext uri="{FF2B5EF4-FFF2-40B4-BE49-F238E27FC236}">
                <a16:creationId xmlns:a16="http://schemas.microsoft.com/office/drawing/2014/main" id="{E62A8FA2-F92D-5C13-212D-055DF0CEC9B0}"/>
              </a:ext>
            </a:extLst>
          </p:cNvPr>
          <p:cNvSpPr>
            <a:spLocks noGrp="1"/>
          </p:cNvSpPr>
          <p:nvPr>
            <p:ph idx="1"/>
          </p:nvPr>
        </p:nvSpPr>
        <p:spPr/>
        <p:txBody>
          <a:bodyPr>
            <a:normAutofit fontScale="85000" lnSpcReduction="10000"/>
          </a:bodyPr>
          <a:lstStyle/>
          <a:p>
            <a:r>
              <a:rPr lang="es-ES" dirty="0"/>
              <a:t>El proceso envía datos o información de control externa al límite de la aplicación.</a:t>
            </a:r>
          </a:p>
          <a:p>
            <a:r>
              <a:rPr lang="es-ES" dirty="0"/>
              <a:t>Los datos o la información de control son enviados a través de un proceso elemental de la aplicación.</a:t>
            </a:r>
          </a:p>
          <a:p>
            <a:r>
              <a:rPr lang="es-ES" dirty="0"/>
              <a:t>El proceso es la unidad más pequeña de actividad que es significativa para el usuario final en el negocio.</a:t>
            </a:r>
          </a:p>
          <a:p>
            <a:r>
              <a:rPr lang="es-ES" dirty="0"/>
              <a:t>El proceso es autónomo y deja que el negocio de la aplicación sea contado en un estado consistente. </a:t>
            </a:r>
          </a:p>
          <a:p>
            <a:r>
              <a:rPr lang="es-ES" dirty="0"/>
              <a:t>Para los procesos identificados, algunos de los siguientes ítems se deben aplicar:</a:t>
            </a:r>
          </a:p>
          <a:p>
            <a:pPr lvl="1"/>
            <a:r>
              <a:rPr lang="es-ES" dirty="0"/>
              <a:t>Procesos lógicos es único desde otros EO.</a:t>
            </a:r>
          </a:p>
          <a:p>
            <a:pPr lvl="1"/>
            <a:r>
              <a:rPr lang="es-ES" dirty="0"/>
              <a:t>Los elementos de datos son diferentes desde otras EO.</a:t>
            </a:r>
          </a:p>
          <a:p>
            <a:pPr marL="0" indent="0">
              <a:buNone/>
            </a:pPr>
            <a:r>
              <a:rPr lang="es-ES" i="1" dirty="0"/>
              <a:t>Todas las reglas mencionadas anteriormente deben aplicarse para la información que debe ser contada como un Output Externo (EO).</a:t>
            </a:r>
          </a:p>
          <a:p>
            <a:endParaRPr lang="es-MX" dirty="0"/>
          </a:p>
        </p:txBody>
      </p:sp>
    </p:spTree>
    <p:extLst>
      <p:ext uri="{BB962C8B-B14F-4D97-AF65-F5344CB8AC3E}">
        <p14:creationId xmlns:p14="http://schemas.microsoft.com/office/powerpoint/2010/main" val="10175544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8736F2-5357-AA5B-3CE5-80FB3803D7FA}"/>
              </a:ext>
            </a:extLst>
          </p:cNvPr>
          <p:cNvSpPr>
            <a:spLocks noGrp="1"/>
          </p:cNvSpPr>
          <p:nvPr>
            <p:ph type="title"/>
          </p:nvPr>
        </p:nvSpPr>
        <p:spPr/>
        <p:txBody>
          <a:bodyPr/>
          <a:lstStyle/>
          <a:p>
            <a:r>
              <a:rPr lang="es-MX" altLang="es-MX" dirty="0"/>
              <a:t>Consultas Externas (EQ)</a:t>
            </a:r>
            <a:endParaRPr lang="es-MX" dirty="0"/>
          </a:p>
        </p:txBody>
      </p:sp>
      <p:sp>
        <p:nvSpPr>
          <p:cNvPr id="3" name="Marcador de contenido 2">
            <a:extLst>
              <a:ext uri="{FF2B5EF4-FFF2-40B4-BE49-F238E27FC236}">
                <a16:creationId xmlns:a16="http://schemas.microsoft.com/office/drawing/2014/main" id="{8244F6D4-2D35-73C5-AE48-223E327F82D4}"/>
              </a:ext>
            </a:extLst>
          </p:cNvPr>
          <p:cNvSpPr>
            <a:spLocks noGrp="1"/>
          </p:cNvSpPr>
          <p:nvPr>
            <p:ph idx="1"/>
          </p:nvPr>
        </p:nvSpPr>
        <p:spPr/>
        <p:txBody>
          <a:bodyPr>
            <a:normAutofit lnSpcReduction="10000"/>
          </a:bodyPr>
          <a:lstStyle/>
          <a:p>
            <a:r>
              <a:rPr lang="es-ES" dirty="0"/>
              <a:t>Un proceso elemental compuesto de una combinación de inputs/ outputs que resultan en recuperación de datos:</a:t>
            </a:r>
          </a:p>
          <a:p>
            <a:pPr lvl="1"/>
            <a:r>
              <a:rPr lang="es-ES" dirty="0"/>
              <a:t>Únicos si cualquiera de los lados de la entrada o de los lados de la salida tiene elementos de información diferentes.</a:t>
            </a:r>
          </a:p>
          <a:p>
            <a:pPr lvl="1"/>
            <a:r>
              <a:rPr lang="es-ES" dirty="0"/>
              <a:t>Únicos si son procesos lógicos diferentes.</a:t>
            </a:r>
          </a:p>
          <a:p>
            <a:r>
              <a:rPr lang="es-ES" dirty="0"/>
              <a:t>Las salidas no contienen datos derivados (Nota: los datos derivados requieren de otro proceso que directamente recuperen , editen la información desde archivos lógicos internos y/o de archivos externos del interfaz).</a:t>
            </a:r>
          </a:p>
          <a:p>
            <a:r>
              <a:rPr lang="es-ES" dirty="0"/>
              <a:t>No mantiene (agregar, cambiar, eliminar, poblar, revisar, etc.) un archivo lógico interno (ILF)</a:t>
            </a:r>
          </a:p>
        </p:txBody>
      </p:sp>
    </p:spTree>
    <p:extLst>
      <p:ext uri="{BB962C8B-B14F-4D97-AF65-F5344CB8AC3E}">
        <p14:creationId xmlns:p14="http://schemas.microsoft.com/office/powerpoint/2010/main" val="12781736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CB5C06-9144-D5F3-8075-0FCF721C7426}"/>
              </a:ext>
            </a:extLst>
          </p:cNvPr>
          <p:cNvSpPr>
            <a:spLocks noGrp="1"/>
          </p:cNvSpPr>
          <p:nvPr>
            <p:ph type="title"/>
          </p:nvPr>
        </p:nvSpPr>
        <p:spPr/>
        <p:txBody>
          <a:bodyPr/>
          <a:lstStyle/>
          <a:p>
            <a:r>
              <a:rPr lang="es-MX" altLang="es-MX" dirty="0"/>
              <a:t>Consultas Externas (EQ)</a:t>
            </a:r>
            <a:endParaRPr lang="es-MX" dirty="0"/>
          </a:p>
        </p:txBody>
      </p:sp>
      <p:sp>
        <p:nvSpPr>
          <p:cNvPr id="3" name="Marcador de contenido 2">
            <a:extLst>
              <a:ext uri="{FF2B5EF4-FFF2-40B4-BE49-F238E27FC236}">
                <a16:creationId xmlns:a16="http://schemas.microsoft.com/office/drawing/2014/main" id="{C2716CF6-F454-A17C-293D-847F47F27602}"/>
              </a:ext>
            </a:extLst>
          </p:cNvPr>
          <p:cNvSpPr>
            <a:spLocks noGrp="1"/>
          </p:cNvSpPr>
          <p:nvPr>
            <p:ph idx="1"/>
          </p:nvPr>
        </p:nvSpPr>
        <p:spPr/>
        <p:txBody>
          <a:bodyPr/>
          <a:lstStyle/>
          <a:p>
            <a:pPr>
              <a:lnSpc>
                <a:spcPct val="90000"/>
              </a:lnSpc>
            </a:pPr>
            <a:r>
              <a:rPr lang="es-MX" altLang="es-MX" sz="2400" dirty="0"/>
              <a:t>Ejemplos: </a:t>
            </a:r>
          </a:p>
          <a:p>
            <a:pPr lvl="1">
              <a:lnSpc>
                <a:spcPct val="90000"/>
              </a:lnSpc>
            </a:pPr>
            <a:r>
              <a:rPr lang="es-MX" altLang="es-MX" sz="2000" dirty="0"/>
              <a:t>Ayuda de la pantalla completa.</a:t>
            </a:r>
          </a:p>
          <a:p>
            <a:pPr lvl="1">
              <a:lnSpc>
                <a:spcPct val="90000"/>
              </a:lnSpc>
            </a:pPr>
            <a:r>
              <a:rPr lang="es-MX" altLang="es-MX" sz="2000" dirty="0"/>
              <a:t>Ayuda de campo.</a:t>
            </a:r>
          </a:p>
          <a:p>
            <a:pPr lvl="1">
              <a:lnSpc>
                <a:spcPct val="90000"/>
              </a:lnSpc>
            </a:pPr>
            <a:r>
              <a:rPr lang="es-MX" altLang="es-MX" sz="2000" dirty="0"/>
              <a:t>Recuperación de datos antes de cambiar o eliminar.</a:t>
            </a:r>
          </a:p>
          <a:p>
            <a:pPr lvl="1">
              <a:lnSpc>
                <a:spcPct val="90000"/>
              </a:lnSpc>
            </a:pPr>
            <a:r>
              <a:rPr lang="es-MX" altLang="es-MX" sz="2000" dirty="0"/>
              <a:t>Pantalla de conexión que proporciona seguridad.</a:t>
            </a:r>
          </a:p>
          <a:p>
            <a:pPr lvl="1">
              <a:lnSpc>
                <a:spcPct val="90000"/>
              </a:lnSpc>
            </a:pPr>
            <a:r>
              <a:rPr lang="es-MX" altLang="es-MX" sz="2000" dirty="0"/>
              <a:t>Diferentes exhibiciones gráficas (si no tiene campos derivado).</a:t>
            </a:r>
          </a:p>
          <a:p>
            <a:pPr lvl="1">
              <a:lnSpc>
                <a:spcPct val="90000"/>
              </a:lnSpc>
            </a:pPr>
            <a:r>
              <a:rPr lang="es-MX" altLang="es-MX" sz="2000" dirty="0"/>
              <a:t>Drop- Down y/o List boxes (si la aplicación la emplea más de una vez se cuenta 1 sola vez).</a:t>
            </a:r>
          </a:p>
          <a:p>
            <a:pPr>
              <a:lnSpc>
                <a:spcPct val="90000"/>
              </a:lnSpc>
            </a:pPr>
            <a:r>
              <a:rPr lang="es-MX" altLang="es-MX" sz="2400" dirty="0"/>
              <a:t>No contar</a:t>
            </a:r>
          </a:p>
          <a:p>
            <a:pPr lvl="1">
              <a:lnSpc>
                <a:spcPct val="90000"/>
              </a:lnSpc>
            </a:pPr>
            <a:r>
              <a:rPr lang="es-MX" altLang="es-MX" sz="2000" dirty="0"/>
              <a:t>Ayuda duplicada accedida de múltiples áreas.</a:t>
            </a:r>
          </a:p>
          <a:p>
            <a:pPr lvl="1">
              <a:lnSpc>
                <a:spcPct val="90000"/>
              </a:lnSpc>
            </a:pPr>
            <a:r>
              <a:rPr lang="es-MX" altLang="es-MX" sz="2000" dirty="0"/>
              <a:t>Salidas que contienen datos derivados.</a:t>
            </a:r>
          </a:p>
          <a:p>
            <a:pPr lvl="1">
              <a:lnSpc>
                <a:spcPct val="90000"/>
              </a:lnSpc>
            </a:pPr>
            <a:r>
              <a:rPr lang="es-MX" altLang="es-MX" sz="2000" dirty="0"/>
              <a:t>Documentación en línea.</a:t>
            </a:r>
          </a:p>
          <a:p>
            <a:pPr lvl="1">
              <a:lnSpc>
                <a:spcPct val="90000"/>
              </a:lnSpc>
            </a:pPr>
            <a:r>
              <a:rPr lang="es-MX" altLang="es-MX" sz="2000" dirty="0"/>
              <a:t>Menús navegacionales.</a:t>
            </a:r>
          </a:p>
          <a:p>
            <a:pPr lvl="1">
              <a:lnSpc>
                <a:spcPct val="90000"/>
              </a:lnSpc>
            </a:pPr>
            <a:endParaRPr lang="es-MX" altLang="es-MX" sz="2000" dirty="0"/>
          </a:p>
          <a:p>
            <a:endParaRPr lang="es-MX" dirty="0"/>
          </a:p>
        </p:txBody>
      </p:sp>
    </p:spTree>
    <p:extLst>
      <p:ext uri="{BB962C8B-B14F-4D97-AF65-F5344CB8AC3E}">
        <p14:creationId xmlns:p14="http://schemas.microsoft.com/office/powerpoint/2010/main" val="23623264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D4EFA9-251D-6EC8-4DCA-4E6FD4682184}"/>
              </a:ext>
            </a:extLst>
          </p:cNvPr>
          <p:cNvSpPr>
            <a:spLocks noGrp="1"/>
          </p:cNvSpPr>
          <p:nvPr>
            <p:ph type="title"/>
          </p:nvPr>
        </p:nvSpPr>
        <p:spPr/>
        <p:txBody>
          <a:bodyPr/>
          <a:lstStyle/>
          <a:p>
            <a:r>
              <a:rPr lang="es-MX" altLang="es-MX" dirty="0"/>
              <a:t>Reglas de Identificación – Consultas (EQ)</a:t>
            </a:r>
            <a:endParaRPr lang="es-MX" dirty="0"/>
          </a:p>
        </p:txBody>
      </p:sp>
      <p:sp>
        <p:nvSpPr>
          <p:cNvPr id="3" name="Marcador de contenido 2">
            <a:extLst>
              <a:ext uri="{FF2B5EF4-FFF2-40B4-BE49-F238E27FC236}">
                <a16:creationId xmlns:a16="http://schemas.microsoft.com/office/drawing/2014/main" id="{D3121B89-964F-2482-7E7A-E4102EB9B9BA}"/>
              </a:ext>
            </a:extLst>
          </p:cNvPr>
          <p:cNvSpPr>
            <a:spLocks noGrp="1"/>
          </p:cNvSpPr>
          <p:nvPr>
            <p:ph idx="1"/>
          </p:nvPr>
        </p:nvSpPr>
        <p:spPr/>
        <p:txBody>
          <a:bodyPr>
            <a:normAutofit fontScale="77500" lnSpcReduction="20000"/>
          </a:bodyPr>
          <a:lstStyle/>
          <a:p>
            <a:r>
              <a:rPr lang="es-ES" dirty="0"/>
              <a:t>Una petición ingresa desde el límite de la aplicación. </a:t>
            </a:r>
          </a:p>
          <a:p>
            <a:r>
              <a:rPr lang="es-ES" dirty="0"/>
              <a:t>Los resultados de los outputs salen del límite de la aplicación. (ReportesConsultas)</a:t>
            </a:r>
          </a:p>
          <a:p>
            <a:r>
              <a:rPr lang="es-ES" dirty="0"/>
              <a:t>Se recuperan los datos.</a:t>
            </a:r>
          </a:p>
          <a:p>
            <a:r>
              <a:rPr lang="es-ES" dirty="0"/>
              <a:t>Los datos recuperados no contienen información derivada.</a:t>
            </a:r>
          </a:p>
          <a:p>
            <a:r>
              <a:rPr lang="es-ES" dirty="0"/>
              <a:t>Los resultados de los inputs y outputs juntos hacen un proceso que es la unidad más pequeña de actividad que es significativa para el usuario final.</a:t>
            </a:r>
          </a:p>
          <a:p>
            <a:r>
              <a:rPr lang="es-ES" dirty="0"/>
              <a:t>No se mantiene ningún ILF.</a:t>
            </a:r>
          </a:p>
          <a:p>
            <a:r>
              <a:rPr lang="es-ES" dirty="0"/>
              <a:t>Para el proceso identificado alguna de los siguientes ítems debe aplicarse:</a:t>
            </a:r>
          </a:p>
          <a:p>
            <a:pPr lvl="1"/>
            <a:r>
              <a:rPr lang="es-ES" dirty="0"/>
              <a:t>Proceso lógico de un lado de un input o output es único desde otras peticiones externas.</a:t>
            </a:r>
          </a:p>
          <a:p>
            <a:pPr lvl="1"/>
            <a:r>
              <a:rPr lang="es-ES" dirty="0"/>
              <a:t>Los elementos de datos que hacen de salida o entrada son diferentes de otras peticiones externas.  </a:t>
            </a:r>
          </a:p>
          <a:p>
            <a:endParaRPr lang="es-ES" dirty="0"/>
          </a:p>
          <a:p>
            <a:pPr marL="0" indent="0">
              <a:buNone/>
            </a:pPr>
            <a:r>
              <a:rPr lang="es-ES" i="1" dirty="0"/>
              <a:t>Todas las reglas mencionadas anteriormente deben aplicarse por la información a ser contada como una petición externa (EQ).</a:t>
            </a:r>
          </a:p>
          <a:p>
            <a:endParaRPr lang="es-MX" dirty="0"/>
          </a:p>
        </p:txBody>
      </p:sp>
    </p:spTree>
    <p:extLst>
      <p:ext uri="{BB962C8B-B14F-4D97-AF65-F5344CB8AC3E}">
        <p14:creationId xmlns:p14="http://schemas.microsoft.com/office/powerpoint/2010/main" val="16000347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8A1DF7-248C-E7B4-D955-F6FBC6F9E121}"/>
              </a:ext>
            </a:extLst>
          </p:cNvPr>
          <p:cNvSpPr>
            <a:spLocks noGrp="1"/>
          </p:cNvSpPr>
          <p:nvPr>
            <p:ph type="title"/>
          </p:nvPr>
        </p:nvSpPr>
        <p:spPr/>
        <p:txBody>
          <a:bodyPr/>
          <a:lstStyle/>
          <a:p>
            <a:r>
              <a:rPr lang="es-MX" altLang="es-MX" dirty="0"/>
              <a:t>Consultas Externas (EQ)</a:t>
            </a:r>
            <a:endParaRPr lang="es-MX" dirty="0"/>
          </a:p>
        </p:txBody>
      </p:sp>
      <p:sp>
        <p:nvSpPr>
          <p:cNvPr id="3" name="Marcador de contenido 2">
            <a:extLst>
              <a:ext uri="{FF2B5EF4-FFF2-40B4-BE49-F238E27FC236}">
                <a16:creationId xmlns:a16="http://schemas.microsoft.com/office/drawing/2014/main" id="{DC03BEF1-E118-78FB-B4C6-BF34110604C6}"/>
              </a:ext>
            </a:extLst>
          </p:cNvPr>
          <p:cNvSpPr>
            <a:spLocks noGrp="1"/>
          </p:cNvSpPr>
          <p:nvPr>
            <p:ph idx="1"/>
          </p:nvPr>
        </p:nvSpPr>
        <p:spPr/>
        <p:txBody>
          <a:bodyPr/>
          <a:lstStyle/>
          <a:p>
            <a:r>
              <a:rPr lang="es-MX" altLang="es-MX" sz="2800" dirty="0"/>
              <a:t>Seguir las reglas de identificación de consultas externas.</a:t>
            </a:r>
          </a:p>
          <a:p>
            <a:r>
              <a:rPr lang="es-MX" altLang="es-MX" sz="2800" dirty="0"/>
              <a:t>Los Drop-Down list box son considerados como una consulta si todas las reglas mencionadas anteriormente se aplican y la información es recuperada desde un ILF o un EIF. Puede ser que sea considerado de otra manera como ayuda.</a:t>
            </a:r>
          </a:p>
          <a:p>
            <a:r>
              <a:rPr lang="es-MX" altLang="es-MX" sz="2800" dirty="0"/>
              <a:t>Identificar pantallas basadas en una combinación de disparador/ respuesta. La recuperación de datos desde la base de datos ( sin  cálculos lógicos o matemáticos) es una consulta externa. </a:t>
            </a:r>
            <a:endParaRPr lang="es-ES" altLang="es-MX" sz="2800" dirty="0"/>
          </a:p>
          <a:p>
            <a:endParaRPr lang="es-MX" dirty="0"/>
          </a:p>
        </p:txBody>
      </p:sp>
    </p:spTree>
    <p:extLst>
      <p:ext uri="{BB962C8B-B14F-4D97-AF65-F5344CB8AC3E}">
        <p14:creationId xmlns:p14="http://schemas.microsoft.com/office/powerpoint/2010/main" val="6959222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45BFBA-0F7C-3C04-80AB-30452068A97A}"/>
              </a:ext>
            </a:extLst>
          </p:cNvPr>
          <p:cNvSpPr>
            <a:spLocks noGrp="1"/>
          </p:cNvSpPr>
          <p:nvPr>
            <p:ph type="title"/>
          </p:nvPr>
        </p:nvSpPr>
        <p:spPr/>
        <p:txBody>
          <a:bodyPr/>
          <a:lstStyle/>
          <a:p>
            <a:r>
              <a:rPr lang="es-MX" altLang="es-MX" dirty="0"/>
              <a:t>Consultas Externas (EQ)</a:t>
            </a:r>
            <a:endParaRPr lang="es-MX" dirty="0"/>
          </a:p>
        </p:txBody>
      </p:sp>
      <p:sp>
        <p:nvSpPr>
          <p:cNvPr id="3" name="Marcador de contenido 2">
            <a:extLst>
              <a:ext uri="{FF2B5EF4-FFF2-40B4-BE49-F238E27FC236}">
                <a16:creationId xmlns:a16="http://schemas.microsoft.com/office/drawing/2014/main" id="{005882F7-D950-2CB8-0033-3D12E4FD2D0C}"/>
              </a:ext>
            </a:extLst>
          </p:cNvPr>
          <p:cNvSpPr>
            <a:spLocks noGrp="1"/>
          </p:cNvSpPr>
          <p:nvPr>
            <p:ph idx="1"/>
          </p:nvPr>
        </p:nvSpPr>
        <p:spPr/>
        <p:txBody>
          <a:bodyPr/>
          <a:lstStyle/>
          <a:p>
            <a:r>
              <a:rPr lang="es-ES" dirty="0"/>
              <a:t>La recuperación de la ayuda es una consulta externa </a:t>
            </a:r>
          </a:p>
          <a:p>
            <a:pPr lvl="1"/>
            <a:r>
              <a:rPr lang="es-ES" dirty="0"/>
              <a:t>La ayuda del sistema es contada la primera vez que es recuperada.</a:t>
            </a:r>
          </a:p>
          <a:p>
            <a:pPr lvl="1"/>
            <a:r>
              <a:rPr lang="es-ES" dirty="0"/>
              <a:t>La pantalla/ ayuda transaccional es contada la primera vez que es recuperada.</a:t>
            </a:r>
          </a:p>
          <a:p>
            <a:pPr lvl="1"/>
            <a:r>
              <a:rPr lang="es-ES" dirty="0"/>
              <a:t>La ayuda de campo se cuenta la primera vez que es recuperada.</a:t>
            </a:r>
          </a:p>
          <a:p>
            <a:r>
              <a:rPr lang="es-ES" dirty="0"/>
              <a:t>La pantalla de seguridad de la conexión a la aplicación es contada como una consulta externa.</a:t>
            </a:r>
          </a:p>
          <a:p>
            <a:r>
              <a:rPr lang="es-ES" dirty="0"/>
              <a:t>Contar todas las consultas implicadas, donde los datos se recuperan antes de cambiar o eliminar inputs externos.</a:t>
            </a:r>
          </a:p>
          <a:p>
            <a:endParaRPr lang="es-MX" dirty="0"/>
          </a:p>
        </p:txBody>
      </p:sp>
    </p:spTree>
    <p:extLst>
      <p:ext uri="{BB962C8B-B14F-4D97-AF65-F5344CB8AC3E}">
        <p14:creationId xmlns:p14="http://schemas.microsoft.com/office/powerpoint/2010/main" val="35811819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4">
            <a:extLst>
              <a:ext uri="{FF2B5EF4-FFF2-40B4-BE49-F238E27FC236}">
                <a16:creationId xmlns:a16="http://schemas.microsoft.com/office/drawing/2014/main" id="{E7DCB0F5-B2F5-446C-BC7A-6EE22418CEDF}"/>
              </a:ext>
            </a:extLst>
          </p:cNvPr>
          <p:cNvSpPr>
            <a:spLocks noGrp="1" noChangeArrowheads="1"/>
          </p:cNvSpPr>
          <p:nvPr>
            <p:ph type="title"/>
          </p:nvPr>
        </p:nvSpPr>
        <p:spPr/>
        <p:txBody>
          <a:bodyPr/>
          <a:lstStyle/>
          <a:p>
            <a:r>
              <a:rPr lang="es-MX" altLang="es-MX" dirty="0"/>
              <a:t>Complejidad de la función de los datos </a:t>
            </a:r>
          </a:p>
        </p:txBody>
      </p:sp>
      <p:sp>
        <p:nvSpPr>
          <p:cNvPr id="44037" name="Rectangle 5">
            <a:extLst>
              <a:ext uri="{FF2B5EF4-FFF2-40B4-BE49-F238E27FC236}">
                <a16:creationId xmlns:a16="http://schemas.microsoft.com/office/drawing/2014/main" id="{7300B26C-64E9-474D-B78E-456337BED9A7}"/>
              </a:ext>
            </a:extLst>
          </p:cNvPr>
          <p:cNvSpPr>
            <a:spLocks noGrp="1" noChangeArrowheads="1"/>
          </p:cNvSpPr>
          <p:nvPr>
            <p:ph idx="1"/>
          </p:nvPr>
        </p:nvSpPr>
        <p:spPr/>
        <p:txBody>
          <a:bodyPr/>
          <a:lstStyle/>
          <a:p>
            <a:r>
              <a:rPr lang="es-MX" altLang="es-MX" dirty="0"/>
              <a:t>Las matrices se basan sobre la cuenta de:</a:t>
            </a:r>
          </a:p>
          <a:p>
            <a:pPr lvl="1"/>
            <a:r>
              <a:rPr lang="es-MX" altLang="es-MX" dirty="0"/>
              <a:t>Tipos de registro de elementos (RETs): aplicable solamente a los tipos de la función de los datos.</a:t>
            </a:r>
          </a:p>
          <a:p>
            <a:pPr lvl="2"/>
            <a:r>
              <a:rPr lang="es-MX" altLang="es-MX" dirty="0"/>
              <a:t>Utilizar subgrupos </a:t>
            </a:r>
            <a:r>
              <a:rPr lang="es-ES" altLang="es-MX" dirty="0"/>
              <a:t>reconocible</a:t>
            </a:r>
            <a:r>
              <a:rPr lang="es-MX" altLang="es-MX" dirty="0"/>
              <a:t>s </a:t>
            </a:r>
            <a:r>
              <a:rPr lang="es-ES" altLang="es-MX" dirty="0"/>
              <a:t>de elementos de datos basados en la vista lógica de los datos.</a:t>
            </a:r>
            <a:endParaRPr lang="es-MX" altLang="es-MX" dirty="0"/>
          </a:p>
          <a:p>
            <a:pPr lvl="1"/>
            <a:r>
              <a:rPr lang="es-MX" altLang="es-MX" dirty="0"/>
              <a:t>Tipo de elementos de datos (DETs): aplicable a los datos y a los tipos transaccionales de la función.</a:t>
            </a:r>
          </a:p>
          <a:p>
            <a:pPr lvl="2"/>
            <a:r>
              <a:rPr lang="es-MX" altLang="es-MX" dirty="0"/>
              <a:t>Los tipos de elementos de datos (DETs) son la máxima cantidad de datos reconocibles por el usuario no recurrentes que residen en funciones de los datos (ILF o EIF).</a:t>
            </a:r>
            <a:endParaRPr lang="es-ES" altLang="es-MX"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6" name="Rectangle 6">
            <a:extLst>
              <a:ext uri="{FF2B5EF4-FFF2-40B4-BE49-F238E27FC236}">
                <a16:creationId xmlns:a16="http://schemas.microsoft.com/office/drawing/2014/main" id="{5AB7C67A-298F-40C9-9099-62C5A2D24334}"/>
              </a:ext>
            </a:extLst>
          </p:cNvPr>
          <p:cNvSpPr>
            <a:spLocks noGrp="1" noChangeArrowheads="1"/>
          </p:cNvSpPr>
          <p:nvPr>
            <p:ph type="title"/>
          </p:nvPr>
        </p:nvSpPr>
        <p:spPr/>
        <p:txBody>
          <a:bodyPr/>
          <a:lstStyle/>
          <a:p>
            <a:r>
              <a:rPr lang="es-MX" altLang="es-MX" dirty="0"/>
              <a:t>Matriz de Complejidad para Archivos Lógicos Internos</a:t>
            </a:r>
          </a:p>
        </p:txBody>
      </p:sp>
      <p:sp>
        <p:nvSpPr>
          <p:cNvPr id="46087" name="Rectangle 7">
            <a:extLst>
              <a:ext uri="{FF2B5EF4-FFF2-40B4-BE49-F238E27FC236}">
                <a16:creationId xmlns:a16="http://schemas.microsoft.com/office/drawing/2014/main" id="{C00A11F8-C2E6-446A-B888-AE2C7E721A1A}"/>
              </a:ext>
            </a:extLst>
          </p:cNvPr>
          <p:cNvSpPr>
            <a:spLocks noGrp="1" noChangeArrowheads="1"/>
          </p:cNvSpPr>
          <p:nvPr>
            <p:ph idx="1"/>
          </p:nvPr>
        </p:nvSpPr>
        <p:spPr/>
        <p:txBody>
          <a:bodyPr>
            <a:normAutofit fontScale="92500" lnSpcReduction="10000"/>
          </a:bodyPr>
          <a:lstStyle/>
          <a:p>
            <a:pPr>
              <a:lnSpc>
                <a:spcPct val="90000"/>
              </a:lnSpc>
            </a:pPr>
            <a:r>
              <a:rPr lang="es-MX" altLang="es-MX" sz="2400" dirty="0"/>
              <a:t>Tipos de Registros de elementos: </a:t>
            </a:r>
          </a:p>
          <a:p>
            <a:pPr lvl="1">
              <a:lnSpc>
                <a:spcPct val="90000"/>
              </a:lnSpc>
            </a:pPr>
            <a:r>
              <a:rPr lang="es-MX" altLang="es-MX" sz="2000" dirty="0"/>
              <a:t>Subgrupos de elementos de datos dentro de un Archivo Lógico Interno basado en una visión lógica o del usuario.</a:t>
            </a:r>
          </a:p>
          <a:p>
            <a:pPr lvl="2">
              <a:lnSpc>
                <a:spcPct val="90000"/>
              </a:lnSpc>
            </a:pPr>
            <a:r>
              <a:rPr lang="es-MX" altLang="es-MX" sz="1800" dirty="0"/>
              <a:t>Contar los tipos de registros de elementos para cada subgrupo opcional* u obligatorio**.</a:t>
            </a:r>
          </a:p>
          <a:p>
            <a:pPr lvl="2">
              <a:lnSpc>
                <a:spcPct val="90000"/>
              </a:lnSpc>
            </a:pPr>
            <a:r>
              <a:rPr lang="es-MX" altLang="es-MX" sz="1800" dirty="0"/>
              <a:t>Si no hay subgrupos contar el ILF como un RET.</a:t>
            </a:r>
          </a:p>
          <a:p>
            <a:pPr lvl="1">
              <a:lnSpc>
                <a:spcPct val="90000"/>
              </a:lnSpc>
            </a:pPr>
            <a:r>
              <a:rPr lang="es-MX" altLang="es-MX" sz="2000" dirty="0"/>
              <a:t>Tipos de elementos de datos: </a:t>
            </a:r>
          </a:p>
          <a:p>
            <a:pPr lvl="1">
              <a:lnSpc>
                <a:spcPct val="90000"/>
              </a:lnSpc>
            </a:pPr>
            <a:r>
              <a:rPr lang="es-MX" altLang="es-MX" sz="2000" dirty="0"/>
              <a:t>Variables reconocibles o campos del usuario únicos.</a:t>
            </a:r>
          </a:p>
          <a:p>
            <a:pPr lvl="1">
              <a:lnSpc>
                <a:spcPct val="90000"/>
              </a:lnSpc>
            </a:pPr>
            <a:r>
              <a:rPr lang="es-MX" altLang="es-MX" sz="2000" dirty="0"/>
              <a:t>Reside en archivo lógico interno.</a:t>
            </a:r>
          </a:p>
          <a:p>
            <a:pPr lvl="1">
              <a:lnSpc>
                <a:spcPct val="90000"/>
              </a:lnSpc>
            </a:pPr>
            <a:r>
              <a:rPr lang="es-MX" altLang="es-MX" sz="2000" dirty="0"/>
              <a:t>No recurrentes.</a:t>
            </a:r>
          </a:p>
          <a:p>
            <a:pPr lvl="1">
              <a:lnSpc>
                <a:spcPct val="90000"/>
              </a:lnSpc>
            </a:pPr>
            <a:r>
              <a:rPr lang="es-MX" altLang="es-MX" sz="2000" dirty="0"/>
              <a:t>Los campos repetidos se cuentan una vez solamente.</a:t>
            </a:r>
          </a:p>
          <a:p>
            <a:pPr lvl="1">
              <a:lnSpc>
                <a:spcPct val="90000"/>
              </a:lnSpc>
            </a:pPr>
            <a:r>
              <a:rPr lang="es-MX" altLang="es-MX" sz="2000" dirty="0"/>
              <a:t>Asegura una relación con otros ILF.</a:t>
            </a:r>
          </a:p>
          <a:p>
            <a:pPr lvl="1">
              <a:lnSpc>
                <a:spcPct val="90000"/>
              </a:lnSpc>
            </a:pPr>
            <a:endParaRPr lang="es-MX" altLang="es-MX" sz="2000" dirty="0"/>
          </a:p>
          <a:p>
            <a:pPr marL="0" indent="0">
              <a:buNone/>
            </a:pPr>
            <a:r>
              <a:rPr lang="es-ES" altLang="es-MX" sz="1500" dirty="0"/>
              <a:t>*</a:t>
            </a:r>
            <a:r>
              <a:rPr lang="es-ES" altLang="es-MX" sz="2400" dirty="0"/>
              <a:t> </a:t>
            </a:r>
            <a:r>
              <a:rPr lang="es-ES" altLang="es-MX" sz="1500" dirty="0"/>
              <a:t>El usuario tiene la opción de usar uno o más de los subgrupos durante el proceso de add, create datos.</a:t>
            </a:r>
          </a:p>
          <a:p>
            <a:pPr marL="0" indent="0">
              <a:buNone/>
            </a:pPr>
            <a:r>
              <a:rPr lang="es-ES" altLang="es-MX" sz="1500" dirty="0"/>
              <a:t>** El usuario debe usar al menos un sub-grupo.</a:t>
            </a:r>
          </a:p>
          <a:p>
            <a:pPr marL="457200" lvl="1" indent="0">
              <a:lnSpc>
                <a:spcPct val="90000"/>
              </a:lnSpc>
              <a:buNone/>
            </a:pPr>
            <a:endParaRPr lang="es-MX" altLang="es-MX"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8D1E123-341E-4EEC-8A96-680EA2465701}"/>
              </a:ext>
            </a:extLst>
          </p:cNvPr>
          <p:cNvSpPr>
            <a:spLocks noGrp="1" noChangeArrowheads="1"/>
          </p:cNvSpPr>
          <p:nvPr>
            <p:ph type="title"/>
          </p:nvPr>
        </p:nvSpPr>
        <p:spPr/>
        <p:txBody>
          <a:bodyPr/>
          <a:lstStyle/>
          <a:p>
            <a:r>
              <a:rPr lang="es-MX" altLang="es-MX" dirty="0"/>
              <a:t>Archivos Lógicos Internos</a:t>
            </a:r>
          </a:p>
        </p:txBody>
      </p:sp>
      <p:graphicFrame>
        <p:nvGraphicFramePr>
          <p:cNvPr id="47178" name="Group 74">
            <a:extLst>
              <a:ext uri="{FF2B5EF4-FFF2-40B4-BE49-F238E27FC236}">
                <a16:creationId xmlns:a16="http://schemas.microsoft.com/office/drawing/2014/main" id="{A7E967FC-4490-4F1A-9CF6-F24E5422268E}"/>
              </a:ext>
            </a:extLst>
          </p:cNvPr>
          <p:cNvGraphicFramePr>
            <a:graphicFrameLocks noGrp="1"/>
          </p:cNvGraphicFramePr>
          <p:nvPr/>
        </p:nvGraphicFramePr>
        <p:xfrm>
          <a:off x="1981200" y="1590675"/>
          <a:ext cx="7239000" cy="2663952"/>
        </p:xfrm>
        <a:graphic>
          <a:graphicData uri="http://schemas.openxmlformats.org/drawingml/2006/table">
            <a:tbl>
              <a:tblPr/>
              <a:tblGrid>
                <a:gridCol w="1809750">
                  <a:extLst>
                    <a:ext uri="{9D8B030D-6E8A-4147-A177-3AD203B41FA5}">
                      <a16:colId xmlns:a16="http://schemas.microsoft.com/office/drawing/2014/main" val="2657207835"/>
                    </a:ext>
                  </a:extLst>
                </a:gridCol>
                <a:gridCol w="1809750">
                  <a:extLst>
                    <a:ext uri="{9D8B030D-6E8A-4147-A177-3AD203B41FA5}">
                      <a16:colId xmlns:a16="http://schemas.microsoft.com/office/drawing/2014/main" val="187633039"/>
                    </a:ext>
                  </a:extLst>
                </a:gridCol>
                <a:gridCol w="1809750">
                  <a:extLst>
                    <a:ext uri="{9D8B030D-6E8A-4147-A177-3AD203B41FA5}">
                      <a16:colId xmlns:a16="http://schemas.microsoft.com/office/drawing/2014/main" val="3166869282"/>
                    </a:ext>
                  </a:extLst>
                </a:gridCol>
                <a:gridCol w="1809750">
                  <a:extLst>
                    <a:ext uri="{9D8B030D-6E8A-4147-A177-3AD203B41FA5}">
                      <a16:colId xmlns:a16="http://schemas.microsoft.com/office/drawing/2014/main" val="1327381133"/>
                    </a:ext>
                  </a:extLst>
                </a:gridCol>
              </a:tblGrid>
              <a:tr h="4699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DETs</a:t>
                      </a:r>
                    </a:p>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RETs</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1-19</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Tipos de Elementos de Datos </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20-50</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Tipos de Elementos de Datos </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51-*</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Tipos de Elementos de Datos</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extLst>
                  <a:ext uri="{0D108BD9-81ED-4DB2-BD59-A6C34878D82A}">
                    <a16:rowId xmlns:a16="http://schemas.microsoft.com/office/drawing/2014/main" val="1032903820"/>
                  </a:ext>
                </a:extLst>
              </a:tr>
              <a:tr h="4699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1 </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Tipos de registros de Elementos </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L</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L</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A</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76619652"/>
                  </a:ext>
                </a:extLst>
              </a:tr>
              <a:tr h="4699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2 a 5</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 Tipos de registros de Elementos</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L</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A</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H</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46923202"/>
                  </a:ext>
                </a:extLst>
              </a:tr>
              <a:tr h="4699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 Tipos de registros de Elementos</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A</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H</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H</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02430562"/>
                  </a:ext>
                </a:extLst>
              </a:tr>
            </a:tbl>
          </a:graphicData>
        </a:graphic>
      </p:graphicFrame>
      <p:sp>
        <p:nvSpPr>
          <p:cNvPr id="47141" name="Line 37">
            <a:extLst>
              <a:ext uri="{FF2B5EF4-FFF2-40B4-BE49-F238E27FC236}">
                <a16:creationId xmlns:a16="http://schemas.microsoft.com/office/drawing/2014/main" id="{6F40EC6A-14AB-4958-A0D8-EBC513064BF7}"/>
              </a:ext>
            </a:extLst>
          </p:cNvPr>
          <p:cNvSpPr>
            <a:spLocks noChangeShapeType="1"/>
          </p:cNvSpPr>
          <p:nvPr/>
        </p:nvSpPr>
        <p:spPr bwMode="auto">
          <a:xfrm rot="-132231">
            <a:off x="1978026" y="1595438"/>
            <a:ext cx="1755775" cy="7667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dirty="0"/>
          </a:p>
        </p:txBody>
      </p:sp>
      <p:graphicFrame>
        <p:nvGraphicFramePr>
          <p:cNvPr id="47180" name="Group 76">
            <a:extLst>
              <a:ext uri="{FF2B5EF4-FFF2-40B4-BE49-F238E27FC236}">
                <a16:creationId xmlns:a16="http://schemas.microsoft.com/office/drawing/2014/main" id="{6F68D577-BBCF-4F85-A465-A81266D70C8B}"/>
              </a:ext>
            </a:extLst>
          </p:cNvPr>
          <p:cNvGraphicFramePr>
            <a:graphicFrameLocks noGrp="1"/>
          </p:cNvGraphicFramePr>
          <p:nvPr/>
        </p:nvGraphicFramePr>
        <p:xfrm>
          <a:off x="1981200" y="4486275"/>
          <a:ext cx="3657600" cy="1840230"/>
        </p:xfrm>
        <a:graphic>
          <a:graphicData uri="http://schemas.openxmlformats.org/drawingml/2006/table">
            <a:tbl>
              <a:tblPr/>
              <a:tblGrid>
                <a:gridCol w="1828800">
                  <a:extLst>
                    <a:ext uri="{9D8B030D-6E8A-4147-A177-3AD203B41FA5}">
                      <a16:colId xmlns:a16="http://schemas.microsoft.com/office/drawing/2014/main" val="1838518605"/>
                    </a:ext>
                  </a:extLst>
                </a:gridCol>
                <a:gridCol w="1828800">
                  <a:extLst>
                    <a:ext uri="{9D8B030D-6E8A-4147-A177-3AD203B41FA5}">
                      <a16:colId xmlns:a16="http://schemas.microsoft.com/office/drawing/2014/main" val="3870318585"/>
                    </a:ext>
                  </a:extLst>
                </a:gridCol>
              </a:tblGrid>
              <a:tr h="45085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Complejidad</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  Puntos de Función sin Ajustar </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extLst>
                  <a:ext uri="{0D108BD9-81ED-4DB2-BD59-A6C34878D82A}">
                    <a16:rowId xmlns:a16="http://schemas.microsoft.com/office/drawing/2014/main" val="386494727"/>
                  </a:ext>
                </a:extLst>
              </a:tr>
              <a:tr h="45085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L (Low)=</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7</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48133650"/>
                  </a:ext>
                </a:extLst>
              </a:tr>
              <a:tr h="45085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A (Average)=</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10</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19263082"/>
                  </a:ext>
                </a:extLst>
              </a:tr>
              <a:tr h="45085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H (High)=</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15</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53768673"/>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5" name="Rectangle 7">
            <a:extLst>
              <a:ext uri="{FF2B5EF4-FFF2-40B4-BE49-F238E27FC236}">
                <a16:creationId xmlns:a16="http://schemas.microsoft.com/office/drawing/2014/main" id="{3A31B288-6C15-4B6A-B6DF-2056773CDEC8}"/>
              </a:ext>
            </a:extLst>
          </p:cNvPr>
          <p:cNvSpPr>
            <a:spLocks noGrp="1" noChangeArrowheads="1"/>
          </p:cNvSpPr>
          <p:nvPr>
            <p:ph type="title"/>
          </p:nvPr>
        </p:nvSpPr>
        <p:spPr/>
        <p:txBody>
          <a:bodyPr/>
          <a:lstStyle/>
          <a:p>
            <a:r>
              <a:rPr lang="es-MX" altLang="es-MX" dirty="0"/>
              <a:t>Matriz de Complejidad de Archivos de Interface Externa</a:t>
            </a:r>
          </a:p>
        </p:txBody>
      </p:sp>
      <p:sp>
        <p:nvSpPr>
          <p:cNvPr id="48136" name="Rectangle 8">
            <a:extLst>
              <a:ext uri="{FF2B5EF4-FFF2-40B4-BE49-F238E27FC236}">
                <a16:creationId xmlns:a16="http://schemas.microsoft.com/office/drawing/2014/main" id="{C870B58C-F605-4D9A-BC05-113D1420EC37}"/>
              </a:ext>
            </a:extLst>
          </p:cNvPr>
          <p:cNvSpPr>
            <a:spLocks noGrp="1" noChangeArrowheads="1"/>
          </p:cNvSpPr>
          <p:nvPr>
            <p:ph idx="1"/>
          </p:nvPr>
        </p:nvSpPr>
        <p:spPr/>
        <p:txBody>
          <a:bodyPr/>
          <a:lstStyle/>
          <a:p>
            <a:pPr>
              <a:lnSpc>
                <a:spcPct val="90000"/>
              </a:lnSpc>
            </a:pPr>
            <a:r>
              <a:rPr lang="es-MX" altLang="es-MX" sz="2400" dirty="0"/>
              <a:t>Tipos de Registros de elementos: </a:t>
            </a:r>
          </a:p>
          <a:p>
            <a:pPr lvl="1">
              <a:lnSpc>
                <a:spcPct val="90000"/>
              </a:lnSpc>
            </a:pPr>
            <a:r>
              <a:rPr lang="es-MX" altLang="es-MX" sz="2000" dirty="0"/>
              <a:t>Subgrupos de elementos de datos dentro de los archivos de interface externos basados en un punto de vista lógica y del usuario</a:t>
            </a:r>
          </a:p>
          <a:p>
            <a:pPr lvl="2">
              <a:lnSpc>
                <a:spcPct val="90000"/>
              </a:lnSpc>
            </a:pPr>
            <a:r>
              <a:rPr lang="es-MX" altLang="es-MX" sz="1800" dirty="0"/>
              <a:t>Contar </a:t>
            </a:r>
            <a:r>
              <a:rPr lang="es-ES" altLang="es-MX" sz="1800" dirty="0"/>
              <a:t>los tipos de registro de un elemento para cada subgrupo</a:t>
            </a:r>
            <a:r>
              <a:rPr lang="es-MX" altLang="es-MX" sz="1800" dirty="0"/>
              <a:t> de datos </a:t>
            </a:r>
            <a:r>
              <a:rPr lang="es-ES" altLang="es-MX" sz="1800" dirty="0"/>
              <a:t>opcional</a:t>
            </a:r>
            <a:r>
              <a:rPr lang="es-MX" altLang="es-MX" sz="1800" dirty="0"/>
              <a:t>*</a:t>
            </a:r>
            <a:r>
              <a:rPr lang="es-ES" altLang="es-MX" sz="1800" dirty="0"/>
              <a:t> u obligatorio</a:t>
            </a:r>
            <a:r>
              <a:rPr lang="es-MX" altLang="es-MX" sz="1800" dirty="0"/>
              <a:t>**</a:t>
            </a:r>
            <a:r>
              <a:rPr lang="es-ES" altLang="es-MX" sz="1800" dirty="0"/>
              <a:t> usados por </a:t>
            </a:r>
            <a:r>
              <a:rPr lang="es-MX" altLang="es-MX" sz="1800" dirty="0"/>
              <a:t>la aplicación que está siendo </a:t>
            </a:r>
            <a:r>
              <a:rPr lang="es-ES" altLang="es-MX" sz="1800" dirty="0"/>
              <a:t>contado.</a:t>
            </a:r>
            <a:endParaRPr lang="es-MX" altLang="es-MX" sz="1800" dirty="0"/>
          </a:p>
          <a:p>
            <a:pPr lvl="2">
              <a:lnSpc>
                <a:spcPct val="90000"/>
              </a:lnSpc>
            </a:pPr>
            <a:r>
              <a:rPr lang="es-MX" altLang="es-MX" sz="1800" dirty="0"/>
              <a:t>Si no hay sub-grupos contar EIF como un solo RET.</a:t>
            </a:r>
          </a:p>
          <a:p>
            <a:pPr lvl="1">
              <a:lnSpc>
                <a:spcPct val="90000"/>
              </a:lnSpc>
            </a:pPr>
            <a:r>
              <a:rPr lang="es-MX" altLang="es-MX" sz="2000" dirty="0"/>
              <a:t>Tipos de elementos de datos: </a:t>
            </a:r>
          </a:p>
          <a:p>
            <a:pPr lvl="1">
              <a:lnSpc>
                <a:spcPct val="90000"/>
              </a:lnSpc>
            </a:pPr>
            <a:r>
              <a:rPr lang="es-MX" altLang="es-MX" sz="2000" dirty="0"/>
              <a:t>Variables o campos reconocidos por el usuario y que son usado por la aplicación que esta siendo contada.</a:t>
            </a:r>
          </a:p>
          <a:p>
            <a:pPr lvl="1">
              <a:lnSpc>
                <a:spcPct val="90000"/>
              </a:lnSpc>
            </a:pPr>
            <a:r>
              <a:rPr lang="es-MX" altLang="es-MX" sz="2000" dirty="0"/>
              <a:t>Reside en los archivos de interface externa.</a:t>
            </a:r>
          </a:p>
          <a:p>
            <a:pPr lvl="1">
              <a:lnSpc>
                <a:spcPct val="90000"/>
              </a:lnSpc>
            </a:pPr>
            <a:r>
              <a:rPr lang="es-MX" altLang="es-MX" sz="2000" dirty="0"/>
              <a:t>No recurrentes.</a:t>
            </a:r>
          </a:p>
          <a:p>
            <a:pPr lvl="1">
              <a:lnSpc>
                <a:spcPct val="90000"/>
              </a:lnSpc>
            </a:pPr>
            <a:r>
              <a:rPr lang="es-MX" altLang="es-MX" sz="2000" dirty="0"/>
              <a:t>Los campos repetidos son contados solamente una vez.</a:t>
            </a:r>
          </a:p>
        </p:txBody>
      </p:sp>
      <p:sp>
        <p:nvSpPr>
          <p:cNvPr id="48132" name="Text Box 4">
            <a:extLst>
              <a:ext uri="{FF2B5EF4-FFF2-40B4-BE49-F238E27FC236}">
                <a16:creationId xmlns:a16="http://schemas.microsoft.com/office/drawing/2014/main" id="{CCDEB264-A94E-4421-843B-119637459A0E}"/>
              </a:ext>
            </a:extLst>
          </p:cNvPr>
          <p:cNvSpPr txBox="1">
            <a:spLocks noChangeArrowheads="1"/>
          </p:cNvSpPr>
          <p:nvPr/>
        </p:nvSpPr>
        <p:spPr bwMode="auto">
          <a:xfrm>
            <a:off x="2209800" y="990600"/>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s-MX" altLang="es-MX" sz="2400" u="sng"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47EFA4A6-6AB4-49CA-9F1A-01E79E3D9751}"/>
              </a:ext>
            </a:extLst>
          </p:cNvPr>
          <p:cNvSpPr>
            <a:spLocks noGrp="1" noChangeArrowheads="1"/>
          </p:cNvSpPr>
          <p:nvPr>
            <p:ph type="title"/>
          </p:nvPr>
        </p:nvSpPr>
        <p:spPr/>
        <p:txBody>
          <a:bodyPr/>
          <a:lstStyle/>
          <a:p>
            <a:r>
              <a:rPr lang="es-MX" altLang="es-MX" dirty="0"/>
              <a:t>Archivos Lógicos Externos</a:t>
            </a:r>
            <a:endParaRPr lang="es-ES" altLang="es-MX" dirty="0"/>
          </a:p>
        </p:txBody>
      </p:sp>
      <p:sp>
        <p:nvSpPr>
          <p:cNvPr id="72799" name="Rectangle 95">
            <a:extLst>
              <a:ext uri="{FF2B5EF4-FFF2-40B4-BE49-F238E27FC236}">
                <a16:creationId xmlns:a16="http://schemas.microsoft.com/office/drawing/2014/main" id="{5691BC01-36FA-46B8-B9C1-0A79B43DA4DD}"/>
              </a:ext>
            </a:extLst>
          </p:cNvPr>
          <p:cNvSpPr>
            <a:spLocks noChangeArrowheads="1"/>
          </p:cNvSpPr>
          <p:nvPr/>
        </p:nvSpPr>
        <p:spPr bwMode="auto">
          <a:xfrm>
            <a:off x="1757363" y="304800"/>
            <a:ext cx="7772400"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marL="457200" fontAlgn="base">
              <a:spcBef>
                <a:spcPct val="0"/>
              </a:spcBef>
              <a:spcAft>
                <a:spcPct val="0"/>
              </a:spcAft>
              <a:defRPr sz="2400">
                <a:solidFill>
                  <a:schemeClr val="tx1"/>
                </a:solidFill>
                <a:latin typeface="Times New Roman" panose="02020603050405020304" pitchFamily="18" charset="0"/>
              </a:defRPr>
            </a:lvl6pPr>
            <a:lvl7pPr marL="914400" fontAlgn="base">
              <a:spcBef>
                <a:spcPct val="0"/>
              </a:spcBef>
              <a:spcAft>
                <a:spcPct val="0"/>
              </a:spcAft>
              <a:defRPr sz="2400">
                <a:solidFill>
                  <a:schemeClr val="tx1"/>
                </a:solidFill>
                <a:latin typeface="Times New Roman" panose="02020603050405020304" pitchFamily="18" charset="0"/>
              </a:defRPr>
            </a:lvl7pPr>
            <a:lvl8pPr marL="1371600" fontAlgn="base">
              <a:spcBef>
                <a:spcPct val="0"/>
              </a:spcBef>
              <a:spcAft>
                <a:spcPct val="0"/>
              </a:spcAft>
              <a:defRPr sz="2400">
                <a:solidFill>
                  <a:schemeClr val="tx1"/>
                </a:solidFill>
                <a:latin typeface="Times New Roman" panose="02020603050405020304" pitchFamily="18" charset="0"/>
              </a:defRPr>
            </a:lvl8pPr>
            <a:lvl9pPr marL="1828800" fontAlgn="base">
              <a:spcBef>
                <a:spcPct val="0"/>
              </a:spcBef>
              <a:spcAft>
                <a:spcPct val="0"/>
              </a:spcAft>
              <a:defRPr sz="2400">
                <a:solidFill>
                  <a:schemeClr val="tx1"/>
                </a:solidFill>
                <a:latin typeface="Times New Roman" panose="02020603050405020304" pitchFamily="18" charset="0"/>
              </a:defRPr>
            </a:lvl9pPr>
          </a:lstStyle>
          <a:p>
            <a:endParaRPr lang="es-MX" altLang="es-MX" dirty="0">
              <a:solidFill>
                <a:srgbClr val="CC0000"/>
              </a:solidFill>
              <a:latin typeface="Bell Centennial Name and Number" pitchFamily="34" charset="0"/>
            </a:endParaRPr>
          </a:p>
        </p:txBody>
      </p:sp>
      <p:graphicFrame>
        <p:nvGraphicFramePr>
          <p:cNvPr id="72852" name="Group 148">
            <a:extLst>
              <a:ext uri="{FF2B5EF4-FFF2-40B4-BE49-F238E27FC236}">
                <a16:creationId xmlns:a16="http://schemas.microsoft.com/office/drawing/2014/main" id="{62B08E6D-7307-4F80-B7AC-C37027A4E440}"/>
              </a:ext>
            </a:extLst>
          </p:cNvPr>
          <p:cNvGraphicFramePr>
            <a:graphicFrameLocks noGrp="1"/>
          </p:cNvGraphicFramePr>
          <p:nvPr/>
        </p:nvGraphicFramePr>
        <p:xfrm>
          <a:off x="1905000" y="1539875"/>
          <a:ext cx="7239000" cy="2663952"/>
        </p:xfrm>
        <a:graphic>
          <a:graphicData uri="http://schemas.openxmlformats.org/drawingml/2006/table">
            <a:tbl>
              <a:tblPr/>
              <a:tblGrid>
                <a:gridCol w="1809750">
                  <a:extLst>
                    <a:ext uri="{9D8B030D-6E8A-4147-A177-3AD203B41FA5}">
                      <a16:colId xmlns:a16="http://schemas.microsoft.com/office/drawing/2014/main" val="3394320275"/>
                    </a:ext>
                  </a:extLst>
                </a:gridCol>
                <a:gridCol w="1809750">
                  <a:extLst>
                    <a:ext uri="{9D8B030D-6E8A-4147-A177-3AD203B41FA5}">
                      <a16:colId xmlns:a16="http://schemas.microsoft.com/office/drawing/2014/main" val="663327386"/>
                    </a:ext>
                  </a:extLst>
                </a:gridCol>
                <a:gridCol w="1809750">
                  <a:extLst>
                    <a:ext uri="{9D8B030D-6E8A-4147-A177-3AD203B41FA5}">
                      <a16:colId xmlns:a16="http://schemas.microsoft.com/office/drawing/2014/main" val="3914845901"/>
                    </a:ext>
                  </a:extLst>
                </a:gridCol>
                <a:gridCol w="1809750">
                  <a:extLst>
                    <a:ext uri="{9D8B030D-6E8A-4147-A177-3AD203B41FA5}">
                      <a16:colId xmlns:a16="http://schemas.microsoft.com/office/drawing/2014/main" val="459881256"/>
                    </a:ext>
                  </a:extLst>
                </a:gridCol>
              </a:tblGrid>
              <a:tr h="4699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DETs</a:t>
                      </a:r>
                    </a:p>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RETs</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1-19</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Tipos de Elementos de Datos </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20-50</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Tipos de Elementos de Datos </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51-*</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Tipos de Elementos de Datos</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extLst>
                  <a:ext uri="{0D108BD9-81ED-4DB2-BD59-A6C34878D82A}">
                    <a16:rowId xmlns:a16="http://schemas.microsoft.com/office/drawing/2014/main" val="3632099612"/>
                  </a:ext>
                </a:extLst>
              </a:tr>
              <a:tr h="4699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1 </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Tipos de registros de Elementos </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L</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L</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A</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68866453"/>
                  </a:ext>
                </a:extLst>
              </a:tr>
              <a:tr h="4699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2 a 5</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 Tipos de registros de Elementos</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L</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A</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H</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78869909"/>
                  </a:ext>
                </a:extLst>
              </a:tr>
              <a:tr h="4699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 Tipos de registros de Elementos</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A</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H</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H</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2314297"/>
                  </a:ext>
                </a:extLst>
              </a:tr>
            </a:tbl>
          </a:graphicData>
        </a:graphic>
      </p:graphicFrame>
      <p:sp>
        <p:nvSpPr>
          <p:cNvPr id="72827" name="Line 123">
            <a:extLst>
              <a:ext uri="{FF2B5EF4-FFF2-40B4-BE49-F238E27FC236}">
                <a16:creationId xmlns:a16="http://schemas.microsoft.com/office/drawing/2014/main" id="{8E8B98A0-D5E3-48E8-9FF2-0865245F96FC}"/>
              </a:ext>
            </a:extLst>
          </p:cNvPr>
          <p:cNvSpPr>
            <a:spLocks noChangeShapeType="1"/>
          </p:cNvSpPr>
          <p:nvPr/>
        </p:nvSpPr>
        <p:spPr bwMode="auto">
          <a:xfrm rot="-132231">
            <a:off x="1901825" y="1520825"/>
            <a:ext cx="1830388" cy="763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dirty="0"/>
          </a:p>
        </p:txBody>
      </p:sp>
      <p:graphicFrame>
        <p:nvGraphicFramePr>
          <p:cNvPr id="72851" name="Group 147">
            <a:extLst>
              <a:ext uri="{FF2B5EF4-FFF2-40B4-BE49-F238E27FC236}">
                <a16:creationId xmlns:a16="http://schemas.microsoft.com/office/drawing/2014/main" id="{A04108D7-3801-4E18-AD66-F15EF55ABA05}"/>
              </a:ext>
            </a:extLst>
          </p:cNvPr>
          <p:cNvGraphicFramePr>
            <a:graphicFrameLocks noGrp="1"/>
          </p:cNvGraphicFramePr>
          <p:nvPr/>
        </p:nvGraphicFramePr>
        <p:xfrm>
          <a:off x="1905000" y="4333875"/>
          <a:ext cx="3657600" cy="1840230"/>
        </p:xfrm>
        <a:graphic>
          <a:graphicData uri="http://schemas.openxmlformats.org/drawingml/2006/table">
            <a:tbl>
              <a:tblPr/>
              <a:tblGrid>
                <a:gridCol w="1828800">
                  <a:extLst>
                    <a:ext uri="{9D8B030D-6E8A-4147-A177-3AD203B41FA5}">
                      <a16:colId xmlns:a16="http://schemas.microsoft.com/office/drawing/2014/main" val="2874037567"/>
                    </a:ext>
                  </a:extLst>
                </a:gridCol>
                <a:gridCol w="1828800">
                  <a:extLst>
                    <a:ext uri="{9D8B030D-6E8A-4147-A177-3AD203B41FA5}">
                      <a16:colId xmlns:a16="http://schemas.microsoft.com/office/drawing/2014/main" val="1075242036"/>
                    </a:ext>
                  </a:extLst>
                </a:gridCol>
              </a:tblGrid>
              <a:tr h="365125">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Complejidad</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  Puntos de Función sin Ajustar </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extLst>
                  <a:ext uri="{0D108BD9-81ED-4DB2-BD59-A6C34878D82A}">
                    <a16:rowId xmlns:a16="http://schemas.microsoft.com/office/drawing/2014/main" val="3423120816"/>
                  </a:ext>
                </a:extLst>
              </a:tr>
              <a:tr h="45085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L (Low)=</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7</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07014576"/>
                  </a:ext>
                </a:extLst>
              </a:tr>
              <a:tr h="45085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A (Average)=</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10</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10865803"/>
                  </a:ext>
                </a:extLst>
              </a:tr>
              <a:tr h="45085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H (High)=</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15</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2805619"/>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4">
            <a:extLst>
              <a:ext uri="{FF2B5EF4-FFF2-40B4-BE49-F238E27FC236}">
                <a16:creationId xmlns:a16="http://schemas.microsoft.com/office/drawing/2014/main" id="{7CC79282-86CC-4741-9EF0-0D5E8342431E}"/>
              </a:ext>
            </a:extLst>
          </p:cNvPr>
          <p:cNvSpPr>
            <a:spLocks noGrp="1" noChangeArrowheads="1"/>
          </p:cNvSpPr>
          <p:nvPr>
            <p:ph type="title"/>
          </p:nvPr>
        </p:nvSpPr>
        <p:spPr/>
        <p:txBody>
          <a:bodyPr/>
          <a:lstStyle/>
          <a:p>
            <a:r>
              <a:rPr lang="es-MX" altLang="es-MX" dirty="0"/>
              <a:t>Complejidad Transaccional de la Función</a:t>
            </a:r>
          </a:p>
        </p:txBody>
      </p:sp>
      <p:sp>
        <p:nvSpPr>
          <p:cNvPr id="49157" name="Rectangle 5">
            <a:extLst>
              <a:ext uri="{FF2B5EF4-FFF2-40B4-BE49-F238E27FC236}">
                <a16:creationId xmlns:a16="http://schemas.microsoft.com/office/drawing/2014/main" id="{493BA434-A784-4FD1-A1C6-C92BE4254B9D}"/>
              </a:ext>
            </a:extLst>
          </p:cNvPr>
          <p:cNvSpPr>
            <a:spLocks noGrp="1" noChangeArrowheads="1"/>
          </p:cNvSpPr>
          <p:nvPr>
            <p:ph idx="1"/>
          </p:nvPr>
        </p:nvSpPr>
        <p:spPr/>
        <p:txBody>
          <a:bodyPr/>
          <a:lstStyle/>
          <a:p>
            <a:pPr>
              <a:lnSpc>
                <a:spcPct val="90000"/>
              </a:lnSpc>
            </a:pPr>
            <a:r>
              <a:rPr lang="es-MX" altLang="es-MX" dirty="0"/>
              <a:t>Matrices están basadas para la cuenta en:</a:t>
            </a:r>
          </a:p>
          <a:p>
            <a:pPr lvl="1">
              <a:lnSpc>
                <a:spcPct val="90000"/>
              </a:lnSpc>
            </a:pPr>
            <a:r>
              <a:rPr lang="es-MX" altLang="es-MX" dirty="0"/>
              <a:t>Tipos de elementos de datos (DETs) aplicables a los datos y a los grupos transaccionales de la función.</a:t>
            </a:r>
          </a:p>
          <a:p>
            <a:pPr lvl="2">
              <a:lnSpc>
                <a:spcPct val="90000"/>
              </a:lnSpc>
            </a:pPr>
            <a:r>
              <a:rPr lang="es-MX" altLang="es-MX" dirty="0"/>
              <a:t>Los tipos de elementos de datos son el número máximo variables o campos no recurrentes que aparecen en o con una función transaccional (EI, EO o EQ), y que son reconocidos por los usuarios.</a:t>
            </a:r>
          </a:p>
          <a:p>
            <a:pPr lvl="1">
              <a:lnSpc>
                <a:spcPct val="90000"/>
              </a:lnSpc>
            </a:pPr>
            <a:r>
              <a:rPr lang="es-MX" altLang="es-MX" dirty="0"/>
              <a:t>Tipos de archivos referenciados (FTRs): aplicable solamente a los tipos de funciones transaccionales. </a:t>
            </a:r>
          </a:p>
          <a:p>
            <a:pPr lvl="2">
              <a:lnSpc>
                <a:spcPct val="90000"/>
              </a:lnSpc>
            </a:pPr>
            <a:r>
              <a:rPr lang="es-MX" altLang="es-MX" dirty="0"/>
              <a:t>Los tipos de archivos referenciados son el número total de Archivos Lógicos Internos  y Archivos de Interfaces externas leídos, referenciados, creados o actualizados por una función transaccional.</a:t>
            </a:r>
            <a:endParaRPr lang="es-ES" altLang="es-MX"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3" name="Rectangle 7">
            <a:extLst>
              <a:ext uri="{FF2B5EF4-FFF2-40B4-BE49-F238E27FC236}">
                <a16:creationId xmlns:a16="http://schemas.microsoft.com/office/drawing/2014/main" id="{F82CAEC3-46F7-461B-96D5-441B1893FD65}"/>
              </a:ext>
            </a:extLst>
          </p:cNvPr>
          <p:cNvSpPr>
            <a:spLocks noGrp="1" noChangeArrowheads="1"/>
          </p:cNvSpPr>
          <p:nvPr>
            <p:ph type="title"/>
          </p:nvPr>
        </p:nvSpPr>
        <p:spPr/>
        <p:txBody>
          <a:bodyPr/>
          <a:lstStyle/>
          <a:p>
            <a:r>
              <a:rPr lang="es-MX" altLang="es-MX" dirty="0"/>
              <a:t>Matriz de Complejidad para Inputs Externos (EI)</a:t>
            </a:r>
          </a:p>
        </p:txBody>
      </p:sp>
      <p:sp>
        <p:nvSpPr>
          <p:cNvPr id="50184" name="Rectangle 8">
            <a:extLst>
              <a:ext uri="{FF2B5EF4-FFF2-40B4-BE49-F238E27FC236}">
                <a16:creationId xmlns:a16="http://schemas.microsoft.com/office/drawing/2014/main" id="{8234D906-B019-49EC-90EE-F352604D3982}"/>
              </a:ext>
            </a:extLst>
          </p:cNvPr>
          <p:cNvSpPr>
            <a:spLocks noGrp="1" noChangeArrowheads="1"/>
          </p:cNvSpPr>
          <p:nvPr>
            <p:ph idx="1"/>
          </p:nvPr>
        </p:nvSpPr>
        <p:spPr/>
        <p:txBody>
          <a:bodyPr>
            <a:normAutofit lnSpcReduction="10000"/>
          </a:bodyPr>
          <a:lstStyle/>
          <a:p>
            <a:pPr>
              <a:lnSpc>
                <a:spcPct val="90000"/>
              </a:lnSpc>
            </a:pPr>
            <a:r>
              <a:rPr lang="es-MX" altLang="es-MX" sz="2000" dirty="0"/>
              <a:t>Tipos de Archivos Referenciados: </a:t>
            </a:r>
          </a:p>
          <a:p>
            <a:pPr lvl="1">
              <a:lnSpc>
                <a:spcPct val="90000"/>
              </a:lnSpc>
            </a:pPr>
            <a:r>
              <a:rPr lang="es-MX" altLang="es-MX" sz="1800" dirty="0"/>
              <a:t>Basado en una visión lógica o del usuario durante el proceso:</a:t>
            </a:r>
          </a:p>
          <a:p>
            <a:pPr lvl="2">
              <a:lnSpc>
                <a:spcPct val="90000"/>
              </a:lnSpc>
            </a:pPr>
            <a:r>
              <a:rPr lang="es-MX" altLang="es-MX" sz="1600" dirty="0"/>
              <a:t>Contar 1 Tipo de Archivo Referenciado por cada Archivo Lógico Interno mantenido (leer, crear o actualizar)</a:t>
            </a:r>
          </a:p>
          <a:p>
            <a:pPr lvl="2">
              <a:lnSpc>
                <a:spcPct val="90000"/>
              </a:lnSpc>
            </a:pPr>
            <a:r>
              <a:rPr lang="es-MX" altLang="es-MX" sz="1600" dirty="0"/>
              <a:t>Contar 1 Tipo de Archivo Referenciado por cada Archivo de Interface Externa leído</a:t>
            </a:r>
          </a:p>
          <a:p>
            <a:pPr lvl="1">
              <a:lnSpc>
                <a:spcPct val="90000"/>
              </a:lnSpc>
            </a:pPr>
            <a:r>
              <a:rPr lang="es-MX" altLang="es-MX" sz="1800" dirty="0"/>
              <a:t>Tipos de Elementos de Datos: </a:t>
            </a:r>
          </a:p>
          <a:p>
            <a:pPr lvl="1">
              <a:lnSpc>
                <a:spcPct val="90000"/>
              </a:lnSpc>
            </a:pPr>
            <a:r>
              <a:rPr lang="es-MX" altLang="es-MX" sz="1800" dirty="0"/>
              <a:t>No recurrentes, variables reconocibles o campos mantenidos en un archivo lógico interno por un input externo.</a:t>
            </a:r>
          </a:p>
          <a:p>
            <a:pPr lvl="1">
              <a:lnSpc>
                <a:spcPct val="90000"/>
              </a:lnSpc>
            </a:pPr>
            <a:r>
              <a:rPr lang="es-MX" altLang="es-MX" sz="1800" dirty="0"/>
              <a:t>Campos no incorporados por el usuario, pero mantenidos en un archivo lógico interno a través de un input externo.</a:t>
            </a:r>
          </a:p>
          <a:p>
            <a:pPr lvl="1">
              <a:lnSpc>
                <a:spcPct val="90000"/>
              </a:lnSpc>
            </a:pPr>
            <a:r>
              <a:rPr lang="es-MX" altLang="es-MX" sz="1800" dirty="0"/>
              <a:t>Campos que son significativos para el usuario, ej. el domicilio (calle, ciudad, estado) en su totalidad puede ser un campo para algunos usuarios. La ciudad, estado  pueden ser contados como un campo adicional significativo por el usuario quien quiere crear consultas/ reportes separadamente por ciudad y por estado. </a:t>
            </a:r>
          </a:p>
          <a:p>
            <a:pPr lvl="1">
              <a:lnSpc>
                <a:spcPct val="90000"/>
              </a:lnSpc>
            </a:pPr>
            <a:r>
              <a:rPr lang="es-MX" altLang="es-MX" sz="1800" dirty="0"/>
              <a:t>Los campos repetidos contarlos solamente una vez.</a:t>
            </a:r>
          </a:p>
          <a:p>
            <a:pPr lvl="1">
              <a:lnSpc>
                <a:spcPct val="90000"/>
              </a:lnSpc>
            </a:pPr>
            <a:r>
              <a:rPr lang="es-MX" altLang="es-MX" sz="1800" dirty="0"/>
              <a:t>Contar 1 Det para los botones (por acción).</a:t>
            </a:r>
          </a:p>
          <a:p>
            <a:pPr lvl="1">
              <a:lnSpc>
                <a:spcPct val="90000"/>
              </a:lnSpc>
            </a:pPr>
            <a:r>
              <a:rPr lang="es-MX" altLang="es-MX" sz="1800" dirty="0"/>
              <a:t>Contar 1 Det para los mensajes de error.</a:t>
            </a:r>
            <a:endParaRPr lang="es-ES" altLang="es-MX"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F2298C7B-52F4-4BBA-A810-39140EEC238E}"/>
              </a:ext>
            </a:extLst>
          </p:cNvPr>
          <p:cNvSpPr>
            <a:spLocks noGrp="1" noChangeArrowheads="1"/>
          </p:cNvSpPr>
          <p:nvPr>
            <p:ph type="title"/>
          </p:nvPr>
        </p:nvSpPr>
        <p:spPr/>
        <p:txBody>
          <a:bodyPr/>
          <a:lstStyle/>
          <a:p>
            <a:r>
              <a:rPr lang="es-MX" altLang="es-MX" dirty="0"/>
              <a:t>Ejemplo: EI</a:t>
            </a:r>
          </a:p>
        </p:txBody>
      </p:sp>
      <p:sp>
        <p:nvSpPr>
          <p:cNvPr id="130051" name="Text Box 3">
            <a:extLst>
              <a:ext uri="{FF2B5EF4-FFF2-40B4-BE49-F238E27FC236}">
                <a16:creationId xmlns:a16="http://schemas.microsoft.com/office/drawing/2014/main" id="{FDCB1708-D764-4BD4-86FD-CB2E6206F640}"/>
              </a:ext>
            </a:extLst>
          </p:cNvPr>
          <p:cNvSpPr txBox="1">
            <a:spLocks noChangeArrowheads="1"/>
          </p:cNvSpPr>
          <p:nvPr/>
        </p:nvSpPr>
        <p:spPr bwMode="auto">
          <a:xfrm>
            <a:off x="3352800" y="1524000"/>
            <a:ext cx="3429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s-MX" altLang="es-MX" b="1" dirty="0">
                <a:latin typeface="Bell Centennial Name and Number" pitchFamily="34" charset="0"/>
              </a:rPr>
              <a:t>Artículos</a:t>
            </a:r>
            <a:endParaRPr lang="es-ES" altLang="es-MX" b="1" dirty="0">
              <a:latin typeface="Bell Centennial Name and Number" pitchFamily="34" charset="0"/>
            </a:endParaRPr>
          </a:p>
        </p:txBody>
      </p:sp>
      <p:sp>
        <p:nvSpPr>
          <p:cNvPr id="130052" name="Text Box 4">
            <a:extLst>
              <a:ext uri="{FF2B5EF4-FFF2-40B4-BE49-F238E27FC236}">
                <a16:creationId xmlns:a16="http://schemas.microsoft.com/office/drawing/2014/main" id="{7DD64CB5-E4B0-4E1F-BBEF-ADE1D66E9F4B}"/>
              </a:ext>
            </a:extLst>
          </p:cNvPr>
          <p:cNvSpPr txBox="1">
            <a:spLocks noChangeArrowheads="1"/>
          </p:cNvSpPr>
          <p:nvPr/>
        </p:nvSpPr>
        <p:spPr bwMode="auto">
          <a:xfrm>
            <a:off x="2133600" y="1828801"/>
            <a:ext cx="19812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sz="1300" dirty="0">
                <a:latin typeface="Bell Centennial Name and Number" pitchFamily="34" charset="0"/>
              </a:rPr>
              <a:t>Código Artículos</a:t>
            </a:r>
            <a:endParaRPr lang="es-ES" altLang="es-MX" sz="1300" dirty="0">
              <a:latin typeface="Bell Centennial Name and Number" pitchFamily="34" charset="0"/>
            </a:endParaRPr>
          </a:p>
        </p:txBody>
      </p:sp>
      <p:sp>
        <p:nvSpPr>
          <p:cNvPr id="130053" name="Text Box 5">
            <a:extLst>
              <a:ext uri="{FF2B5EF4-FFF2-40B4-BE49-F238E27FC236}">
                <a16:creationId xmlns:a16="http://schemas.microsoft.com/office/drawing/2014/main" id="{DD04C175-8785-4EEB-86D7-A6B50B9746D3}"/>
              </a:ext>
            </a:extLst>
          </p:cNvPr>
          <p:cNvSpPr txBox="1">
            <a:spLocks noChangeArrowheads="1"/>
          </p:cNvSpPr>
          <p:nvPr/>
        </p:nvSpPr>
        <p:spPr bwMode="auto">
          <a:xfrm>
            <a:off x="2133600" y="2286001"/>
            <a:ext cx="19050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sz="1300" dirty="0">
                <a:latin typeface="Bell Centennial Name and Number" pitchFamily="34" charset="0"/>
              </a:rPr>
              <a:t>Descripción Corta</a:t>
            </a:r>
            <a:endParaRPr lang="es-ES" altLang="es-MX" sz="1300" dirty="0">
              <a:latin typeface="Bell Centennial Name and Number" pitchFamily="34" charset="0"/>
            </a:endParaRPr>
          </a:p>
        </p:txBody>
      </p:sp>
      <p:sp>
        <p:nvSpPr>
          <p:cNvPr id="130054" name="Text Box 6">
            <a:extLst>
              <a:ext uri="{FF2B5EF4-FFF2-40B4-BE49-F238E27FC236}">
                <a16:creationId xmlns:a16="http://schemas.microsoft.com/office/drawing/2014/main" id="{4FFC8552-16BB-48A9-96C5-15E25EB2985A}"/>
              </a:ext>
            </a:extLst>
          </p:cNvPr>
          <p:cNvSpPr txBox="1">
            <a:spLocks noChangeArrowheads="1"/>
          </p:cNvSpPr>
          <p:nvPr/>
        </p:nvSpPr>
        <p:spPr bwMode="auto">
          <a:xfrm>
            <a:off x="2133600" y="2667001"/>
            <a:ext cx="22098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sz="1300" dirty="0">
                <a:latin typeface="Bell Centennial Name and Number" pitchFamily="34" charset="0"/>
              </a:rPr>
              <a:t>Descripción Larga</a:t>
            </a:r>
            <a:endParaRPr lang="es-ES" altLang="es-MX" sz="1300" dirty="0">
              <a:latin typeface="Bell Centennial Name and Number" pitchFamily="34" charset="0"/>
            </a:endParaRPr>
          </a:p>
        </p:txBody>
      </p:sp>
      <p:sp>
        <p:nvSpPr>
          <p:cNvPr id="130055" name="Text Box 7">
            <a:extLst>
              <a:ext uri="{FF2B5EF4-FFF2-40B4-BE49-F238E27FC236}">
                <a16:creationId xmlns:a16="http://schemas.microsoft.com/office/drawing/2014/main" id="{C583D7FA-25CB-4034-A86C-7C80C6043E23}"/>
              </a:ext>
            </a:extLst>
          </p:cNvPr>
          <p:cNvSpPr txBox="1">
            <a:spLocks noChangeArrowheads="1"/>
          </p:cNvSpPr>
          <p:nvPr/>
        </p:nvSpPr>
        <p:spPr bwMode="auto">
          <a:xfrm>
            <a:off x="2133600" y="3429001"/>
            <a:ext cx="22860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sz="1300" dirty="0">
                <a:latin typeface="Bell Centennial Name and Number" pitchFamily="34" charset="0"/>
              </a:rPr>
              <a:t>Código de Rubro</a:t>
            </a:r>
            <a:endParaRPr lang="es-ES" altLang="es-MX" sz="1300" dirty="0">
              <a:latin typeface="Bell Centennial Name and Number" pitchFamily="34" charset="0"/>
            </a:endParaRPr>
          </a:p>
        </p:txBody>
      </p:sp>
      <p:sp>
        <p:nvSpPr>
          <p:cNvPr id="130056" name="Text Box 8">
            <a:extLst>
              <a:ext uri="{FF2B5EF4-FFF2-40B4-BE49-F238E27FC236}">
                <a16:creationId xmlns:a16="http://schemas.microsoft.com/office/drawing/2014/main" id="{7B342680-2F6C-46B4-8A88-1CBE4A8D95F4}"/>
              </a:ext>
            </a:extLst>
          </p:cNvPr>
          <p:cNvSpPr txBox="1">
            <a:spLocks noChangeArrowheads="1"/>
          </p:cNvSpPr>
          <p:nvPr/>
        </p:nvSpPr>
        <p:spPr bwMode="auto">
          <a:xfrm>
            <a:off x="2133600" y="3810001"/>
            <a:ext cx="22098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sz="1300" dirty="0">
                <a:latin typeface="Bell Centennial Name and Number" pitchFamily="34" charset="0"/>
              </a:rPr>
              <a:t>Descripción Rubro</a:t>
            </a:r>
            <a:endParaRPr lang="es-ES" altLang="es-MX" sz="1300" dirty="0">
              <a:latin typeface="Bell Centennial Name and Number" pitchFamily="34" charset="0"/>
            </a:endParaRPr>
          </a:p>
        </p:txBody>
      </p:sp>
      <p:sp>
        <p:nvSpPr>
          <p:cNvPr id="130057" name="Text Box 9">
            <a:extLst>
              <a:ext uri="{FF2B5EF4-FFF2-40B4-BE49-F238E27FC236}">
                <a16:creationId xmlns:a16="http://schemas.microsoft.com/office/drawing/2014/main" id="{E8F45498-09C9-4979-8928-D4650C779E47}"/>
              </a:ext>
            </a:extLst>
          </p:cNvPr>
          <p:cNvSpPr txBox="1">
            <a:spLocks noChangeArrowheads="1"/>
          </p:cNvSpPr>
          <p:nvPr/>
        </p:nvSpPr>
        <p:spPr bwMode="auto">
          <a:xfrm>
            <a:off x="2133600" y="4495801"/>
            <a:ext cx="19050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sz="1300" dirty="0">
                <a:latin typeface="Bell Centennial Name and Number" pitchFamily="34" charset="0"/>
              </a:rPr>
              <a:t>Código Pais Origen</a:t>
            </a:r>
            <a:endParaRPr lang="es-ES" altLang="es-MX" sz="1300" dirty="0">
              <a:latin typeface="Bell Centennial Name and Number" pitchFamily="34" charset="0"/>
            </a:endParaRPr>
          </a:p>
        </p:txBody>
      </p:sp>
      <p:sp>
        <p:nvSpPr>
          <p:cNvPr id="130058" name="Text Box 10">
            <a:extLst>
              <a:ext uri="{FF2B5EF4-FFF2-40B4-BE49-F238E27FC236}">
                <a16:creationId xmlns:a16="http://schemas.microsoft.com/office/drawing/2014/main" id="{3BD6D838-69AA-45F4-954E-A45BA37F8C59}"/>
              </a:ext>
            </a:extLst>
          </p:cNvPr>
          <p:cNvSpPr txBox="1">
            <a:spLocks noChangeArrowheads="1"/>
          </p:cNvSpPr>
          <p:nvPr/>
        </p:nvSpPr>
        <p:spPr bwMode="auto">
          <a:xfrm>
            <a:off x="2133600" y="4953001"/>
            <a:ext cx="16764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sz="1300" dirty="0">
                <a:latin typeface="Bell Centennial Name and Number" pitchFamily="34" charset="0"/>
              </a:rPr>
              <a:t> </a:t>
            </a:r>
            <a:endParaRPr lang="es-ES" altLang="es-MX" sz="1300" dirty="0">
              <a:latin typeface="Bell Centennial Name and Number" pitchFamily="34" charset="0"/>
            </a:endParaRPr>
          </a:p>
        </p:txBody>
      </p:sp>
      <p:sp>
        <p:nvSpPr>
          <p:cNvPr id="130059" name="Rectangle 11">
            <a:extLst>
              <a:ext uri="{FF2B5EF4-FFF2-40B4-BE49-F238E27FC236}">
                <a16:creationId xmlns:a16="http://schemas.microsoft.com/office/drawing/2014/main" id="{5289F6B4-0412-40A2-9628-248A302235FB}"/>
              </a:ext>
            </a:extLst>
          </p:cNvPr>
          <p:cNvSpPr>
            <a:spLocks noChangeArrowheads="1"/>
          </p:cNvSpPr>
          <p:nvPr/>
        </p:nvSpPr>
        <p:spPr bwMode="auto">
          <a:xfrm>
            <a:off x="4419600" y="1828800"/>
            <a:ext cx="26670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0060" name="Rectangle 12">
            <a:extLst>
              <a:ext uri="{FF2B5EF4-FFF2-40B4-BE49-F238E27FC236}">
                <a16:creationId xmlns:a16="http://schemas.microsoft.com/office/drawing/2014/main" id="{2CA184A5-C532-4388-813E-64C74F1639EF}"/>
              </a:ext>
            </a:extLst>
          </p:cNvPr>
          <p:cNvSpPr>
            <a:spLocks noChangeArrowheads="1"/>
          </p:cNvSpPr>
          <p:nvPr/>
        </p:nvSpPr>
        <p:spPr bwMode="auto">
          <a:xfrm>
            <a:off x="4419600" y="2286000"/>
            <a:ext cx="26670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0061" name="Rectangle 13">
            <a:extLst>
              <a:ext uri="{FF2B5EF4-FFF2-40B4-BE49-F238E27FC236}">
                <a16:creationId xmlns:a16="http://schemas.microsoft.com/office/drawing/2014/main" id="{0CEA4402-675A-4961-8031-6E3A4836FC05}"/>
              </a:ext>
            </a:extLst>
          </p:cNvPr>
          <p:cNvSpPr>
            <a:spLocks noChangeArrowheads="1"/>
          </p:cNvSpPr>
          <p:nvPr/>
        </p:nvSpPr>
        <p:spPr bwMode="auto">
          <a:xfrm>
            <a:off x="4419600" y="2667000"/>
            <a:ext cx="26670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0062" name="Rectangle 14">
            <a:extLst>
              <a:ext uri="{FF2B5EF4-FFF2-40B4-BE49-F238E27FC236}">
                <a16:creationId xmlns:a16="http://schemas.microsoft.com/office/drawing/2014/main" id="{CF0BC144-7E4C-4F27-872A-2516DC42F8AD}"/>
              </a:ext>
            </a:extLst>
          </p:cNvPr>
          <p:cNvSpPr>
            <a:spLocks noChangeArrowheads="1"/>
          </p:cNvSpPr>
          <p:nvPr/>
        </p:nvSpPr>
        <p:spPr bwMode="auto">
          <a:xfrm>
            <a:off x="4419600" y="3429000"/>
            <a:ext cx="26670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0063" name="Rectangle 15">
            <a:extLst>
              <a:ext uri="{FF2B5EF4-FFF2-40B4-BE49-F238E27FC236}">
                <a16:creationId xmlns:a16="http://schemas.microsoft.com/office/drawing/2014/main" id="{4275649B-FEAC-4C45-8B7D-EF04FDDB5E5E}"/>
              </a:ext>
            </a:extLst>
          </p:cNvPr>
          <p:cNvSpPr>
            <a:spLocks noChangeArrowheads="1"/>
          </p:cNvSpPr>
          <p:nvPr/>
        </p:nvSpPr>
        <p:spPr bwMode="auto">
          <a:xfrm>
            <a:off x="4419600" y="3810000"/>
            <a:ext cx="26670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0064" name="Rectangle 16">
            <a:extLst>
              <a:ext uri="{FF2B5EF4-FFF2-40B4-BE49-F238E27FC236}">
                <a16:creationId xmlns:a16="http://schemas.microsoft.com/office/drawing/2014/main" id="{835E5CCE-78F1-471C-96D1-9C68BDC4C724}"/>
              </a:ext>
            </a:extLst>
          </p:cNvPr>
          <p:cNvSpPr>
            <a:spLocks noChangeArrowheads="1"/>
          </p:cNvSpPr>
          <p:nvPr/>
        </p:nvSpPr>
        <p:spPr bwMode="auto">
          <a:xfrm>
            <a:off x="4419600" y="4572000"/>
            <a:ext cx="26670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0065" name="Rectangle 17">
            <a:extLst>
              <a:ext uri="{FF2B5EF4-FFF2-40B4-BE49-F238E27FC236}">
                <a16:creationId xmlns:a16="http://schemas.microsoft.com/office/drawing/2014/main" id="{C6FD82BA-F77B-4410-8E7D-F74AC3BD7683}"/>
              </a:ext>
            </a:extLst>
          </p:cNvPr>
          <p:cNvSpPr>
            <a:spLocks noChangeArrowheads="1"/>
          </p:cNvSpPr>
          <p:nvPr/>
        </p:nvSpPr>
        <p:spPr bwMode="auto">
          <a:xfrm>
            <a:off x="4419600" y="4953000"/>
            <a:ext cx="26670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0066" name="AutoShape 18">
            <a:extLst>
              <a:ext uri="{FF2B5EF4-FFF2-40B4-BE49-F238E27FC236}">
                <a16:creationId xmlns:a16="http://schemas.microsoft.com/office/drawing/2014/main" id="{8C6EF341-F90C-43EE-A794-8BAAD5B5302A}"/>
              </a:ext>
            </a:extLst>
          </p:cNvPr>
          <p:cNvSpPr>
            <a:spLocks noChangeArrowheads="1"/>
          </p:cNvSpPr>
          <p:nvPr/>
        </p:nvSpPr>
        <p:spPr bwMode="auto">
          <a:xfrm>
            <a:off x="7239000" y="2743200"/>
            <a:ext cx="228600" cy="228600"/>
          </a:xfrm>
          <a:prstGeom prst="flowChartMerge">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0067" name="AutoShape 19">
            <a:extLst>
              <a:ext uri="{FF2B5EF4-FFF2-40B4-BE49-F238E27FC236}">
                <a16:creationId xmlns:a16="http://schemas.microsoft.com/office/drawing/2014/main" id="{3568C942-1F0A-4B58-9C2F-CCDDC6010A58}"/>
              </a:ext>
            </a:extLst>
          </p:cNvPr>
          <p:cNvSpPr>
            <a:spLocks noChangeArrowheads="1"/>
          </p:cNvSpPr>
          <p:nvPr/>
        </p:nvSpPr>
        <p:spPr bwMode="auto">
          <a:xfrm>
            <a:off x="7239000" y="3505200"/>
            <a:ext cx="228600" cy="228600"/>
          </a:xfrm>
          <a:prstGeom prst="flowChartMerge">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0068" name="AutoShape 20">
            <a:extLst>
              <a:ext uri="{FF2B5EF4-FFF2-40B4-BE49-F238E27FC236}">
                <a16:creationId xmlns:a16="http://schemas.microsoft.com/office/drawing/2014/main" id="{574EA8BF-CD46-4EAA-98AE-34E11A01B771}"/>
              </a:ext>
            </a:extLst>
          </p:cNvPr>
          <p:cNvSpPr>
            <a:spLocks noChangeArrowheads="1"/>
          </p:cNvSpPr>
          <p:nvPr/>
        </p:nvSpPr>
        <p:spPr bwMode="auto">
          <a:xfrm>
            <a:off x="7239000" y="4648200"/>
            <a:ext cx="228600" cy="228600"/>
          </a:xfrm>
          <a:prstGeom prst="flowChartMerge">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0069" name="Rectangle 21">
            <a:extLst>
              <a:ext uri="{FF2B5EF4-FFF2-40B4-BE49-F238E27FC236}">
                <a16:creationId xmlns:a16="http://schemas.microsoft.com/office/drawing/2014/main" id="{83D6CE30-494F-4635-BC39-CB0C6FC659CB}"/>
              </a:ext>
            </a:extLst>
          </p:cNvPr>
          <p:cNvSpPr>
            <a:spLocks noChangeArrowheads="1"/>
          </p:cNvSpPr>
          <p:nvPr/>
        </p:nvSpPr>
        <p:spPr bwMode="auto">
          <a:xfrm>
            <a:off x="7162800" y="2667000"/>
            <a:ext cx="3810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0070" name="Rectangle 22">
            <a:extLst>
              <a:ext uri="{FF2B5EF4-FFF2-40B4-BE49-F238E27FC236}">
                <a16:creationId xmlns:a16="http://schemas.microsoft.com/office/drawing/2014/main" id="{D85799FD-B79D-43AF-9CB0-38F283C984F3}"/>
              </a:ext>
            </a:extLst>
          </p:cNvPr>
          <p:cNvSpPr>
            <a:spLocks noChangeArrowheads="1"/>
          </p:cNvSpPr>
          <p:nvPr/>
        </p:nvSpPr>
        <p:spPr bwMode="auto">
          <a:xfrm>
            <a:off x="7162800" y="4572000"/>
            <a:ext cx="3810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0071" name="Rectangle 23">
            <a:extLst>
              <a:ext uri="{FF2B5EF4-FFF2-40B4-BE49-F238E27FC236}">
                <a16:creationId xmlns:a16="http://schemas.microsoft.com/office/drawing/2014/main" id="{A7FBB673-BA56-4B70-9071-4B2C1ADBDCD6}"/>
              </a:ext>
            </a:extLst>
          </p:cNvPr>
          <p:cNvSpPr>
            <a:spLocks noChangeArrowheads="1"/>
          </p:cNvSpPr>
          <p:nvPr/>
        </p:nvSpPr>
        <p:spPr bwMode="auto">
          <a:xfrm>
            <a:off x="7162800" y="3429000"/>
            <a:ext cx="3810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0072" name="Text Box 24">
            <a:extLst>
              <a:ext uri="{FF2B5EF4-FFF2-40B4-BE49-F238E27FC236}">
                <a16:creationId xmlns:a16="http://schemas.microsoft.com/office/drawing/2014/main" id="{D47C993A-9168-409C-9B58-EF51F9FD7F0A}"/>
              </a:ext>
            </a:extLst>
          </p:cNvPr>
          <p:cNvSpPr txBox="1">
            <a:spLocks noChangeArrowheads="1"/>
          </p:cNvSpPr>
          <p:nvPr/>
        </p:nvSpPr>
        <p:spPr bwMode="auto">
          <a:xfrm>
            <a:off x="2362200" y="5334000"/>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s-MX" altLang="es-MX" sz="2400" u="sng" dirty="0"/>
          </a:p>
        </p:txBody>
      </p:sp>
      <p:sp>
        <p:nvSpPr>
          <p:cNvPr id="130073" name="AutoShape 25">
            <a:extLst>
              <a:ext uri="{FF2B5EF4-FFF2-40B4-BE49-F238E27FC236}">
                <a16:creationId xmlns:a16="http://schemas.microsoft.com/office/drawing/2014/main" id="{C018D34F-DD8F-4AE4-B9EA-0AD472DA9572}"/>
              </a:ext>
            </a:extLst>
          </p:cNvPr>
          <p:cNvSpPr>
            <a:spLocks noChangeArrowheads="1"/>
          </p:cNvSpPr>
          <p:nvPr/>
        </p:nvSpPr>
        <p:spPr bwMode="auto">
          <a:xfrm>
            <a:off x="2133601" y="5486400"/>
            <a:ext cx="1039813" cy="457200"/>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0074" name="Text Box 26">
            <a:extLst>
              <a:ext uri="{FF2B5EF4-FFF2-40B4-BE49-F238E27FC236}">
                <a16:creationId xmlns:a16="http://schemas.microsoft.com/office/drawing/2014/main" id="{D160018F-A038-46FB-9A9A-CF3DCB5C24C2}"/>
              </a:ext>
            </a:extLst>
          </p:cNvPr>
          <p:cNvSpPr txBox="1">
            <a:spLocks noChangeArrowheads="1"/>
          </p:cNvSpPr>
          <p:nvPr/>
        </p:nvSpPr>
        <p:spPr bwMode="auto">
          <a:xfrm>
            <a:off x="2133600" y="5562601"/>
            <a:ext cx="9906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s-MX" altLang="es-MX" sz="1300" dirty="0">
                <a:latin typeface="Bell Centennial Name and Number" pitchFamily="34" charset="0"/>
              </a:rPr>
              <a:t>Agregar</a:t>
            </a:r>
            <a:endParaRPr lang="es-ES" altLang="es-MX" sz="1300" dirty="0">
              <a:latin typeface="Bell Centennial Name and Number" pitchFamily="34" charset="0"/>
            </a:endParaRPr>
          </a:p>
        </p:txBody>
      </p:sp>
      <p:sp>
        <p:nvSpPr>
          <p:cNvPr id="130075" name="AutoShape 27">
            <a:extLst>
              <a:ext uri="{FF2B5EF4-FFF2-40B4-BE49-F238E27FC236}">
                <a16:creationId xmlns:a16="http://schemas.microsoft.com/office/drawing/2014/main" id="{4468497B-DE97-4A1F-A2DA-CBC2C6274A20}"/>
              </a:ext>
            </a:extLst>
          </p:cNvPr>
          <p:cNvSpPr>
            <a:spLocks noChangeArrowheads="1"/>
          </p:cNvSpPr>
          <p:nvPr/>
        </p:nvSpPr>
        <p:spPr bwMode="auto">
          <a:xfrm>
            <a:off x="6781800" y="5486400"/>
            <a:ext cx="1066800" cy="457200"/>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0076" name="Text Box 28">
            <a:extLst>
              <a:ext uri="{FF2B5EF4-FFF2-40B4-BE49-F238E27FC236}">
                <a16:creationId xmlns:a16="http://schemas.microsoft.com/office/drawing/2014/main" id="{B33D7508-823C-4083-9B14-E01615DDD1CB}"/>
              </a:ext>
            </a:extLst>
          </p:cNvPr>
          <p:cNvSpPr txBox="1">
            <a:spLocks noChangeArrowheads="1"/>
          </p:cNvSpPr>
          <p:nvPr/>
        </p:nvSpPr>
        <p:spPr bwMode="auto">
          <a:xfrm>
            <a:off x="6781800" y="5562601"/>
            <a:ext cx="10668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s-MX" altLang="es-MX" sz="1300" dirty="0">
                <a:latin typeface="Bell Centennial Name and Number" pitchFamily="34" charset="0"/>
              </a:rPr>
              <a:t>Cancelar</a:t>
            </a:r>
            <a:endParaRPr lang="es-ES" altLang="es-MX" sz="1300" dirty="0">
              <a:latin typeface="Bell Centennial Name and Number" pitchFamily="34" charset="0"/>
            </a:endParaRPr>
          </a:p>
        </p:txBody>
      </p:sp>
      <p:sp>
        <p:nvSpPr>
          <p:cNvPr id="130077" name="AutoShape 29">
            <a:extLst>
              <a:ext uri="{FF2B5EF4-FFF2-40B4-BE49-F238E27FC236}">
                <a16:creationId xmlns:a16="http://schemas.microsoft.com/office/drawing/2014/main" id="{E10196FA-22F0-4777-8D7F-38FF7D46B881}"/>
              </a:ext>
            </a:extLst>
          </p:cNvPr>
          <p:cNvSpPr>
            <a:spLocks noChangeArrowheads="1"/>
          </p:cNvSpPr>
          <p:nvPr/>
        </p:nvSpPr>
        <p:spPr bwMode="auto">
          <a:xfrm>
            <a:off x="5562600" y="5486400"/>
            <a:ext cx="1143000" cy="457200"/>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0078" name="Text Box 30">
            <a:extLst>
              <a:ext uri="{FF2B5EF4-FFF2-40B4-BE49-F238E27FC236}">
                <a16:creationId xmlns:a16="http://schemas.microsoft.com/office/drawing/2014/main" id="{698E4C66-1925-4032-9303-7FDD619F9DEF}"/>
              </a:ext>
            </a:extLst>
          </p:cNvPr>
          <p:cNvSpPr txBox="1">
            <a:spLocks noChangeArrowheads="1"/>
          </p:cNvSpPr>
          <p:nvPr/>
        </p:nvSpPr>
        <p:spPr bwMode="auto">
          <a:xfrm>
            <a:off x="4419600" y="5562601"/>
            <a:ext cx="10668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s-MX" altLang="es-MX" sz="1300" dirty="0">
                <a:latin typeface="Bell Centennial Name and Number" pitchFamily="34" charset="0"/>
              </a:rPr>
              <a:t>Eliminar</a:t>
            </a:r>
            <a:endParaRPr lang="es-ES" altLang="es-MX" sz="1300" dirty="0">
              <a:latin typeface="Bell Centennial Name and Number" pitchFamily="34" charset="0"/>
            </a:endParaRPr>
          </a:p>
        </p:txBody>
      </p:sp>
      <p:sp>
        <p:nvSpPr>
          <p:cNvPr id="130079" name="AutoShape 31">
            <a:extLst>
              <a:ext uri="{FF2B5EF4-FFF2-40B4-BE49-F238E27FC236}">
                <a16:creationId xmlns:a16="http://schemas.microsoft.com/office/drawing/2014/main" id="{16ADB92C-072D-4B77-A7AB-D8502575E2C2}"/>
              </a:ext>
            </a:extLst>
          </p:cNvPr>
          <p:cNvSpPr>
            <a:spLocks noChangeArrowheads="1"/>
          </p:cNvSpPr>
          <p:nvPr/>
        </p:nvSpPr>
        <p:spPr bwMode="auto">
          <a:xfrm>
            <a:off x="3276601" y="5486400"/>
            <a:ext cx="1039813" cy="457200"/>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0080" name="Text Box 32">
            <a:extLst>
              <a:ext uri="{FF2B5EF4-FFF2-40B4-BE49-F238E27FC236}">
                <a16:creationId xmlns:a16="http://schemas.microsoft.com/office/drawing/2014/main" id="{40684AD8-042F-43E9-8613-79A3DA80ED3B}"/>
              </a:ext>
            </a:extLst>
          </p:cNvPr>
          <p:cNvSpPr txBox="1">
            <a:spLocks noChangeArrowheads="1"/>
          </p:cNvSpPr>
          <p:nvPr/>
        </p:nvSpPr>
        <p:spPr bwMode="auto">
          <a:xfrm>
            <a:off x="3276600" y="5562601"/>
            <a:ext cx="9906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s-MX" altLang="es-MX" sz="1300" dirty="0">
                <a:latin typeface="Bell Centennial Name and Number" pitchFamily="34" charset="0"/>
              </a:rPr>
              <a:t>Cambiar</a:t>
            </a:r>
            <a:endParaRPr lang="es-ES" altLang="es-MX" sz="1300" dirty="0">
              <a:latin typeface="Bell Centennial Name and Number" pitchFamily="34" charset="0"/>
            </a:endParaRPr>
          </a:p>
        </p:txBody>
      </p:sp>
      <p:sp>
        <p:nvSpPr>
          <p:cNvPr id="130081" name="AutoShape 33">
            <a:extLst>
              <a:ext uri="{FF2B5EF4-FFF2-40B4-BE49-F238E27FC236}">
                <a16:creationId xmlns:a16="http://schemas.microsoft.com/office/drawing/2014/main" id="{5E9297C2-FC7B-4AA4-ABF1-D3973052D6C9}"/>
              </a:ext>
            </a:extLst>
          </p:cNvPr>
          <p:cNvSpPr>
            <a:spLocks noChangeArrowheads="1"/>
          </p:cNvSpPr>
          <p:nvPr/>
        </p:nvSpPr>
        <p:spPr bwMode="auto">
          <a:xfrm>
            <a:off x="4419600" y="5486400"/>
            <a:ext cx="1066800" cy="457200"/>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0082" name="Text Box 34">
            <a:extLst>
              <a:ext uri="{FF2B5EF4-FFF2-40B4-BE49-F238E27FC236}">
                <a16:creationId xmlns:a16="http://schemas.microsoft.com/office/drawing/2014/main" id="{A06D0A86-DEFD-4AD8-8A8A-5A641BE3470C}"/>
              </a:ext>
            </a:extLst>
          </p:cNvPr>
          <p:cNvSpPr txBox="1">
            <a:spLocks noChangeArrowheads="1"/>
          </p:cNvSpPr>
          <p:nvPr/>
        </p:nvSpPr>
        <p:spPr bwMode="auto">
          <a:xfrm>
            <a:off x="5562600" y="5562601"/>
            <a:ext cx="11430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s-MX" altLang="es-MX" sz="1300" dirty="0">
                <a:latin typeface="Bell Centennial Name and Number" pitchFamily="34" charset="0"/>
              </a:rPr>
              <a:t>Consultar</a:t>
            </a:r>
            <a:endParaRPr lang="es-ES" altLang="es-MX" sz="1300" dirty="0">
              <a:latin typeface="Bell Centennial Name and Number" pitchFamily="34" charset="0"/>
            </a:endParaRPr>
          </a:p>
        </p:txBody>
      </p:sp>
      <p:sp>
        <p:nvSpPr>
          <p:cNvPr id="130083" name="AutoShape 35">
            <a:extLst>
              <a:ext uri="{FF2B5EF4-FFF2-40B4-BE49-F238E27FC236}">
                <a16:creationId xmlns:a16="http://schemas.microsoft.com/office/drawing/2014/main" id="{477FC1D6-0DE2-4C4F-9606-1E1BBC9096DF}"/>
              </a:ext>
            </a:extLst>
          </p:cNvPr>
          <p:cNvSpPr>
            <a:spLocks noChangeArrowheads="1"/>
          </p:cNvSpPr>
          <p:nvPr/>
        </p:nvSpPr>
        <p:spPr bwMode="auto">
          <a:xfrm>
            <a:off x="1676400" y="1524000"/>
            <a:ext cx="6477000" cy="4724400"/>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0084" name="Text Box 36">
            <a:extLst>
              <a:ext uri="{FF2B5EF4-FFF2-40B4-BE49-F238E27FC236}">
                <a16:creationId xmlns:a16="http://schemas.microsoft.com/office/drawing/2014/main" id="{ECA9727D-F332-49D0-B296-C08635C06BA5}"/>
              </a:ext>
            </a:extLst>
          </p:cNvPr>
          <p:cNvSpPr txBox="1">
            <a:spLocks noChangeArrowheads="1"/>
          </p:cNvSpPr>
          <p:nvPr/>
        </p:nvSpPr>
        <p:spPr bwMode="auto">
          <a:xfrm>
            <a:off x="8610600" y="2209800"/>
            <a:ext cx="9906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s-MX" altLang="es-MX" sz="1300" dirty="0">
                <a:latin typeface="Bell Centennial Name and Number" pitchFamily="34" charset="0"/>
              </a:rPr>
              <a:t>Archivo de Artículos</a:t>
            </a:r>
            <a:endParaRPr lang="es-ES" altLang="es-MX" sz="1300" dirty="0">
              <a:latin typeface="Bell Centennial Name and Number" pitchFamily="34" charset="0"/>
            </a:endParaRPr>
          </a:p>
        </p:txBody>
      </p:sp>
      <p:sp>
        <p:nvSpPr>
          <p:cNvPr id="130085" name="Text Box 37">
            <a:extLst>
              <a:ext uri="{FF2B5EF4-FFF2-40B4-BE49-F238E27FC236}">
                <a16:creationId xmlns:a16="http://schemas.microsoft.com/office/drawing/2014/main" id="{839AAFCB-0753-4C3C-841B-C68FE11B337E}"/>
              </a:ext>
            </a:extLst>
          </p:cNvPr>
          <p:cNvSpPr txBox="1">
            <a:spLocks noChangeArrowheads="1"/>
          </p:cNvSpPr>
          <p:nvPr/>
        </p:nvSpPr>
        <p:spPr bwMode="auto">
          <a:xfrm>
            <a:off x="8458200" y="3505201"/>
            <a:ext cx="1295400" cy="588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s-MX" altLang="es-MX" sz="1300" dirty="0">
                <a:latin typeface="Bell Centennial Name and Number" pitchFamily="34" charset="0"/>
              </a:rPr>
              <a:t>Tabla de </a:t>
            </a:r>
          </a:p>
          <a:p>
            <a:pPr algn="ctr">
              <a:spcBef>
                <a:spcPct val="50000"/>
              </a:spcBef>
            </a:pPr>
            <a:r>
              <a:rPr lang="es-MX" altLang="es-MX" sz="1300" dirty="0">
                <a:latin typeface="Bell Centennial Name and Number" pitchFamily="34" charset="0"/>
              </a:rPr>
              <a:t>Rubros</a:t>
            </a:r>
            <a:endParaRPr lang="es-ES" altLang="es-MX" sz="1300" dirty="0">
              <a:latin typeface="Bell Centennial Name and Number" pitchFamily="34" charset="0"/>
            </a:endParaRPr>
          </a:p>
        </p:txBody>
      </p:sp>
      <p:sp>
        <p:nvSpPr>
          <p:cNvPr id="130086" name="Text Box 38">
            <a:extLst>
              <a:ext uri="{FF2B5EF4-FFF2-40B4-BE49-F238E27FC236}">
                <a16:creationId xmlns:a16="http://schemas.microsoft.com/office/drawing/2014/main" id="{9E3643D2-A371-473A-9628-499D64A8B5BB}"/>
              </a:ext>
            </a:extLst>
          </p:cNvPr>
          <p:cNvSpPr txBox="1">
            <a:spLocks noChangeArrowheads="1"/>
          </p:cNvSpPr>
          <p:nvPr/>
        </p:nvSpPr>
        <p:spPr bwMode="auto">
          <a:xfrm>
            <a:off x="8610600" y="4800600"/>
            <a:ext cx="10668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s-MX" altLang="es-MX" sz="1300" dirty="0">
                <a:latin typeface="Bell Centennial Name and Number" pitchFamily="34" charset="0"/>
              </a:rPr>
              <a:t>Archivo de Localidades</a:t>
            </a:r>
            <a:endParaRPr lang="es-ES" altLang="es-MX" sz="1300" dirty="0">
              <a:latin typeface="Bell Centennial Name and Number" pitchFamily="34" charset="0"/>
            </a:endParaRPr>
          </a:p>
        </p:txBody>
      </p:sp>
      <p:sp>
        <p:nvSpPr>
          <p:cNvPr id="130087" name="Oval 39">
            <a:extLst>
              <a:ext uri="{FF2B5EF4-FFF2-40B4-BE49-F238E27FC236}">
                <a16:creationId xmlns:a16="http://schemas.microsoft.com/office/drawing/2014/main" id="{2C8CE618-45AD-4844-B352-F09CAE75E26D}"/>
              </a:ext>
            </a:extLst>
          </p:cNvPr>
          <p:cNvSpPr>
            <a:spLocks noChangeArrowheads="1"/>
          </p:cNvSpPr>
          <p:nvPr/>
        </p:nvSpPr>
        <p:spPr bwMode="auto">
          <a:xfrm>
            <a:off x="8686800" y="1981200"/>
            <a:ext cx="838200" cy="9144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0088" name="Oval 40">
            <a:extLst>
              <a:ext uri="{FF2B5EF4-FFF2-40B4-BE49-F238E27FC236}">
                <a16:creationId xmlns:a16="http://schemas.microsoft.com/office/drawing/2014/main" id="{17267C84-0DF3-4BC1-AB4D-DFF0C940C980}"/>
              </a:ext>
            </a:extLst>
          </p:cNvPr>
          <p:cNvSpPr>
            <a:spLocks noChangeArrowheads="1"/>
          </p:cNvSpPr>
          <p:nvPr/>
        </p:nvSpPr>
        <p:spPr bwMode="auto">
          <a:xfrm>
            <a:off x="8686800" y="3276600"/>
            <a:ext cx="838200" cy="9144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0089" name="Oval 41">
            <a:extLst>
              <a:ext uri="{FF2B5EF4-FFF2-40B4-BE49-F238E27FC236}">
                <a16:creationId xmlns:a16="http://schemas.microsoft.com/office/drawing/2014/main" id="{79EAEC43-8576-4DD0-943A-464D3264D58C}"/>
              </a:ext>
            </a:extLst>
          </p:cNvPr>
          <p:cNvSpPr>
            <a:spLocks noChangeArrowheads="1"/>
          </p:cNvSpPr>
          <p:nvPr/>
        </p:nvSpPr>
        <p:spPr bwMode="auto">
          <a:xfrm>
            <a:off x="8686800" y="4648200"/>
            <a:ext cx="914400" cy="9144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0090" name="Line 42">
            <a:extLst>
              <a:ext uri="{FF2B5EF4-FFF2-40B4-BE49-F238E27FC236}">
                <a16:creationId xmlns:a16="http://schemas.microsoft.com/office/drawing/2014/main" id="{F1494479-8309-4F48-B110-B2C0B74571F9}"/>
              </a:ext>
            </a:extLst>
          </p:cNvPr>
          <p:cNvSpPr>
            <a:spLocks noChangeShapeType="1"/>
          </p:cNvSpPr>
          <p:nvPr/>
        </p:nvSpPr>
        <p:spPr bwMode="auto">
          <a:xfrm>
            <a:off x="8153400" y="38100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dirty="0"/>
          </a:p>
        </p:txBody>
      </p:sp>
      <p:sp>
        <p:nvSpPr>
          <p:cNvPr id="130091" name="Line 43">
            <a:extLst>
              <a:ext uri="{FF2B5EF4-FFF2-40B4-BE49-F238E27FC236}">
                <a16:creationId xmlns:a16="http://schemas.microsoft.com/office/drawing/2014/main" id="{57689537-8A05-40C8-BA89-E5FAF484B6DD}"/>
              </a:ext>
            </a:extLst>
          </p:cNvPr>
          <p:cNvSpPr>
            <a:spLocks noChangeShapeType="1"/>
          </p:cNvSpPr>
          <p:nvPr/>
        </p:nvSpPr>
        <p:spPr bwMode="auto">
          <a:xfrm flipH="1">
            <a:off x="8153400" y="2438400"/>
            <a:ext cx="5334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dirty="0"/>
          </a:p>
        </p:txBody>
      </p:sp>
      <p:sp>
        <p:nvSpPr>
          <p:cNvPr id="130092" name="Line 44">
            <a:extLst>
              <a:ext uri="{FF2B5EF4-FFF2-40B4-BE49-F238E27FC236}">
                <a16:creationId xmlns:a16="http://schemas.microsoft.com/office/drawing/2014/main" id="{AFB0C399-D425-4A4E-8070-51160B8C7B36}"/>
              </a:ext>
            </a:extLst>
          </p:cNvPr>
          <p:cNvSpPr>
            <a:spLocks noChangeShapeType="1"/>
          </p:cNvSpPr>
          <p:nvPr/>
        </p:nvSpPr>
        <p:spPr bwMode="auto">
          <a:xfrm flipH="1" flipV="1">
            <a:off x="8153400" y="4800600"/>
            <a:ext cx="5334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dirty="0"/>
          </a:p>
        </p:txBody>
      </p:sp>
      <p:sp>
        <p:nvSpPr>
          <p:cNvPr id="130093" name="Text Box 45">
            <a:extLst>
              <a:ext uri="{FF2B5EF4-FFF2-40B4-BE49-F238E27FC236}">
                <a16:creationId xmlns:a16="http://schemas.microsoft.com/office/drawing/2014/main" id="{C860D68B-22A5-4CE9-85D4-C242D4776E3B}"/>
              </a:ext>
            </a:extLst>
          </p:cNvPr>
          <p:cNvSpPr txBox="1">
            <a:spLocks noChangeArrowheads="1"/>
          </p:cNvSpPr>
          <p:nvPr/>
        </p:nvSpPr>
        <p:spPr bwMode="auto">
          <a:xfrm>
            <a:off x="2133600" y="4891088"/>
            <a:ext cx="1905000" cy="290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sz="1300" dirty="0">
                <a:latin typeface="Bell Centennial Name and Number" pitchFamily="34" charset="0"/>
              </a:rPr>
              <a:t>Descripción Pais</a:t>
            </a:r>
            <a:endParaRPr lang="es-ES" altLang="es-MX" sz="1300" dirty="0">
              <a:latin typeface="Bell Centennial Name and Number"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CD635926-F035-413A-B637-E0911B0103B7}"/>
              </a:ext>
            </a:extLst>
          </p:cNvPr>
          <p:cNvSpPr>
            <a:spLocks noGrp="1" noChangeArrowheads="1"/>
          </p:cNvSpPr>
          <p:nvPr>
            <p:ph type="title"/>
          </p:nvPr>
        </p:nvSpPr>
        <p:spPr/>
        <p:txBody>
          <a:bodyPr/>
          <a:lstStyle/>
          <a:p>
            <a:r>
              <a:rPr lang="es-MX" altLang="es-MX" dirty="0"/>
              <a:t>Externa Inputs</a:t>
            </a:r>
            <a:endParaRPr lang="es-ES" altLang="es-MX" dirty="0"/>
          </a:p>
        </p:txBody>
      </p:sp>
      <p:sp>
        <p:nvSpPr>
          <p:cNvPr id="74755" name="Rectangle 3">
            <a:extLst>
              <a:ext uri="{FF2B5EF4-FFF2-40B4-BE49-F238E27FC236}">
                <a16:creationId xmlns:a16="http://schemas.microsoft.com/office/drawing/2014/main" id="{EB1BC3EF-E8EA-4A4C-B0C1-909B3B47CAEA}"/>
              </a:ext>
            </a:extLst>
          </p:cNvPr>
          <p:cNvSpPr>
            <a:spLocks noChangeArrowheads="1"/>
          </p:cNvSpPr>
          <p:nvPr/>
        </p:nvSpPr>
        <p:spPr bwMode="auto">
          <a:xfrm>
            <a:off x="1757363" y="304800"/>
            <a:ext cx="7772400"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marL="457200" fontAlgn="base">
              <a:spcBef>
                <a:spcPct val="0"/>
              </a:spcBef>
              <a:spcAft>
                <a:spcPct val="0"/>
              </a:spcAft>
              <a:defRPr sz="2400">
                <a:solidFill>
                  <a:schemeClr val="tx1"/>
                </a:solidFill>
                <a:latin typeface="Times New Roman" panose="02020603050405020304" pitchFamily="18" charset="0"/>
              </a:defRPr>
            </a:lvl6pPr>
            <a:lvl7pPr marL="914400" fontAlgn="base">
              <a:spcBef>
                <a:spcPct val="0"/>
              </a:spcBef>
              <a:spcAft>
                <a:spcPct val="0"/>
              </a:spcAft>
              <a:defRPr sz="2400">
                <a:solidFill>
                  <a:schemeClr val="tx1"/>
                </a:solidFill>
                <a:latin typeface="Times New Roman" panose="02020603050405020304" pitchFamily="18" charset="0"/>
              </a:defRPr>
            </a:lvl7pPr>
            <a:lvl8pPr marL="1371600" fontAlgn="base">
              <a:spcBef>
                <a:spcPct val="0"/>
              </a:spcBef>
              <a:spcAft>
                <a:spcPct val="0"/>
              </a:spcAft>
              <a:defRPr sz="2400">
                <a:solidFill>
                  <a:schemeClr val="tx1"/>
                </a:solidFill>
                <a:latin typeface="Times New Roman" panose="02020603050405020304" pitchFamily="18" charset="0"/>
              </a:defRPr>
            </a:lvl8pPr>
            <a:lvl9pPr marL="1828800" fontAlgn="base">
              <a:spcBef>
                <a:spcPct val="0"/>
              </a:spcBef>
              <a:spcAft>
                <a:spcPct val="0"/>
              </a:spcAft>
              <a:defRPr sz="2400">
                <a:solidFill>
                  <a:schemeClr val="tx1"/>
                </a:solidFill>
                <a:latin typeface="Times New Roman" panose="02020603050405020304" pitchFamily="18" charset="0"/>
              </a:defRPr>
            </a:lvl9pPr>
          </a:lstStyle>
          <a:p>
            <a:endParaRPr lang="es-MX" altLang="es-MX" dirty="0">
              <a:solidFill>
                <a:srgbClr val="CC0000"/>
              </a:solidFill>
              <a:latin typeface="Bell Centennial Name and Number" pitchFamily="34" charset="0"/>
            </a:endParaRPr>
          </a:p>
        </p:txBody>
      </p:sp>
      <p:sp>
        <p:nvSpPr>
          <p:cNvPr id="74756" name="Rectangle 4">
            <a:extLst>
              <a:ext uri="{FF2B5EF4-FFF2-40B4-BE49-F238E27FC236}">
                <a16:creationId xmlns:a16="http://schemas.microsoft.com/office/drawing/2014/main" id="{C0C1D883-F5F2-4FD3-8AC5-3C74263E27F1}"/>
              </a:ext>
            </a:extLst>
          </p:cNvPr>
          <p:cNvSpPr>
            <a:spLocks noChangeArrowheads="1"/>
          </p:cNvSpPr>
          <p:nvPr/>
        </p:nvSpPr>
        <p:spPr bwMode="auto">
          <a:xfrm>
            <a:off x="1757363" y="304800"/>
            <a:ext cx="7772400"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marL="457200" fontAlgn="base">
              <a:spcBef>
                <a:spcPct val="0"/>
              </a:spcBef>
              <a:spcAft>
                <a:spcPct val="0"/>
              </a:spcAft>
              <a:defRPr sz="2400">
                <a:solidFill>
                  <a:schemeClr val="tx1"/>
                </a:solidFill>
                <a:latin typeface="Times New Roman" panose="02020603050405020304" pitchFamily="18" charset="0"/>
              </a:defRPr>
            </a:lvl6pPr>
            <a:lvl7pPr marL="914400" fontAlgn="base">
              <a:spcBef>
                <a:spcPct val="0"/>
              </a:spcBef>
              <a:spcAft>
                <a:spcPct val="0"/>
              </a:spcAft>
              <a:defRPr sz="2400">
                <a:solidFill>
                  <a:schemeClr val="tx1"/>
                </a:solidFill>
                <a:latin typeface="Times New Roman" panose="02020603050405020304" pitchFamily="18" charset="0"/>
              </a:defRPr>
            </a:lvl7pPr>
            <a:lvl8pPr marL="1371600" fontAlgn="base">
              <a:spcBef>
                <a:spcPct val="0"/>
              </a:spcBef>
              <a:spcAft>
                <a:spcPct val="0"/>
              </a:spcAft>
              <a:defRPr sz="2400">
                <a:solidFill>
                  <a:schemeClr val="tx1"/>
                </a:solidFill>
                <a:latin typeface="Times New Roman" panose="02020603050405020304" pitchFamily="18" charset="0"/>
              </a:defRPr>
            </a:lvl8pPr>
            <a:lvl9pPr marL="1828800" fontAlgn="base">
              <a:spcBef>
                <a:spcPct val="0"/>
              </a:spcBef>
              <a:spcAft>
                <a:spcPct val="0"/>
              </a:spcAft>
              <a:defRPr sz="2400">
                <a:solidFill>
                  <a:schemeClr val="tx1"/>
                </a:solidFill>
                <a:latin typeface="Times New Roman" panose="02020603050405020304" pitchFamily="18" charset="0"/>
              </a:defRPr>
            </a:lvl9pPr>
          </a:lstStyle>
          <a:p>
            <a:endParaRPr lang="es-MX" altLang="es-MX" dirty="0">
              <a:solidFill>
                <a:srgbClr val="CC0000"/>
              </a:solidFill>
              <a:latin typeface="Bell Centennial Name and Number" pitchFamily="34" charset="0"/>
            </a:endParaRPr>
          </a:p>
        </p:txBody>
      </p:sp>
      <p:graphicFrame>
        <p:nvGraphicFramePr>
          <p:cNvPr id="74811" name="Group 59">
            <a:extLst>
              <a:ext uri="{FF2B5EF4-FFF2-40B4-BE49-F238E27FC236}">
                <a16:creationId xmlns:a16="http://schemas.microsoft.com/office/drawing/2014/main" id="{DF83C4FD-47F8-4BFF-BFF9-58C3BF4F6383}"/>
              </a:ext>
            </a:extLst>
          </p:cNvPr>
          <p:cNvGraphicFramePr>
            <a:graphicFrameLocks noGrp="1"/>
          </p:cNvGraphicFramePr>
          <p:nvPr/>
        </p:nvGraphicFramePr>
        <p:xfrm>
          <a:off x="1905000" y="1628775"/>
          <a:ext cx="7239000" cy="2901696"/>
        </p:xfrm>
        <a:graphic>
          <a:graphicData uri="http://schemas.openxmlformats.org/drawingml/2006/table">
            <a:tbl>
              <a:tblPr/>
              <a:tblGrid>
                <a:gridCol w="1809750">
                  <a:extLst>
                    <a:ext uri="{9D8B030D-6E8A-4147-A177-3AD203B41FA5}">
                      <a16:colId xmlns:a16="http://schemas.microsoft.com/office/drawing/2014/main" val="449841552"/>
                    </a:ext>
                  </a:extLst>
                </a:gridCol>
                <a:gridCol w="1809750">
                  <a:extLst>
                    <a:ext uri="{9D8B030D-6E8A-4147-A177-3AD203B41FA5}">
                      <a16:colId xmlns:a16="http://schemas.microsoft.com/office/drawing/2014/main" val="3302236358"/>
                    </a:ext>
                  </a:extLst>
                </a:gridCol>
                <a:gridCol w="1809750">
                  <a:extLst>
                    <a:ext uri="{9D8B030D-6E8A-4147-A177-3AD203B41FA5}">
                      <a16:colId xmlns:a16="http://schemas.microsoft.com/office/drawing/2014/main" val="1194530736"/>
                    </a:ext>
                  </a:extLst>
                </a:gridCol>
                <a:gridCol w="1809750">
                  <a:extLst>
                    <a:ext uri="{9D8B030D-6E8A-4147-A177-3AD203B41FA5}">
                      <a16:colId xmlns:a16="http://schemas.microsoft.com/office/drawing/2014/main" val="1137993601"/>
                    </a:ext>
                  </a:extLst>
                </a:gridCol>
              </a:tblGrid>
              <a:tr h="4699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DETs</a:t>
                      </a:r>
                    </a:p>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FTRs</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1-4</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Tipos de Elementos de Datos </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5-15</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Tipos de Elementos de Datos </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16-*</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Tipos de Elementos de Datos</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extLst>
                  <a:ext uri="{0D108BD9-81ED-4DB2-BD59-A6C34878D82A}">
                    <a16:rowId xmlns:a16="http://schemas.microsoft.com/office/drawing/2014/main" val="3461820199"/>
                  </a:ext>
                </a:extLst>
              </a:tr>
              <a:tr h="4699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1 </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Tipo de Archivos Referenciados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L</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L</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A</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21147491"/>
                  </a:ext>
                </a:extLst>
              </a:tr>
              <a:tr h="4699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2</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 Tipo de Archivos Referenciados</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L</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A</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H</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09099090"/>
                  </a:ext>
                </a:extLst>
              </a:tr>
              <a:tr h="4699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3 o más</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Tipo de Archivos Referenciados</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A</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H</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H</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35192045"/>
                  </a:ext>
                </a:extLst>
              </a:tr>
            </a:tbl>
          </a:graphicData>
        </a:graphic>
      </p:graphicFrame>
      <p:sp>
        <p:nvSpPr>
          <p:cNvPr id="74784" name="Line 32">
            <a:extLst>
              <a:ext uri="{FF2B5EF4-FFF2-40B4-BE49-F238E27FC236}">
                <a16:creationId xmlns:a16="http://schemas.microsoft.com/office/drawing/2014/main" id="{F82B9C18-A56B-4302-B186-E9ECB8D1F711}"/>
              </a:ext>
            </a:extLst>
          </p:cNvPr>
          <p:cNvSpPr>
            <a:spLocks noChangeShapeType="1"/>
          </p:cNvSpPr>
          <p:nvPr/>
        </p:nvSpPr>
        <p:spPr bwMode="auto">
          <a:xfrm rot="-132231">
            <a:off x="1903413" y="1600200"/>
            <a:ext cx="1751012"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dirty="0"/>
          </a:p>
        </p:txBody>
      </p:sp>
      <p:graphicFrame>
        <p:nvGraphicFramePr>
          <p:cNvPr id="74813" name="Group 61">
            <a:extLst>
              <a:ext uri="{FF2B5EF4-FFF2-40B4-BE49-F238E27FC236}">
                <a16:creationId xmlns:a16="http://schemas.microsoft.com/office/drawing/2014/main" id="{964BF651-3323-4756-8F45-80180D4EE81E}"/>
              </a:ext>
            </a:extLst>
          </p:cNvPr>
          <p:cNvGraphicFramePr>
            <a:graphicFrameLocks noGrp="1"/>
          </p:cNvGraphicFramePr>
          <p:nvPr/>
        </p:nvGraphicFramePr>
        <p:xfrm>
          <a:off x="1905000" y="4714876"/>
          <a:ext cx="3657600" cy="1643381"/>
        </p:xfrm>
        <a:graphic>
          <a:graphicData uri="http://schemas.openxmlformats.org/drawingml/2006/table">
            <a:tbl>
              <a:tblPr/>
              <a:tblGrid>
                <a:gridCol w="1828800">
                  <a:extLst>
                    <a:ext uri="{9D8B030D-6E8A-4147-A177-3AD203B41FA5}">
                      <a16:colId xmlns:a16="http://schemas.microsoft.com/office/drawing/2014/main" val="3902807597"/>
                    </a:ext>
                  </a:extLst>
                </a:gridCol>
                <a:gridCol w="1828800">
                  <a:extLst>
                    <a:ext uri="{9D8B030D-6E8A-4147-A177-3AD203B41FA5}">
                      <a16:colId xmlns:a16="http://schemas.microsoft.com/office/drawing/2014/main" val="1664873491"/>
                    </a:ext>
                  </a:extLst>
                </a:gridCol>
              </a:tblGrid>
              <a:tr h="446088">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Complejidad</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  Puntos de Función sin Ajustar </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extLst>
                  <a:ext uri="{0D108BD9-81ED-4DB2-BD59-A6C34878D82A}">
                    <a16:rowId xmlns:a16="http://schemas.microsoft.com/office/drawing/2014/main" val="1253592350"/>
                  </a:ext>
                </a:extLst>
              </a:tr>
              <a:tr h="385763">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L (Low)=</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3</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59465879"/>
                  </a:ext>
                </a:extLst>
              </a:tr>
              <a:tr h="385763">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A (Average)=</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4</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64036738"/>
                  </a:ext>
                </a:extLst>
              </a:tr>
              <a:tr h="384175">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H (High)=</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6</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84134184"/>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30" name="Rectangle 6">
            <a:extLst>
              <a:ext uri="{FF2B5EF4-FFF2-40B4-BE49-F238E27FC236}">
                <a16:creationId xmlns:a16="http://schemas.microsoft.com/office/drawing/2014/main" id="{EB9D1212-1ABE-4B77-9DD6-4A0835C06E40}"/>
              </a:ext>
            </a:extLst>
          </p:cNvPr>
          <p:cNvSpPr>
            <a:spLocks noGrp="1" noChangeArrowheads="1"/>
          </p:cNvSpPr>
          <p:nvPr>
            <p:ph type="title"/>
          </p:nvPr>
        </p:nvSpPr>
        <p:spPr/>
        <p:txBody>
          <a:bodyPr/>
          <a:lstStyle/>
          <a:p>
            <a:r>
              <a:rPr lang="es-MX" altLang="es-MX" dirty="0"/>
              <a:t>Matriz de Complejidad de Outputs Externos</a:t>
            </a:r>
          </a:p>
        </p:txBody>
      </p:sp>
      <p:sp>
        <p:nvSpPr>
          <p:cNvPr id="52231" name="Rectangle 7">
            <a:extLst>
              <a:ext uri="{FF2B5EF4-FFF2-40B4-BE49-F238E27FC236}">
                <a16:creationId xmlns:a16="http://schemas.microsoft.com/office/drawing/2014/main" id="{8EB15100-4018-4CA6-910B-512072BD5957}"/>
              </a:ext>
            </a:extLst>
          </p:cNvPr>
          <p:cNvSpPr>
            <a:spLocks noGrp="1" noChangeArrowheads="1"/>
          </p:cNvSpPr>
          <p:nvPr>
            <p:ph idx="1"/>
          </p:nvPr>
        </p:nvSpPr>
        <p:spPr/>
        <p:txBody>
          <a:bodyPr>
            <a:normAutofit lnSpcReduction="10000"/>
          </a:bodyPr>
          <a:lstStyle/>
          <a:p>
            <a:pPr>
              <a:lnSpc>
                <a:spcPct val="90000"/>
              </a:lnSpc>
            </a:pPr>
            <a:r>
              <a:rPr lang="es-MX" altLang="es-MX" sz="2000" dirty="0"/>
              <a:t>Tipos de Archivos Referenciados: </a:t>
            </a:r>
          </a:p>
          <a:p>
            <a:pPr lvl="1">
              <a:lnSpc>
                <a:spcPct val="90000"/>
              </a:lnSpc>
            </a:pPr>
            <a:r>
              <a:rPr lang="es-MX" altLang="es-MX" sz="1800" dirty="0"/>
              <a:t>Basado en el punto de vista lógico o del usuario durante el proceso</a:t>
            </a:r>
          </a:p>
          <a:p>
            <a:pPr lvl="2">
              <a:lnSpc>
                <a:spcPct val="90000"/>
              </a:lnSpc>
            </a:pPr>
            <a:r>
              <a:rPr lang="es-MX" altLang="es-MX" sz="1600" dirty="0"/>
              <a:t>Contar 1 FTR para cada archivo lógico interno.</a:t>
            </a:r>
          </a:p>
          <a:p>
            <a:pPr lvl="2">
              <a:lnSpc>
                <a:spcPct val="90000"/>
              </a:lnSpc>
            </a:pPr>
            <a:r>
              <a:rPr lang="es-MX" altLang="es-MX" sz="1600" dirty="0"/>
              <a:t>Contar 1 FTR para cada archivo de interface externa.</a:t>
            </a:r>
          </a:p>
          <a:p>
            <a:pPr lvl="1">
              <a:lnSpc>
                <a:spcPct val="90000"/>
              </a:lnSpc>
            </a:pPr>
            <a:r>
              <a:rPr lang="es-MX" altLang="es-MX" sz="1800" dirty="0"/>
              <a:t>Tipos de Elementos de Datos: </a:t>
            </a:r>
          </a:p>
          <a:p>
            <a:pPr lvl="1">
              <a:lnSpc>
                <a:spcPct val="90000"/>
              </a:lnSpc>
            </a:pPr>
            <a:r>
              <a:rPr lang="es-MX" altLang="es-MX" sz="1800" dirty="0"/>
              <a:t>Variables o campos reconocibles por el usuario</a:t>
            </a:r>
          </a:p>
          <a:p>
            <a:pPr lvl="1">
              <a:lnSpc>
                <a:spcPct val="90000"/>
              </a:lnSpc>
            </a:pPr>
            <a:r>
              <a:rPr lang="es-MX" altLang="es-MX" sz="1800" dirty="0"/>
              <a:t>No recurrente</a:t>
            </a:r>
          </a:p>
          <a:p>
            <a:pPr lvl="1">
              <a:lnSpc>
                <a:spcPct val="90000"/>
              </a:lnSpc>
            </a:pPr>
            <a:r>
              <a:rPr lang="es-MX" altLang="es-MX" sz="1800" dirty="0"/>
              <a:t>Los campos repetidos son contados una sola vez</a:t>
            </a:r>
          </a:p>
          <a:p>
            <a:pPr lvl="1">
              <a:lnSpc>
                <a:spcPct val="90000"/>
              </a:lnSpc>
            </a:pPr>
            <a:r>
              <a:rPr lang="es-MX" altLang="es-MX" sz="1800" dirty="0"/>
              <a:t>Contar 1 DET por cada campo resumido o total que aparece en el output</a:t>
            </a:r>
          </a:p>
          <a:p>
            <a:pPr lvl="1">
              <a:lnSpc>
                <a:spcPct val="90000"/>
              </a:lnSpc>
            </a:pPr>
            <a:r>
              <a:rPr lang="es-MX" altLang="es-MX" sz="1800" dirty="0"/>
              <a:t>No contar lo literal como DETs</a:t>
            </a:r>
          </a:p>
          <a:p>
            <a:pPr lvl="1">
              <a:lnSpc>
                <a:spcPct val="90000"/>
              </a:lnSpc>
            </a:pPr>
            <a:r>
              <a:rPr lang="es-MX" altLang="es-MX" sz="1800" dirty="0"/>
              <a:t>No contar números de página. </a:t>
            </a:r>
          </a:p>
          <a:p>
            <a:pPr lvl="1">
              <a:lnSpc>
                <a:spcPct val="90000"/>
              </a:lnSpc>
            </a:pPr>
            <a:r>
              <a:rPr lang="es-MX" altLang="es-MX" sz="1800" dirty="0"/>
              <a:t>Contar 1 DET para un campo lógico que está físicamente almacenado como campos múltiples, pero es requerido por el usuario como una pieza simple de información.</a:t>
            </a:r>
          </a:p>
          <a:p>
            <a:pPr lvl="1">
              <a:lnSpc>
                <a:spcPct val="90000"/>
              </a:lnSpc>
            </a:pPr>
            <a:r>
              <a:rPr lang="es-MX" altLang="es-MX" sz="1800" dirty="0"/>
              <a:t>Contar 1 DET para cada tipo de equivalente numérico en una salida gráfica. </a:t>
            </a:r>
          </a:p>
          <a:p>
            <a:pPr lvl="1">
              <a:lnSpc>
                <a:spcPct val="90000"/>
              </a:lnSpc>
            </a:pPr>
            <a:r>
              <a:rPr lang="es-MX" altLang="es-MX" sz="1800" dirty="0"/>
              <a:t>Contar 1 DET para textos de información que pueden ser una palabra simple, sentencia o frase.</a:t>
            </a:r>
            <a:endParaRPr lang="es-ES" altLang="es-MX"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04" name="Rectangle 28">
            <a:extLst>
              <a:ext uri="{FF2B5EF4-FFF2-40B4-BE49-F238E27FC236}">
                <a16:creationId xmlns:a16="http://schemas.microsoft.com/office/drawing/2014/main" id="{D8BE6C52-7D73-4CF6-9595-A7A6371548BF}"/>
              </a:ext>
            </a:extLst>
          </p:cNvPr>
          <p:cNvSpPr>
            <a:spLocks noGrp="1" noChangeArrowheads="1"/>
          </p:cNvSpPr>
          <p:nvPr>
            <p:ph type="title"/>
          </p:nvPr>
        </p:nvSpPr>
        <p:spPr/>
        <p:txBody>
          <a:bodyPr/>
          <a:lstStyle/>
          <a:p>
            <a:r>
              <a:rPr lang="es-MX" altLang="es-MX" dirty="0"/>
              <a:t>Outputs Externos – (EO)</a:t>
            </a:r>
            <a:endParaRPr lang="es-ES" altLang="es-MX" dirty="0"/>
          </a:p>
        </p:txBody>
      </p:sp>
      <p:sp>
        <p:nvSpPr>
          <p:cNvPr id="75780" name="Text Box 4">
            <a:extLst>
              <a:ext uri="{FF2B5EF4-FFF2-40B4-BE49-F238E27FC236}">
                <a16:creationId xmlns:a16="http://schemas.microsoft.com/office/drawing/2014/main" id="{F33D6A7D-0150-4F91-A22C-ADED7169C66F}"/>
              </a:ext>
            </a:extLst>
          </p:cNvPr>
          <p:cNvSpPr txBox="1">
            <a:spLocks noChangeArrowheads="1"/>
          </p:cNvSpPr>
          <p:nvPr/>
        </p:nvSpPr>
        <p:spPr bwMode="auto">
          <a:xfrm>
            <a:off x="3200400" y="1524000"/>
            <a:ext cx="4724400" cy="109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sz="1200" dirty="0">
                <a:latin typeface="Verdana" panose="020B0604030504040204" pitchFamily="34" charset="0"/>
              </a:rPr>
              <a:t>Número de Cuenta: 066-456333/3</a:t>
            </a:r>
          </a:p>
          <a:p>
            <a:pPr>
              <a:spcBef>
                <a:spcPct val="50000"/>
              </a:spcBef>
            </a:pPr>
            <a:r>
              <a:rPr lang="es-MX" altLang="es-MX" sz="1200" dirty="0">
                <a:latin typeface="Verdana" panose="020B0604030504040204" pitchFamily="34" charset="0"/>
              </a:rPr>
              <a:t>Período de Cuenta:  01/09/2002 – 09/09/2002</a:t>
            </a:r>
          </a:p>
          <a:p>
            <a:pPr>
              <a:spcBef>
                <a:spcPct val="50000"/>
              </a:spcBef>
            </a:pPr>
            <a:r>
              <a:rPr lang="es-MX" altLang="es-MX" sz="1200" dirty="0">
                <a:latin typeface="Verdana" panose="020B0604030504040204" pitchFamily="34" charset="0"/>
              </a:rPr>
              <a:t>CUIL: 20-21329392-4</a:t>
            </a:r>
          </a:p>
          <a:p>
            <a:pPr>
              <a:spcBef>
                <a:spcPct val="50000"/>
              </a:spcBef>
            </a:pPr>
            <a:r>
              <a:rPr lang="es-MX" altLang="es-MX" sz="1200" dirty="0">
                <a:latin typeface="Verdana" panose="020B0604030504040204" pitchFamily="34" charset="0"/>
              </a:rPr>
              <a:t>CBU: 04050034 03938484784</a:t>
            </a:r>
          </a:p>
        </p:txBody>
      </p:sp>
      <p:sp>
        <p:nvSpPr>
          <p:cNvPr id="75782" name="Text Box 6">
            <a:extLst>
              <a:ext uri="{FF2B5EF4-FFF2-40B4-BE49-F238E27FC236}">
                <a16:creationId xmlns:a16="http://schemas.microsoft.com/office/drawing/2014/main" id="{F9352B1B-693B-45F2-AF1C-ABDABA2A5DFC}"/>
              </a:ext>
            </a:extLst>
          </p:cNvPr>
          <p:cNvSpPr txBox="1">
            <a:spLocks noChangeArrowheads="1"/>
          </p:cNvSpPr>
          <p:nvPr/>
        </p:nvSpPr>
        <p:spPr bwMode="auto">
          <a:xfrm>
            <a:off x="1752600" y="2651125"/>
            <a:ext cx="56388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sz="1200" dirty="0">
                <a:latin typeface="Verdana" panose="020B0604030504040204" pitchFamily="34" charset="0"/>
              </a:rPr>
              <a:t>                           Juan Perez                25 de Mayo 210 </a:t>
            </a:r>
          </a:p>
        </p:txBody>
      </p:sp>
      <p:sp>
        <p:nvSpPr>
          <p:cNvPr id="75783" name="Text Box 7">
            <a:extLst>
              <a:ext uri="{FF2B5EF4-FFF2-40B4-BE49-F238E27FC236}">
                <a16:creationId xmlns:a16="http://schemas.microsoft.com/office/drawing/2014/main" id="{F4AEFFE4-F6A9-4F04-A232-0175E38731F8}"/>
              </a:ext>
            </a:extLst>
          </p:cNvPr>
          <p:cNvSpPr txBox="1">
            <a:spLocks noChangeArrowheads="1"/>
          </p:cNvSpPr>
          <p:nvPr/>
        </p:nvSpPr>
        <p:spPr bwMode="auto">
          <a:xfrm>
            <a:off x="5105400" y="3001964"/>
            <a:ext cx="2895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sz="1200" dirty="0">
                <a:latin typeface="Verdana" panose="020B0604030504040204" pitchFamily="34" charset="0"/>
              </a:rPr>
              <a:t>Límite del Acuerdo: $1500</a:t>
            </a:r>
            <a:endParaRPr lang="es-ES" altLang="es-MX" sz="1200" dirty="0">
              <a:latin typeface="Verdana" panose="020B0604030504040204" pitchFamily="34" charset="0"/>
            </a:endParaRPr>
          </a:p>
        </p:txBody>
      </p:sp>
      <p:sp>
        <p:nvSpPr>
          <p:cNvPr id="75784" name="Text Box 8">
            <a:extLst>
              <a:ext uri="{FF2B5EF4-FFF2-40B4-BE49-F238E27FC236}">
                <a16:creationId xmlns:a16="http://schemas.microsoft.com/office/drawing/2014/main" id="{8710F7AB-B1B7-4F3A-B234-1BA228E439CF}"/>
              </a:ext>
            </a:extLst>
          </p:cNvPr>
          <p:cNvSpPr txBox="1">
            <a:spLocks noChangeArrowheads="1"/>
          </p:cNvSpPr>
          <p:nvPr/>
        </p:nvSpPr>
        <p:spPr bwMode="auto">
          <a:xfrm>
            <a:off x="1752600" y="3352800"/>
            <a:ext cx="6248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sz="1200" b="1" dirty="0">
                <a:latin typeface="Verdana" panose="020B0604030504040204" pitchFamily="34" charset="0"/>
              </a:rPr>
              <a:t>Saldo Inicial                 </a:t>
            </a:r>
            <a:r>
              <a:rPr lang="es-MX" altLang="es-MX" sz="1200" dirty="0">
                <a:latin typeface="Verdana" panose="020B0604030504040204" pitchFamily="34" charset="0"/>
              </a:rPr>
              <a:t>                                                        </a:t>
            </a:r>
            <a:r>
              <a:rPr lang="es-MX" altLang="es-MX" sz="1200" b="1" dirty="0">
                <a:latin typeface="Verdana" panose="020B0604030504040204" pitchFamily="34" charset="0"/>
              </a:rPr>
              <a:t>    $ 1000.63</a:t>
            </a:r>
          </a:p>
        </p:txBody>
      </p:sp>
      <p:sp>
        <p:nvSpPr>
          <p:cNvPr id="75785" name="Text Box 9">
            <a:extLst>
              <a:ext uri="{FF2B5EF4-FFF2-40B4-BE49-F238E27FC236}">
                <a16:creationId xmlns:a16="http://schemas.microsoft.com/office/drawing/2014/main" id="{746F59EB-B71C-4489-A2B7-28D0AF51EACD}"/>
              </a:ext>
            </a:extLst>
          </p:cNvPr>
          <p:cNvSpPr txBox="1">
            <a:spLocks noChangeArrowheads="1"/>
          </p:cNvSpPr>
          <p:nvPr/>
        </p:nvSpPr>
        <p:spPr bwMode="auto">
          <a:xfrm>
            <a:off x="1828800" y="3852864"/>
            <a:ext cx="6248400" cy="2471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sz="1200" b="1" dirty="0">
                <a:latin typeface="Verdana" panose="020B0604030504040204" pitchFamily="34" charset="0"/>
              </a:rPr>
              <a:t>Movimientos</a:t>
            </a:r>
          </a:p>
          <a:p>
            <a:pPr>
              <a:spcBef>
                <a:spcPct val="50000"/>
              </a:spcBef>
            </a:pPr>
            <a:r>
              <a:rPr lang="es-MX" altLang="es-MX" sz="1200" dirty="0">
                <a:latin typeface="Verdana" panose="020B0604030504040204" pitchFamily="34" charset="0"/>
              </a:rPr>
              <a:t>01/09/2002  Extracción Banelco                          100.00 -                  900.63</a:t>
            </a:r>
          </a:p>
          <a:p>
            <a:pPr>
              <a:spcBef>
                <a:spcPct val="50000"/>
              </a:spcBef>
            </a:pPr>
            <a:r>
              <a:rPr lang="es-MX" altLang="es-MX" sz="1200" dirty="0">
                <a:latin typeface="Verdana" panose="020B0604030504040204" pitchFamily="34" charset="0"/>
              </a:rPr>
              <a:t>02/09/2002  Pago Intereses                                   0.30                    900.93</a:t>
            </a:r>
          </a:p>
          <a:p>
            <a:pPr>
              <a:spcBef>
                <a:spcPct val="50000"/>
              </a:spcBef>
            </a:pPr>
            <a:r>
              <a:rPr lang="es-MX" altLang="es-MX" sz="1200" dirty="0">
                <a:latin typeface="Verdana" panose="020B0604030504040204" pitchFamily="34" charset="0"/>
              </a:rPr>
              <a:t>05/09/2002  Deposito                                       3800.00                  4700.93</a:t>
            </a:r>
          </a:p>
          <a:p>
            <a:pPr>
              <a:spcBef>
                <a:spcPct val="50000"/>
              </a:spcBef>
            </a:pPr>
            <a:r>
              <a:rPr lang="es-MX" altLang="es-MX" sz="1200" dirty="0">
                <a:latin typeface="Verdana" panose="020B0604030504040204" pitchFamily="34" charset="0"/>
              </a:rPr>
              <a:t>06/09/2002  Extracción Banelco                          400.00 -                4000.93</a:t>
            </a:r>
          </a:p>
          <a:p>
            <a:pPr>
              <a:spcBef>
                <a:spcPct val="50000"/>
              </a:spcBef>
            </a:pPr>
            <a:r>
              <a:rPr lang="es-MX" altLang="es-MX" sz="1200" dirty="0">
                <a:latin typeface="Verdana" panose="020B0604030504040204" pitchFamily="34" charset="0"/>
              </a:rPr>
              <a:t>07/09/2002  Extracción Banelco                          100.00 -                3900.93</a:t>
            </a:r>
          </a:p>
          <a:p>
            <a:pPr>
              <a:spcBef>
                <a:spcPct val="50000"/>
              </a:spcBef>
            </a:pPr>
            <a:endParaRPr lang="es-MX" altLang="es-MX" sz="1200" dirty="0">
              <a:latin typeface="Verdana" panose="020B0604030504040204" pitchFamily="34" charset="0"/>
            </a:endParaRPr>
          </a:p>
          <a:p>
            <a:pPr>
              <a:spcBef>
                <a:spcPct val="50000"/>
              </a:spcBef>
            </a:pPr>
            <a:r>
              <a:rPr lang="es-MX" altLang="es-MX" sz="1200" dirty="0">
                <a:latin typeface="Verdana" panose="020B0604030504040204" pitchFamily="34" charset="0"/>
              </a:rPr>
              <a:t>           </a:t>
            </a:r>
            <a:r>
              <a:rPr lang="es-MX" altLang="es-MX" sz="1200" b="1" dirty="0">
                <a:latin typeface="Verdana" panose="020B0604030504040204" pitchFamily="34" charset="0"/>
              </a:rPr>
              <a:t>Total: 09/09/2002 :                                                         3900.93</a:t>
            </a:r>
            <a:r>
              <a:rPr lang="es-MX" altLang="es-MX" sz="1200" dirty="0">
                <a:latin typeface="Verdana" panose="020B0604030504040204" pitchFamily="34" charset="0"/>
              </a:rPr>
              <a:t>      </a:t>
            </a:r>
          </a:p>
          <a:p>
            <a:pPr>
              <a:spcBef>
                <a:spcPct val="50000"/>
              </a:spcBef>
            </a:pPr>
            <a:r>
              <a:rPr lang="es-MX" altLang="es-MX" sz="1200" dirty="0">
                <a:latin typeface="Verdana" panose="020B0604030504040204" pitchFamily="34" charset="0"/>
              </a:rPr>
              <a:t>  </a:t>
            </a:r>
            <a:endParaRPr lang="es-ES" altLang="es-MX" sz="1200" dirty="0">
              <a:latin typeface="Verdana" panose="020B0604030504040204" pitchFamily="34" charset="0"/>
            </a:endParaRPr>
          </a:p>
        </p:txBody>
      </p:sp>
      <p:sp>
        <p:nvSpPr>
          <p:cNvPr id="75786" name="Line 10">
            <a:extLst>
              <a:ext uri="{FF2B5EF4-FFF2-40B4-BE49-F238E27FC236}">
                <a16:creationId xmlns:a16="http://schemas.microsoft.com/office/drawing/2014/main" id="{646AAF99-9F4F-4930-8E9D-561E3B36F05D}"/>
              </a:ext>
            </a:extLst>
          </p:cNvPr>
          <p:cNvSpPr>
            <a:spLocks noChangeShapeType="1"/>
          </p:cNvSpPr>
          <p:nvPr/>
        </p:nvSpPr>
        <p:spPr bwMode="auto">
          <a:xfrm>
            <a:off x="1752600" y="3733800"/>
            <a:ext cx="6248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dirty="0"/>
          </a:p>
        </p:txBody>
      </p:sp>
      <p:sp>
        <p:nvSpPr>
          <p:cNvPr id="75788" name="Line 12">
            <a:extLst>
              <a:ext uri="{FF2B5EF4-FFF2-40B4-BE49-F238E27FC236}">
                <a16:creationId xmlns:a16="http://schemas.microsoft.com/office/drawing/2014/main" id="{CA2D6B77-B983-4BF2-BB07-6FD49B3C50CA}"/>
              </a:ext>
            </a:extLst>
          </p:cNvPr>
          <p:cNvSpPr>
            <a:spLocks noChangeShapeType="1"/>
          </p:cNvSpPr>
          <p:nvPr/>
        </p:nvSpPr>
        <p:spPr bwMode="auto">
          <a:xfrm>
            <a:off x="1828800" y="2971800"/>
            <a:ext cx="61722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dirty="0"/>
          </a:p>
        </p:txBody>
      </p:sp>
      <p:sp>
        <p:nvSpPr>
          <p:cNvPr id="75790" name="Rectangle 14">
            <a:extLst>
              <a:ext uri="{FF2B5EF4-FFF2-40B4-BE49-F238E27FC236}">
                <a16:creationId xmlns:a16="http://schemas.microsoft.com/office/drawing/2014/main" id="{BE82079C-3BB9-4C6C-BA0C-6C47B3343BA6}"/>
              </a:ext>
            </a:extLst>
          </p:cNvPr>
          <p:cNvSpPr>
            <a:spLocks noChangeArrowheads="1"/>
          </p:cNvSpPr>
          <p:nvPr/>
        </p:nvSpPr>
        <p:spPr bwMode="auto">
          <a:xfrm>
            <a:off x="1752600" y="1524000"/>
            <a:ext cx="6553200" cy="4724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75791" name="Oval 15">
            <a:extLst>
              <a:ext uri="{FF2B5EF4-FFF2-40B4-BE49-F238E27FC236}">
                <a16:creationId xmlns:a16="http://schemas.microsoft.com/office/drawing/2014/main" id="{05C16938-FB60-4417-8E0C-D9C7BCA769EA}"/>
              </a:ext>
            </a:extLst>
          </p:cNvPr>
          <p:cNvSpPr>
            <a:spLocks noChangeArrowheads="1"/>
          </p:cNvSpPr>
          <p:nvPr/>
        </p:nvSpPr>
        <p:spPr bwMode="auto">
          <a:xfrm>
            <a:off x="8610600" y="1524000"/>
            <a:ext cx="990600" cy="10668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75792" name="Text Box 16">
            <a:extLst>
              <a:ext uri="{FF2B5EF4-FFF2-40B4-BE49-F238E27FC236}">
                <a16:creationId xmlns:a16="http://schemas.microsoft.com/office/drawing/2014/main" id="{FB85990F-C79C-4F20-8FA8-898E84D91DCF}"/>
              </a:ext>
            </a:extLst>
          </p:cNvPr>
          <p:cNvSpPr txBox="1">
            <a:spLocks noChangeArrowheads="1"/>
          </p:cNvSpPr>
          <p:nvPr/>
        </p:nvSpPr>
        <p:spPr bwMode="auto">
          <a:xfrm>
            <a:off x="8684169" y="1752601"/>
            <a:ext cx="8133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s-MX" altLang="es-MX" sz="1200" dirty="0">
                <a:latin typeface="Verdana" panose="020B0604030504040204" pitchFamily="34" charset="0"/>
              </a:rPr>
              <a:t>Archivo </a:t>
            </a:r>
          </a:p>
          <a:p>
            <a:pPr algn="ctr"/>
            <a:r>
              <a:rPr lang="es-MX" altLang="es-MX" sz="1200" dirty="0">
                <a:latin typeface="Verdana" panose="020B0604030504040204" pitchFamily="34" charset="0"/>
              </a:rPr>
              <a:t>de </a:t>
            </a:r>
          </a:p>
          <a:p>
            <a:pPr algn="ctr"/>
            <a:r>
              <a:rPr lang="es-MX" altLang="es-MX" sz="1200" dirty="0">
                <a:latin typeface="Verdana" panose="020B0604030504040204" pitchFamily="34" charset="0"/>
              </a:rPr>
              <a:t>Cliente</a:t>
            </a:r>
            <a:endParaRPr lang="es-ES" altLang="es-MX" sz="1200" dirty="0">
              <a:latin typeface="Verdana" panose="020B0604030504040204" pitchFamily="34" charset="0"/>
            </a:endParaRPr>
          </a:p>
        </p:txBody>
      </p:sp>
      <p:sp>
        <p:nvSpPr>
          <p:cNvPr id="75793" name="Oval 17">
            <a:extLst>
              <a:ext uri="{FF2B5EF4-FFF2-40B4-BE49-F238E27FC236}">
                <a16:creationId xmlns:a16="http://schemas.microsoft.com/office/drawing/2014/main" id="{08C72936-5AC5-4213-BBDD-9DFA5198ADC4}"/>
              </a:ext>
            </a:extLst>
          </p:cNvPr>
          <p:cNvSpPr>
            <a:spLocks noChangeArrowheads="1"/>
          </p:cNvSpPr>
          <p:nvPr/>
        </p:nvSpPr>
        <p:spPr bwMode="auto">
          <a:xfrm>
            <a:off x="8610600" y="5181600"/>
            <a:ext cx="990600" cy="10668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75794" name="Text Box 18">
            <a:extLst>
              <a:ext uri="{FF2B5EF4-FFF2-40B4-BE49-F238E27FC236}">
                <a16:creationId xmlns:a16="http://schemas.microsoft.com/office/drawing/2014/main" id="{709039D3-0EB6-4FFD-A0A3-4B185ED36AC7}"/>
              </a:ext>
            </a:extLst>
          </p:cNvPr>
          <p:cNvSpPr txBox="1">
            <a:spLocks noChangeArrowheads="1"/>
          </p:cNvSpPr>
          <p:nvPr/>
        </p:nvSpPr>
        <p:spPr bwMode="auto">
          <a:xfrm>
            <a:off x="8615363" y="5410200"/>
            <a:ext cx="957262"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s-MX" altLang="es-MX" sz="1200" dirty="0">
                <a:latin typeface="Verdana" panose="020B0604030504040204" pitchFamily="34" charset="0"/>
              </a:rPr>
              <a:t>Domicilios</a:t>
            </a:r>
            <a:endParaRPr lang="es-ES" altLang="es-MX" sz="1200" dirty="0">
              <a:latin typeface="Verdana" panose="020B0604030504040204" pitchFamily="34" charset="0"/>
            </a:endParaRPr>
          </a:p>
        </p:txBody>
      </p:sp>
      <p:sp>
        <p:nvSpPr>
          <p:cNvPr id="75795" name="Oval 19">
            <a:extLst>
              <a:ext uri="{FF2B5EF4-FFF2-40B4-BE49-F238E27FC236}">
                <a16:creationId xmlns:a16="http://schemas.microsoft.com/office/drawing/2014/main" id="{A9155D96-8991-4E11-9CB5-3CDD4338E437}"/>
              </a:ext>
            </a:extLst>
          </p:cNvPr>
          <p:cNvSpPr>
            <a:spLocks noChangeArrowheads="1"/>
          </p:cNvSpPr>
          <p:nvPr/>
        </p:nvSpPr>
        <p:spPr bwMode="auto">
          <a:xfrm>
            <a:off x="8610600" y="3962400"/>
            <a:ext cx="990600" cy="10668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75796" name="Text Box 20">
            <a:extLst>
              <a:ext uri="{FF2B5EF4-FFF2-40B4-BE49-F238E27FC236}">
                <a16:creationId xmlns:a16="http://schemas.microsoft.com/office/drawing/2014/main" id="{73701F17-84EF-4480-85EC-BC42651B9C5D}"/>
              </a:ext>
            </a:extLst>
          </p:cNvPr>
          <p:cNvSpPr txBox="1">
            <a:spLocks noChangeArrowheads="1"/>
          </p:cNvSpPr>
          <p:nvPr/>
        </p:nvSpPr>
        <p:spPr bwMode="auto">
          <a:xfrm>
            <a:off x="8521700" y="4343400"/>
            <a:ext cx="114458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s-MX" altLang="es-MX" sz="1200" dirty="0">
                <a:latin typeface="Verdana" panose="020B0604030504040204" pitchFamily="34" charset="0"/>
              </a:rPr>
              <a:t>Movimientos</a:t>
            </a:r>
            <a:endParaRPr lang="es-ES" altLang="es-MX" sz="1200" dirty="0">
              <a:latin typeface="Verdana" panose="020B0604030504040204" pitchFamily="34" charset="0"/>
            </a:endParaRPr>
          </a:p>
        </p:txBody>
      </p:sp>
      <p:sp>
        <p:nvSpPr>
          <p:cNvPr id="75797" name="Oval 21">
            <a:extLst>
              <a:ext uri="{FF2B5EF4-FFF2-40B4-BE49-F238E27FC236}">
                <a16:creationId xmlns:a16="http://schemas.microsoft.com/office/drawing/2014/main" id="{366BF7B2-BDB3-41AA-B88B-FB94D306B630}"/>
              </a:ext>
            </a:extLst>
          </p:cNvPr>
          <p:cNvSpPr>
            <a:spLocks noChangeArrowheads="1"/>
          </p:cNvSpPr>
          <p:nvPr/>
        </p:nvSpPr>
        <p:spPr bwMode="auto">
          <a:xfrm>
            <a:off x="8610600" y="2743200"/>
            <a:ext cx="990600" cy="10668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75799" name="Line 23">
            <a:extLst>
              <a:ext uri="{FF2B5EF4-FFF2-40B4-BE49-F238E27FC236}">
                <a16:creationId xmlns:a16="http://schemas.microsoft.com/office/drawing/2014/main" id="{33FC9049-D237-4CE2-B498-DE590B142256}"/>
              </a:ext>
            </a:extLst>
          </p:cNvPr>
          <p:cNvSpPr>
            <a:spLocks noChangeShapeType="1"/>
          </p:cNvSpPr>
          <p:nvPr/>
        </p:nvSpPr>
        <p:spPr bwMode="auto">
          <a:xfrm flipV="1">
            <a:off x="8305800" y="2133600"/>
            <a:ext cx="3048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dirty="0"/>
          </a:p>
        </p:txBody>
      </p:sp>
      <p:sp>
        <p:nvSpPr>
          <p:cNvPr id="75800" name="Line 24">
            <a:extLst>
              <a:ext uri="{FF2B5EF4-FFF2-40B4-BE49-F238E27FC236}">
                <a16:creationId xmlns:a16="http://schemas.microsoft.com/office/drawing/2014/main" id="{D5ABAD14-E9D4-4B1E-AD75-FE3CDC382A16}"/>
              </a:ext>
            </a:extLst>
          </p:cNvPr>
          <p:cNvSpPr>
            <a:spLocks noChangeShapeType="1"/>
          </p:cNvSpPr>
          <p:nvPr/>
        </p:nvSpPr>
        <p:spPr bwMode="auto">
          <a:xfrm flipV="1">
            <a:off x="8305800" y="3276600"/>
            <a:ext cx="3048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dirty="0"/>
          </a:p>
        </p:txBody>
      </p:sp>
      <p:sp>
        <p:nvSpPr>
          <p:cNvPr id="75801" name="Line 25">
            <a:extLst>
              <a:ext uri="{FF2B5EF4-FFF2-40B4-BE49-F238E27FC236}">
                <a16:creationId xmlns:a16="http://schemas.microsoft.com/office/drawing/2014/main" id="{E0ADA17C-F7D3-46E9-A2A0-0948E1B7AE25}"/>
              </a:ext>
            </a:extLst>
          </p:cNvPr>
          <p:cNvSpPr>
            <a:spLocks noChangeShapeType="1"/>
          </p:cNvSpPr>
          <p:nvPr/>
        </p:nvSpPr>
        <p:spPr bwMode="auto">
          <a:xfrm flipH="1" flipV="1">
            <a:off x="8305800" y="4343400"/>
            <a:ext cx="3048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dirty="0"/>
          </a:p>
        </p:txBody>
      </p:sp>
      <p:sp>
        <p:nvSpPr>
          <p:cNvPr id="75802" name="Line 26">
            <a:extLst>
              <a:ext uri="{FF2B5EF4-FFF2-40B4-BE49-F238E27FC236}">
                <a16:creationId xmlns:a16="http://schemas.microsoft.com/office/drawing/2014/main" id="{5C4A85C9-5221-407D-8482-FB034209E886}"/>
              </a:ext>
            </a:extLst>
          </p:cNvPr>
          <p:cNvSpPr>
            <a:spLocks noChangeShapeType="1"/>
          </p:cNvSpPr>
          <p:nvPr/>
        </p:nvSpPr>
        <p:spPr bwMode="auto">
          <a:xfrm flipH="1" flipV="1">
            <a:off x="8305800" y="5257800"/>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dirty="0"/>
          </a:p>
        </p:txBody>
      </p:sp>
      <p:sp>
        <p:nvSpPr>
          <p:cNvPr id="75803" name="Text Box 27">
            <a:extLst>
              <a:ext uri="{FF2B5EF4-FFF2-40B4-BE49-F238E27FC236}">
                <a16:creationId xmlns:a16="http://schemas.microsoft.com/office/drawing/2014/main" id="{402D8AB7-9550-4A66-86C7-6FE1AD77E7D5}"/>
              </a:ext>
            </a:extLst>
          </p:cNvPr>
          <p:cNvSpPr txBox="1">
            <a:spLocks noChangeArrowheads="1"/>
          </p:cNvSpPr>
          <p:nvPr/>
        </p:nvSpPr>
        <p:spPr bwMode="auto">
          <a:xfrm>
            <a:off x="8610601" y="3124200"/>
            <a:ext cx="98901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s-MX" altLang="es-MX" sz="1200" dirty="0">
                <a:latin typeface="Verdana" panose="020B0604030504040204" pitchFamily="34" charset="0"/>
              </a:rPr>
              <a:t>Impuestos</a:t>
            </a:r>
            <a:endParaRPr lang="es-ES" altLang="es-MX" sz="1200" dirty="0">
              <a:latin typeface="Verdana" panose="020B060403050404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DE93FF95-B7F7-4063-A2B9-4500FF4F1E1E}"/>
              </a:ext>
            </a:extLst>
          </p:cNvPr>
          <p:cNvSpPr>
            <a:spLocks noGrp="1" noChangeArrowheads="1"/>
          </p:cNvSpPr>
          <p:nvPr>
            <p:ph type="title"/>
          </p:nvPr>
        </p:nvSpPr>
        <p:spPr/>
        <p:txBody>
          <a:bodyPr/>
          <a:lstStyle/>
          <a:p>
            <a:r>
              <a:rPr lang="es-MX" altLang="es-MX" dirty="0"/>
              <a:t>External Outputs</a:t>
            </a:r>
            <a:endParaRPr lang="es-ES" altLang="es-MX" dirty="0"/>
          </a:p>
        </p:txBody>
      </p:sp>
      <p:graphicFrame>
        <p:nvGraphicFramePr>
          <p:cNvPr id="76854" name="Group 54">
            <a:extLst>
              <a:ext uri="{FF2B5EF4-FFF2-40B4-BE49-F238E27FC236}">
                <a16:creationId xmlns:a16="http://schemas.microsoft.com/office/drawing/2014/main" id="{C36B5089-0A98-4EEA-A2CA-E7A3A95E174D}"/>
              </a:ext>
            </a:extLst>
          </p:cNvPr>
          <p:cNvGraphicFramePr>
            <a:graphicFrameLocks noGrp="1"/>
          </p:cNvGraphicFramePr>
          <p:nvPr/>
        </p:nvGraphicFramePr>
        <p:xfrm>
          <a:off x="1905000" y="1539875"/>
          <a:ext cx="7239000" cy="2901696"/>
        </p:xfrm>
        <a:graphic>
          <a:graphicData uri="http://schemas.openxmlformats.org/drawingml/2006/table">
            <a:tbl>
              <a:tblPr/>
              <a:tblGrid>
                <a:gridCol w="1828800">
                  <a:extLst>
                    <a:ext uri="{9D8B030D-6E8A-4147-A177-3AD203B41FA5}">
                      <a16:colId xmlns:a16="http://schemas.microsoft.com/office/drawing/2014/main" val="917911053"/>
                    </a:ext>
                  </a:extLst>
                </a:gridCol>
                <a:gridCol w="1790700">
                  <a:extLst>
                    <a:ext uri="{9D8B030D-6E8A-4147-A177-3AD203B41FA5}">
                      <a16:colId xmlns:a16="http://schemas.microsoft.com/office/drawing/2014/main" val="3846826723"/>
                    </a:ext>
                  </a:extLst>
                </a:gridCol>
                <a:gridCol w="1809750">
                  <a:extLst>
                    <a:ext uri="{9D8B030D-6E8A-4147-A177-3AD203B41FA5}">
                      <a16:colId xmlns:a16="http://schemas.microsoft.com/office/drawing/2014/main" val="1683770267"/>
                    </a:ext>
                  </a:extLst>
                </a:gridCol>
                <a:gridCol w="1809750">
                  <a:extLst>
                    <a:ext uri="{9D8B030D-6E8A-4147-A177-3AD203B41FA5}">
                      <a16:colId xmlns:a16="http://schemas.microsoft.com/office/drawing/2014/main" val="1535975589"/>
                    </a:ext>
                  </a:extLst>
                </a:gridCol>
              </a:tblGrid>
              <a:tr h="4699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DETs</a:t>
                      </a:r>
                    </a:p>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FTRs</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1-5</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Tipos de Elementos de Datos </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6-19</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Tipos de Elementos de Datos </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20-*</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Tipos de Elementos de Datos</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extLst>
                  <a:ext uri="{0D108BD9-81ED-4DB2-BD59-A6C34878D82A}">
                    <a16:rowId xmlns:a16="http://schemas.microsoft.com/office/drawing/2014/main" val="378043644"/>
                  </a:ext>
                </a:extLst>
              </a:tr>
              <a:tr h="4699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0 o 1 </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Tipo de Archivos Referenciados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L</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L</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A</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89360812"/>
                  </a:ext>
                </a:extLst>
              </a:tr>
              <a:tr h="4699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2 o 3</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 Tipo de Archivos Referenciados</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L</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A</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H</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12523427"/>
                  </a:ext>
                </a:extLst>
              </a:tr>
              <a:tr h="4699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4 o más</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Tipo de Archivos Referenciados</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A</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H</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H</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42042819"/>
                  </a:ext>
                </a:extLst>
              </a:tr>
            </a:tbl>
          </a:graphicData>
        </a:graphic>
      </p:graphicFrame>
      <p:graphicFrame>
        <p:nvGraphicFramePr>
          <p:cNvPr id="76853" name="Group 53">
            <a:extLst>
              <a:ext uri="{FF2B5EF4-FFF2-40B4-BE49-F238E27FC236}">
                <a16:creationId xmlns:a16="http://schemas.microsoft.com/office/drawing/2014/main" id="{DDF11E68-7885-4A93-B1B0-AF079530C732}"/>
              </a:ext>
            </a:extLst>
          </p:cNvPr>
          <p:cNvGraphicFramePr>
            <a:graphicFrameLocks noGrp="1"/>
          </p:cNvGraphicFramePr>
          <p:nvPr/>
        </p:nvGraphicFramePr>
        <p:xfrm>
          <a:off x="1905000" y="4562475"/>
          <a:ext cx="3657600" cy="1840230"/>
        </p:xfrm>
        <a:graphic>
          <a:graphicData uri="http://schemas.openxmlformats.org/drawingml/2006/table">
            <a:tbl>
              <a:tblPr/>
              <a:tblGrid>
                <a:gridCol w="1828800">
                  <a:extLst>
                    <a:ext uri="{9D8B030D-6E8A-4147-A177-3AD203B41FA5}">
                      <a16:colId xmlns:a16="http://schemas.microsoft.com/office/drawing/2014/main" val="737870992"/>
                    </a:ext>
                  </a:extLst>
                </a:gridCol>
                <a:gridCol w="1828800">
                  <a:extLst>
                    <a:ext uri="{9D8B030D-6E8A-4147-A177-3AD203B41FA5}">
                      <a16:colId xmlns:a16="http://schemas.microsoft.com/office/drawing/2014/main" val="3648359730"/>
                    </a:ext>
                  </a:extLst>
                </a:gridCol>
              </a:tblGrid>
              <a:tr h="45085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Complejidad</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1" i="0" u="none" strike="noStrike" cap="none" normalizeH="0" baseline="0" dirty="0">
                          <a:ln>
                            <a:noFill/>
                          </a:ln>
                          <a:solidFill>
                            <a:srgbClr val="4D4D4D"/>
                          </a:solidFill>
                          <a:effectLst/>
                          <a:latin typeface="Arial" panose="020B0604020202020204" pitchFamily="34" charset="0"/>
                        </a:rPr>
                        <a:t>  Puntos de Función sin Ajustar </a:t>
                      </a:r>
                      <a:endParaRPr kumimoji="0" lang="es-ES" altLang="es-MX" sz="13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extLst>
                  <a:ext uri="{0D108BD9-81ED-4DB2-BD59-A6C34878D82A}">
                    <a16:rowId xmlns:a16="http://schemas.microsoft.com/office/drawing/2014/main" val="3150642131"/>
                  </a:ext>
                </a:extLst>
              </a:tr>
              <a:tr h="45085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L (Low)=</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4</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962570"/>
                  </a:ext>
                </a:extLst>
              </a:tr>
              <a:tr h="45085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A (Average)=</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5</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88077431"/>
                  </a:ext>
                </a:extLst>
              </a:tr>
              <a:tr h="45085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H (High)=</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300" b="0" i="0" u="none" strike="noStrike" cap="none" normalizeH="0" baseline="0" dirty="0">
                          <a:ln>
                            <a:noFill/>
                          </a:ln>
                          <a:solidFill>
                            <a:srgbClr val="4D4D4D"/>
                          </a:solidFill>
                          <a:effectLst/>
                          <a:latin typeface="Arial" panose="020B0604020202020204" pitchFamily="34" charset="0"/>
                        </a:rPr>
                        <a:t>7</a:t>
                      </a:r>
                      <a:endParaRPr kumimoji="0" lang="es-ES" altLang="es-MX" sz="13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18035886"/>
                  </a:ext>
                </a:extLst>
              </a:tr>
            </a:tbl>
          </a:graphicData>
        </a:graphic>
      </p:graphicFrame>
      <p:sp>
        <p:nvSpPr>
          <p:cNvPr id="76847" name="Line 47">
            <a:extLst>
              <a:ext uri="{FF2B5EF4-FFF2-40B4-BE49-F238E27FC236}">
                <a16:creationId xmlns:a16="http://schemas.microsoft.com/office/drawing/2014/main" id="{E2602A95-2408-47C4-B7DD-2243755E2631}"/>
              </a:ext>
            </a:extLst>
          </p:cNvPr>
          <p:cNvSpPr>
            <a:spLocks noChangeShapeType="1"/>
          </p:cNvSpPr>
          <p:nvPr/>
        </p:nvSpPr>
        <p:spPr bwMode="auto">
          <a:xfrm rot="-132231">
            <a:off x="1903413" y="1520826"/>
            <a:ext cx="1828800" cy="765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4" name="Rectangle 6">
            <a:extLst>
              <a:ext uri="{FF2B5EF4-FFF2-40B4-BE49-F238E27FC236}">
                <a16:creationId xmlns:a16="http://schemas.microsoft.com/office/drawing/2014/main" id="{F4F06ED6-99F8-4495-B3A1-9473466256D1}"/>
              </a:ext>
            </a:extLst>
          </p:cNvPr>
          <p:cNvSpPr>
            <a:spLocks noGrp="1" noChangeArrowheads="1"/>
          </p:cNvSpPr>
          <p:nvPr>
            <p:ph type="title"/>
          </p:nvPr>
        </p:nvSpPr>
        <p:spPr/>
        <p:txBody>
          <a:bodyPr/>
          <a:lstStyle/>
          <a:p>
            <a:r>
              <a:rPr lang="es-MX" altLang="es-MX" dirty="0"/>
              <a:t>Matriz de Complejidad para Consultas Externas</a:t>
            </a:r>
          </a:p>
        </p:txBody>
      </p:sp>
      <p:sp>
        <p:nvSpPr>
          <p:cNvPr id="53255" name="Rectangle 7">
            <a:extLst>
              <a:ext uri="{FF2B5EF4-FFF2-40B4-BE49-F238E27FC236}">
                <a16:creationId xmlns:a16="http://schemas.microsoft.com/office/drawing/2014/main" id="{5BCAEFC5-8A3B-41BD-9601-771D509341F8}"/>
              </a:ext>
            </a:extLst>
          </p:cNvPr>
          <p:cNvSpPr>
            <a:spLocks noGrp="1" noChangeArrowheads="1"/>
          </p:cNvSpPr>
          <p:nvPr>
            <p:ph idx="1"/>
          </p:nvPr>
        </p:nvSpPr>
        <p:spPr/>
        <p:txBody>
          <a:bodyPr/>
          <a:lstStyle/>
          <a:p>
            <a:r>
              <a:rPr lang="es-MX" altLang="es-MX" dirty="0"/>
              <a:t>Tipos de Archivos Referenciados: </a:t>
            </a:r>
          </a:p>
          <a:p>
            <a:pPr lvl="1"/>
            <a:r>
              <a:rPr lang="es-MX" altLang="es-MX" dirty="0"/>
              <a:t>Basado en un punto de vista lógico o del usuario durante el proceso de entrada y salida(contados separadamente). </a:t>
            </a:r>
          </a:p>
          <a:p>
            <a:pPr lvl="1"/>
            <a:r>
              <a:rPr lang="es-MX" altLang="es-MX" dirty="0"/>
              <a:t>La complejidad de la transacción está basada sobre lo mas alto del lateral de entrada o salida.</a:t>
            </a:r>
            <a:endParaRPr lang="es-ES" altLang="es-MX"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4" name="Rectangle 4">
            <a:extLst>
              <a:ext uri="{FF2B5EF4-FFF2-40B4-BE49-F238E27FC236}">
                <a16:creationId xmlns:a16="http://schemas.microsoft.com/office/drawing/2014/main" id="{DB03EC2E-E848-41AB-9AC2-3CA43ED8B0FC}"/>
              </a:ext>
            </a:extLst>
          </p:cNvPr>
          <p:cNvSpPr>
            <a:spLocks noGrp="1" noChangeArrowheads="1"/>
          </p:cNvSpPr>
          <p:nvPr>
            <p:ph type="title"/>
          </p:nvPr>
        </p:nvSpPr>
        <p:spPr/>
        <p:txBody>
          <a:bodyPr/>
          <a:lstStyle/>
          <a:p>
            <a:r>
              <a:rPr lang="es-MX" altLang="es-MX" dirty="0"/>
              <a:t>Matriz de Complejidad para Consultas Externas</a:t>
            </a:r>
          </a:p>
        </p:txBody>
      </p:sp>
      <p:sp>
        <p:nvSpPr>
          <p:cNvPr id="122885" name="Rectangle 5">
            <a:extLst>
              <a:ext uri="{FF2B5EF4-FFF2-40B4-BE49-F238E27FC236}">
                <a16:creationId xmlns:a16="http://schemas.microsoft.com/office/drawing/2014/main" id="{B33EB952-9303-408B-8020-E2B69EA2445F}"/>
              </a:ext>
            </a:extLst>
          </p:cNvPr>
          <p:cNvSpPr>
            <a:spLocks noGrp="1" noChangeArrowheads="1"/>
          </p:cNvSpPr>
          <p:nvPr>
            <p:ph idx="1"/>
          </p:nvPr>
        </p:nvSpPr>
        <p:spPr/>
        <p:txBody>
          <a:bodyPr/>
          <a:lstStyle/>
          <a:p>
            <a:pPr>
              <a:lnSpc>
                <a:spcPct val="90000"/>
              </a:lnSpc>
            </a:pPr>
            <a:r>
              <a:rPr lang="es-MX" altLang="es-MX" sz="2000" dirty="0"/>
              <a:t>Tipos de Elementos de Datos: </a:t>
            </a:r>
          </a:p>
          <a:p>
            <a:pPr lvl="1">
              <a:lnSpc>
                <a:spcPct val="90000"/>
              </a:lnSpc>
            </a:pPr>
            <a:r>
              <a:rPr lang="es-MX" altLang="es-MX" sz="1800" dirty="0"/>
              <a:t>Input Side</a:t>
            </a:r>
          </a:p>
          <a:p>
            <a:pPr lvl="2">
              <a:lnSpc>
                <a:spcPct val="90000"/>
              </a:lnSpc>
            </a:pPr>
            <a:r>
              <a:rPr lang="es-MX" altLang="es-MX" sz="1600" dirty="0"/>
              <a:t>No recurrente, variables o campos reconocibles por el usuario.</a:t>
            </a:r>
          </a:p>
          <a:p>
            <a:pPr lvl="2">
              <a:lnSpc>
                <a:spcPct val="90000"/>
              </a:lnSpc>
            </a:pPr>
            <a:r>
              <a:rPr lang="es-MX" altLang="es-MX" sz="1600" dirty="0"/>
              <a:t>1 DET para cada campo es utilizado para especificar los criterios de selección de información. </a:t>
            </a:r>
          </a:p>
          <a:p>
            <a:pPr lvl="2">
              <a:lnSpc>
                <a:spcPct val="90000"/>
              </a:lnSpc>
            </a:pPr>
            <a:r>
              <a:rPr lang="es-MX" altLang="es-MX" sz="1600" dirty="0"/>
              <a:t>Agregar 1 DET por campo que indique un error ocurrido durante el proceso o la confirmación de un proceso exitoso. (1 DET aparte del número de mensajes).</a:t>
            </a:r>
          </a:p>
          <a:p>
            <a:pPr lvl="2">
              <a:lnSpc>
                <a:spcPct val="90000"/>
              </a:lnSpc>
            </a:pPr>
            <a:r>
              <a:rPr lang="es-MX" altLang="es-MX" sz="1600" dirty="0"/>
              <a:t>1 DET por campo que proporciona la capacidad para ejecutar el EQ.</a:t>
            </a:r>
          </a:p>
          <a:p>
            <a:pPr lvl="1">
              <a:lnSpc>
                <a:spcPct val="90000"/>
              </a:lnSpc>
            </a:pPr>
            <a:r>
              <a:rPr lang="es-MX" altLang="es-MX" sz="1800" dirty="0"/>
              <a:t>Output Side</a:t>
            </a:r>
          </a:p>
          <a:p>
            <a:pPr lvl="2">
              <a:lnSpc>
                <a:spcPct val="90000"/>
              </a:lnSpc>
            </a:pPr>
            <a:r>
              <a:rPr lang="es-MX" altLang="es-MX" sz="1600" dirty="0"/>
              <a:t>No recurrente, variables o campos reconocibles por el usuario.</a:t>
            </a:r>
          </a:p>
          <a:p>
            <a:pPr lvl="2">
              <a:lnSpc>
                <a:spcPct val="90000"/>
              </a:lnSpc>
            </a:pPr>
            <a:r>
              <a:rPr lang="es-MX" altLang="es-MX" sz="1600" dirty="0"/>
              <a:t>No contar literalmente como DETs.</a:t>
            </a:r>
          </a:p>
          <a:p>
            <a:pPr lvl="2">
              <a:lnSpc>
                <a:spcPct val="90000"/>
              </a:lnSpc>
            </a:pPr>
            <a:r>
              <a:rPr lang="es-MX" altLang="es-MX" sz="1600" dirty="0"/>
              <a:t>No contar números de página.</a:t>
            </a:r>
          </a:p>
          <a:p>
            <a:pPr lvl="2">
              <a:lnSpc>
                <a:spcPct val="90000"/>
              </a:lnSpc>
            </a:pPr>
            <a:r>
              <a:rPr lang="es-MX" altLang="es-MX" sz="1600" dirty="0"/>
              <a:t>Contar 1 DET para cada tipo de equivalente numérico en una salida gráfica. </a:t>
            </a:r>
          </a:p>
          <a:p>
            <a:pPr lvl="2">
              <a:lnSpc>
                <a:spcPct val="90000"/>
              </a:lnSpc>
            </a:pPr>
            <a:r>
              <a:rPr lang="es-MX" altLang="es-MX" sz="1600" dirty="0"/>
              <a:t>Contar 1 DET para textos de información que pueden ser una palabra simple, sentencia o frase.</a:t>
            </a:r>
            <a:endParaRPr lang="es-ES" altLang="es-MX"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F04A19C0-7107-424E-B271-48EF69773961}"/>
              </a:ext>
            </a:extLst>
          </p:cNvPr>
          <p:cNvSpPr>
            <a:spLocks noGrp="1" noChangeArrowheads="1"/>
          </p:cNvSpPr>
          <p:nvPr>
            <p:ph type="title"/>
          </p:nvPr>
        </p:nvSpPr>
        <p:spPr/>
        <p:txBody>
          <a:bodyPr/>
          <a:lstStyle/>
          <a:p>
            <a:r>
              <a:rPr lang="es-MX" altLang="es-MX" dirty="0"/>
              <a:t>Ejemplo: EQ</a:t>
            </a:r>
          </a:p>
        </p:txBody>
      </p:sp>
      <p:sp>
        <p:nvSpPr>
          <p:cNvPr id="131075" name="Text Box 3">
            <a:extLst>
              <a:ext uri="{FF2B5EF4-FFF2-40B4-BE49-F238E27FC236}">
                <a16:creationId xmlns:a16="http://schemas.microsoft.com/office/drawing/2014/main" id="{9DFA35A3-6250-41FB-BB7B-F6D6E0AA3078}"/>
              </a:ext>
            </a:extLst>
          </p:cNvPr>
          <p:cNvSpPr txBox="1">
            <a:spLocks noChangeArrowheads="1"/>
          </p:cNvSpPr>
          <p:nvPr/>
        </p:nvSpPr>
        <p:spPr bwMode="auto">
          <a:xfrm>
            <a:off x="3352800" y="1524000"/>
            <a:ext cx="3429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s-MX" altLang="es-MX" b="1" dirty="0">
                <a:latin typeface="Bell Centennial Name and Number" pitchFamily="34" charset="0"/>
              </a:rPr>
              <a:t>Artículos</a:t>
            </a:r>
            <a:endParaRPr lang="es-ES" altLang="es-MX" b="1" dirty="0">
              <a:latin typeface="Bell Centennial Name and Number" pitchFamily="34" charset="0"/>
            </a:endParaRPr>
          </a:p>
        </p:txBody>
      </p:sp>
      <p:sp>
        <p:nvSpPr>
          <p:cNvPr id="131076" name="Text Box 4">
            <a:extLst>
              <a:ext uri="{FF2B5EF4-FFF2-40B4-BE49-F238E27FC236}">
                <a16:creationId xmlns:a16="http://schemas.microsoft.com/office/drawing/2014/main" id="{C8576FAD-D1C8-40B8-AB74-DDEA38B24197}"/>
              </a:ext>
            </a:extLst>
          </p:cNvPr>
          <p:cNvSpPr txBox="1">
            <a:spLocks noChangeArrowheads="1"/>
          </p:cNvSpPr>
          <p:nvPr/>
        </p:nvSpPr>
        <p:spPr bwMode="auto">
          <a:xfrm>
            <a:off x="2133600" y="1828801"/>
            <a:ext cx="19812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sz="1300" dirty="0">
                <a:latin typeface="Bell Centennial Name and Number" pitchFamily="34" charset="0"/>
              </a:rPr>
              <a:t>Código Artículos</a:t>
            </a:r>
            <a:endParaRPr lang="es-ES" altLang="es-MX" sz="1300" dirty="0">
              <a:latin typeface="Bell Centennial Name and Number" pitchFamily="34" charset="0"/>
            </a:endParaRPr>
          </a:p>
        </p:txBody>
      </p:sp>
      <p:sp>
        <p:nvSpPr>
          <p:cNvPr id="131077" name="Text Box 5">
            <a:extLst>
              <a:ext uri="{FF2B5EF4-FFF2-40B4-BE49-F238E27FC236}">
                <a16:creationId xmlns:a16="http://schemas.microsoft.com/office/drawing/2014/main" id="{F0EF592B-C025-4ADF-8EEF-FCC22631543B}"/>
              </a:ext>
            </a:extLst>
          </p:cNvPr>
          <p:cNvSpPr txBox="1">
            <a:spLocks noChangeArrowheads="1"/>
          </p:cNvSpPr>
          <p:nvPr/>
        </p:nvSpPr>
        <p:spPr bwMode="auto">
          <a:xfrm>
            <a:off x="2133600" y="2286001"/>
            <a:ext cx="19050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sz="1300" dirty="0">
                <a:latin typeface="Bell Centennial Name and Number" pitchFamily="34" charset="0"/>
              </a:rPr>
              <a:t>Descripción Corta</a:t>
            </a:r>
            <a:endParaRPr lang="es-ES" altLang="es-MX" sz="1300" dirty="0">
              <a:latin typeface="Bell Centennial Name and Number" pitchFamily="34" charset="0"/>
            </a:endParaRPr>
          </a:p>
        </p:txBody>
      </p:sp>
      <p:sp>
        <p:nvSpPr>
          <p:cNvPr id="131078" name="Text Box 6">
            <a:extLst>
              <a:ext uri="{FF2B5EF4-FFF2-40B4-BE49-F238E27FC236}">
                <a16:creationId xmlns:a16="http://schemas.microsoft.com/office/drawing/2014/main" id="{ECF2D8E4-B9BB-42CA-A65D-E7F335A519A8}"/>
              </a:ext>
            </a:extLst>
          </p:cNvPr>
          <p:cNvSpPr txBox="1">
            <a:spLocks noChangeArrowheads="1"/>
          </p:cNvSpPr>
          <p:nvPr/>
        </p:nvSpPr>
        <p:spPr bwMode="auto">
          <a:xfrm>
            <a:off x="2133600" y="2667001"/>
            <a:ext cx="22098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sz="1300" dirty="0">
                <a:latin typeface="Bell Centennial Name and Number" pitchFamily="34" charset="0"/>
              </a:rPr>
              <a:t>Descripción Larga</a:t>
            </a:r>
            <a:endParaRPr lang="es-ES" altLang="es-MX" sz="1300" dirty="0">
              <a:latin typeface="Bell Centennial Name and Number" pitchFamily="34" charset="0"/>
            </a:endParaRPr>
          </a:p>
        </p:txBody>
      </p:sp>
      <p:sp>
        <p:nvSpPr>
          <p:cNvPr id="131079" name="Text Box 7">
            <a:extLst>
              <a:ext uri="{FF2B5EF4-FFF2-40B4-BE49-F238E27FC236}">
                <a16:creationId xmlns:a16="http://schemas.microsoft.com/office/drawing/2014/main" id="{1D71BFF7-8F00-4B0E-9A63-1654672F3D2A}"/>
              </a:ext>
            </a:extLst>
          </p:cNvPr>
          <p:cNvSpPr txBox="1">
            <a:spLocks noChangeArrowheads="1"/>
          </p:cNvSpPr>
          <p:nvPr/>
        </p:nvSpPr>
        <p:spPr bwMode="auto">
          <a:xfrm>
            <a:off x="2133600" y="3429001"/>
            <a:ext cx="22860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sz="1300" dirty="0">
                <a:latin typeface="Bell Centennial Name and Number" pitchFamily="34" charset="0"/>
              </a:rPr>
              <a:t>Código de Rubro</a:t>
            </a:r>
            <a:endParaRPr lang="es-ES" altLang="es-MX" sz="1300" dirty="0">
              <a:latin typeface="Bell Centennial Name and Number" pitchFamily="34" charset="0"/>
            </a:endParaRPr>
          </a:p>
        </p:txBody>
      </p:sp>
      <p:sp>
        <p:nvSpPr>
          <p:cNvPr id="131080" name="Text Box 8">
            <a:extLst>
              <a:ext uri="{FF2B5EF4-FFF2-40B4-BE49-F238E27FC236}">
                <a16:creationId xmlns:a16="http://schemas.microsoft.com/office/drawing/2014/main" id="{320BACA1-1E8B-4FE5-BB1E-E24F1453CFAE}"/>
              </a:ext>
            </a:extLst>
          </p:cNvPr>
          <p:cNvSpPr txBox="1">
            <a:spLocks noChangeArrowheads="1"/>
          </p:cNvSpPr>
          <p:nvPr/>
        </p:nvSpPr>
        <p:spPr bwMode="auto">
          <a:xfrm>
            <a:off x="2133600" y="3810001"/>
            <a:ext cx="22098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sz="1300" dirty="0">
                <a:latin typeface="Bell Centennial Name and Number" pitchFamily="34" charset="0"/>
              </a:rPr>
              <a:t>Descripción Rubro</a:t>
            </a:r>
            <a:endParaRPr lang="es-ES" altLang="es-MX" sz="1300" dirty="0">
              <a:latin typeface="Bell Centennial Name and Number" pitchFamily="34" charset="0"/>
            </a:endParaRPr>
          </a:p>
        </p:txBody>
      </p:sp>
      <p:sp>
        <p:nvSpPr>
          <p:cNvPr id="131081" name="Text Box 9">
            <a:extLst>
              <a:ext uri="{FF2B5EF4-FFF2-40B4-BE49-F238E27FC236}">
                <a16:creationId xmlns:a16="http://schemas.microsoft.com/office/drawing/2014/main" id="{63F41FC5-DB3C-47C1-9F77-1C741F36BCD2}"/>
              </a:ext>
            </a:extLst>
          </p:cNvPr>
          <p:cNvSpPr txBox="1">
            <a:spLocks noChangeArrowheads="1"/>
          </p:cNvSpPr>
          <p:nvPr/>
        </p:nvSpPr>
        <p:spPr bwMode="auto">
          <a:xfrm>
            <a:off x="2133600" y="4495801"/>
            <a:ext cx="19050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sz="1300" dirty="0">
                <a:latin typeface="Bell Centennial Name and Number" pitchFamily="34" charset="0"/>
              </a:rPr>
              <a:t>Código Pais Origen</a:t>
            </a:r>
            <a:endParaRPr lang="es-ES" altLang="es-MX" sz="1300" dirty="0">
              <a:latin typeface="Bell Centennial Name and Number" pitchFamily="34" charset="0"/>
            </a:endParaRPr>
          </a:p>
        </p:txBody>
      </p:sp>
      <p:sp>
        <p:nvSpPr>
          <p:cNvPr id="131082" name="Text Box 10">
            <a:extLst>
              <a:ext uri="{FF2B5EF4-FFF2-40B4-BE49-F238E27FC236}">
                <a16:creationId xmlns:a16="http://schemas.microsoft.com/office/drawing/2014/main" id="{3459557E-15A5-4EFA-BD62-E38333429DF1}"/>
              </a:ext>
            </a:extLst>
          </p:cNvPr>
          <p:cNvSpPr txBox="1">
            <a:spLocks noChangeArrowheads="1"/>
          </p:cNvSpPr>
          <p:nvPr/>
        </p:nvSpPr>
        <p:spPr bwMode="auto">
          <a:xfrm>
            <a:off x="2133600" y="4953001"/>
            <a:ext cx="16764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sz="1300" dirty="0">
                <a:latin typeface="Bell Centennial Name and Number" pitchFamily="34" charset="0"/>
              </a:rPr>
              <a:t> </a:t>
            </a:r>
            <a:endParaRPr lang="es-ES" altLang="es-MX" sz="1300" dirty="0">
              <a:latin typeface="Bell Centennial Name and Number" pitchFamily="34" charset="0"/>
            </a:endParaRPr>
          </a:p>
        </p:txBody>
      </p:sp>
      <p:sp>
        <p:nvSpPr>
          <p:cNvPr id="131083" name="Rectangle 11">
            <a:extLst>
              <a:ext uri="{FF2B5EF4-FFF2-40B4-BE49-F238E27FC236}">
                <a16:creationId xmlns:a16="http://schemas.microsoft.com/office/drawing/2014/main" id="{FE85BF54-0FF4-4860-83E4-E878F4C4F379}"/>
              </a:ext>
            </a:extLst>
          </p:cNvPr>
          <p:cNvSpPr>
            <a:spLocks noChangeArrowheads="1"/>
          </p:cNvSpPr>
          <p:nvPr/>
        </p:nvSpPr>
        <p:spPr bwMode="auto">
          <a:xfrm>
            <a:off x="4419600" y="1828800"/>
            <a:ext cx="26670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1084" name="Rectangle 12">
            <a:extLst>
              <a:ext uri="{FF2B5EF4-FFF2-40B4-BE49-F238E27FC236}">
                <a16:creationId xmlns:a16="http://schemas.microsoft.com/office/drawing/2014/main" id="{FFB43265-B66F-4463-AC72-0652CF909968}"/>
              </a:ext>
            </a:extLst>
          </p:cNvPr>
          <p:cNvSpPr>
            <a:spLocks noChangeArrowheads="1"/>
          </p:cNvSpPr>
          <p:nvPr/>
        </p:nvSpPr>
        <p:spPr bwMode="auto">
          <a:xfrm>
            <a:off x="4419600" y="2286000"/>
            <a:ext cx="26670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1085" name="Rectangle 13">
            <a:extLst>
              <a:ext uri="{FF2B5EF4-FFF2-40B4-BE49-F238E27FC236}">
                <a16:creationId xmlns:a16="http://schemas.microsoft.com/office/drawing/2014/main" id="{8D965A46-9A8E-4FB5-B9B5-F78C9402D80E}"/>
              </a:ext>
            </a:extLst>
          </p:cNvPr>
          <p:cNvSpPr>
            <a:spLocks noChangeArrowheads="1"/>
          </p:cNvSpPr>
          <p:nvPr/>
        </p:nvSpPr>
        <p:spPr bwMode="auto">
          <a:xfrm>
            <a:off x="4419600" y="2667000"/>
            <a:ext cx="26670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1086" name="Rectangle 14">
            <a:extLst>
              <a:ext uri="{FF2B5EF4-FFF2-40B4-BE49-F238E27FC236}">
                <a16:creationId xmlns:a16="http://schemas.microsoft.com/office/drawing/2014/main" id="{4F9DBB90-236B-4D7E-8ECE-675350B162EB}"/>
              </a:ext>
            </a:extLst>
          </p:cNvPr>
          <p:cNvSpPr>
            <a:spLocks noChangeArrowheads="1"/>
          </p:cNvSpPr>
          <p:nvPr/>
        </p:nvSpPr>
        <p:spPr bwMode="auto">
          <a:xfrm>
            <a:off x="4419600" y="3429000"/>
            <a:ext cx="26670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1087" name="Rectangle 15">
            <a:extLst>
              <a:ext uri="{FF2B5EF4-FFF2-40B4-BE49-F238E27FC236}">
                <a16:creationId xmlns:a16="http://schemas.microsoft.com/office/drawing/2014/main" id="{E6CEB344-D117-43EA-8F30-19EC7E698FC2}"/>
              </a:ext>
            </a:extLst>
          </p:cNvPr>
          <p:cNvSpPr>
            <a:spLocks noChangeArrowheads="1"/>
          </p:cNvSpPr>
          <p:nvPr/>
        </p:nvSpPr>
        <p:spPr bwMode="auto">
          <a:xfrm>
            <a:off x="4419600" y="3810000"/>
            <a:ext cx="26670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1088" name="Rectangle 16">
            <a:extLst>
              <a:ext uri="{FF2B5EF4-FFF2-40B4-BE49-F238E27FC236}">
                <a16:creationId xmlns:a16="http://schemas.microsoft.com/office/drawing/2014/main" id="{42F85B7D-4073-444C-BDC7-583B42E4F88B}"/>
              </a:ext>
            </a:extLst>
          </p:cNvPr>
          <p:cNvSpPr>
            <a:spLocks noChangeArrowheads="1"/>
          </p:cNvSpPr>
          <p:nvPr/>
        </p:nvSpPr>
        <p:spPr bwMode="auto">
          <a:xfrm>
            <a:off x="4419600" y="4572000"/>
            <a:ext cx="26670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1089" name="Rectangle 17">
            <a:extLst>
              <a:ext uri="{FF2B5EF4-FFF2-40B4-BE49-F238E27FC236}">
                <a16:creationId xmlns:a16="http://schemas.microsoft.com/office/drawing/2014/main" id="{47181A56-6DCF-421B-8ADE-C7B827173E26}"/>
              </a:ext>
            </a:extLst>
          </p:cNvPr>
          <p:cNvSpPr>
            <a:spLocks noChangeArrowheads="1"/>
          </p:cNvSpPr>
          <p:nvPr/>
        </p:nvSpPr>
        <p:spPr bwMode="auto">
          <a:xfrm>
            <a:off x="4419600" y="4953000"/>
            <a:ext cx="26670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1090" name="AutoShape 18">
            <a:extLst>
              <a:ext uri="{FF2B5EF4-FFF2-40B4-BE49-F238E27FC236}">
                <a16:creationId xmlns:a16="http://schemas.microsoft.com/office/drawing/2014/main" id="{EB491D23-7264-4390-96B6-05DCC8A3F5F6}"/>
              </a:ext>
            </a:extLst>
          </p:cNvPr>
          <p:cNvSpPr>
            <a:spLocks noChangeArrowheads="1"/>
          </p:cNvSpPr>
          <p:nvPr/>
        </p:nvSpPr>
        <p:spPr bwMode="auto">
          <a:xfrm>
            <a:off x="7239000" y="1905000"/>
            <a:ext cx="228600" cy="228600"/>
          </a:xfrm>
          <a:prstGeom prst="flowChartMerge">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1091" name="AutoShape 19">
            <a:extLst>
              <a:ext uri="{FF2B5EF4-FFF2-40B4-BE49-F238E27FC236}">
                <a16:creationId xmlns:a16="http://schemas.microsoft.com/office/drawing/2014/main" id="{F39EC285-36AB-4EA7-A97A-CE247FC69A5A}"/>
              </a:ext>
            </a:extLst>
          </p:cNvPr>
          <p:cNvSpPr>
            <a:spLocks noChangeArrowheads="1"/>
          </p:cNvSpPr>
          <p:nvPr/>
        </p:nvSpPr>
        <p:spPr bwMode="auto">
          <a:xfrm>
            <a:off x="7239000" y="3505200"/>
            <a:ext cx="228600" cy="228600"/>
          </a:xfrm>
          <a:prstGeom prst="flowChartMerge">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1092" name="AutoShape 20">
            <a:extLst>
              <a:ext uri="{FF2B5EF4-FFF2-40B4-BE49-F238E27FC236}">
                <a16:creationId xmlns:a16="http://schemas.microsoft.com/office/drawing/2014/main" id="{BE914F13-0F0F-4FB4-80DA-A4F2BF2B6C2A}"/>
              </a:ext>
            </a:extLst>
          </p:cNvPr>
          <p:cNvSpPr>
            <a:spLocks noChangeArrowheads="1"/>
          </p:cNvSpPr>
          <p:nvPr/>
        </p:nvSpPr>
        <p:spPr bwMode="auto">
          <a:xfrm>
            <a:off x="7239000" y="4648200"/>
            <a:ext cx="228600" cy="228600"/>
          </a:xfrm>
          <a:prstGeom prst="flowChartMerge">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1093" name="Rectangle 21">
            <a:extLst>
              <a:ext uri="{FF2B5EF4-FFF2-40B4-BE49-F238E27FC236}">
                <a16:creationId xmlns:a16="http://schemas.microsoft.com/office/drawing/2014/main" id="{F8AFAFE0-B1FA-49B2-929B-D48B9A1D24B1}"/>
              </a:ext>
            </a:extLst>
          </p:cNvPr>
          <p:cNvSpPr>
            <a:spLocks noChangeArrowheads="1"/>
          </p:cNvSpPr>
          <p:nvPr/>
        </p:nvSpPr>
        <p:spPr bwMode="auto">
          <a:xfrm>
            <a:off x="7162800" y="1828800"/>
            <a:ext cx="3810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1094" name="Rectangle 22">
            <a:extLst>
              <a:ext uri="{FF2B5EF4-FFF2-40B4-BE49-F238E27FC236}">
                <a16:creationId xmlns:a16="http://schemas.microsoft.com/office/drawing/2014/main" id="{A012811E-09D8-4945-8C81-2E96D533986B}"/>
              </a:ext>
            </a:extLst>
          </p:cNvPr>
          <p:cNvSpPr>
            <a:spLocks noChangeArrowheads="1"/>
          </p:cNvSpPr>
          <p:nvPr/>
        </p:nvSpPr>
        <p:spPr bwMode="auto">
          <a:xfrm>
            <a:off x="7162800" y="4572000"/>
            <a:ext cx="3810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1095" name="Rectangle 23">
            <a:extLst>
              <a:ext uri="{FF2B5EF4-FFF2-40B4-BE49-F238E27FC236}">
                <a16:creationId xmlns:a16="http://schemas.microsoft.com/office/drawing/2014/main" id="{240E9F89-B731-47B4-9EFA-0CA6E8DCF1BA}"/>
              </a:ext>
            </a:extLst>
          </p:cNvPr>
          <p:cNvSpPr>
            <a:spLocks noChangeArrowheads="1"/>
          </p:cNvSpPr>
          <p:nvPr/>
        </p:nvSpPr>
        <p:spPr bwMode="auto">
          <a:xfrm>
            <a:off x="7162800" y="3429000"/>
            <a:ext cx="381000" cy="30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1096" name="Text Box 24">
            <a:extLst>
              <a:ext uri="{FF2B5EF4-FFF2-40B4-BE49-F238E27FC236}">
                <a16:creationId xmlns:a16="http://schemas.microsoft.com/office/drawing/2014/main" id="{2867A5EF-2ACC-4342-B753-266F5CCC8D46}"/>
              </a:ext>
            </a:extLst>
          </p:cNvPr>
          <p:cNvSpPr txBox="1">
            <a:spLocks noChangeArrowheads="1"/>
          </p:cNvSpPr>
          <p:nvPr/>
        </p:nvSpPr>
        <p:spPr bwMode="auto">
          <a:xfrm>
            <a:off x="2362200" y="5334000"/>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s-MX" altLang="es-MX" sz="2400" u="sng" dirty="0"/>
          </a:p>
        </p:txBody>
      </p:sp>
      <p:sp>
        <p:nvSpPr>
          <p:cNvPr id="131097" name="AutoShape 25">
            <a:extLst>
              <a:ext uri="{FF2B5EF4-FFF2-40B4-BE49-F238E27FC236}">
                <a16:creationId xmlns:a16="http://schemas.microsoft.com/office/drawing/2014/main" id="{77ECF4D4-2513-42B2-A904-873320E77BCD}"/>
              </a:ext>
            </a:extLst>
          </p:cNvPr>
          <p:cNvSpPr>
            <a:spLocks noChangeArrowheads="1"/>
          </p:cNvSpPr>
          <p:nvPr/>
        </p:nvSpPr>
        <p:spPr bwMode="auto">
          <a:xfrm>
            <a:off x="2133601" y="5486400"/>
            <a:ext cx="1039813" cy="457200"/>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1098" name="Text Box 26">
            <a:extLst>
              <a:ext uri="{FF2B5EF4-FFF2-40B4-BE49-F238E27FC236}">
                <a16:creationId xmlns:a16="http://schemas.microsoft.com/office/drawing/2014/main" id="{30460C0F-F484-4E44-AF1D-A4B96D54346D}"/>
              </a:ext>
            </a:extLst>
          </p:cNvPr>
          <p:cNvSpPr txBox="1">
            <a:spLocks noChangeArrowheads="1"/>
          </p:cNvSpPr>
          <p:nvPr/>
        </p:nvSpPr>
        <p:spPr bwMode="auto">
          <a:xfrm>
            <a:off x="2133600" y="5562601"/>
            <a:ext cx="9906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s-MX" altLang="es-MX" sz="1300" dirty="0">
                <a:latin typeface="Bell Centennial Name and Number" pitchFamily="34" charset="0"/>
              </a:rPr>
              <a:t>Agregar</a:t>
            </a:r>
            <a:endParaRPr lang="es-ES" altLang="es-MX" sz="1300" dirty="0">
              <a:latin typeface="Bell Centennial Name and Number" pitchFamily="34" charset="0"/>
            </a:endParaRPr>
          </a:p>
        </p:txBody>
      </p:sp>
      <p:sp>
        <p:nvSpPr>
          <p:cNvPr id="131099" name="AutoShape 27">
            <a:extLst>
              <a:ext uri="{FF2B5EF4-FFF2-40B4-BE49-F238E27FC236}">
                <a16:creationId xmlns:a16="http://schemas.microsoft.com/office/drawing/2014/main" id="{B9A81123-8009-4E48-8449-613AF349486A}"/>
              </a:ext>
            </a:extLst>
          </p:cNvPr>
          <p:cNvSpPr>
            <a:spLocks noChangeArrowheads="1"/>
          </p:cNvSpPr>
          <p:nvPr/>
        </p:nvSpPr>
        <p:spPr bwMode="auto">
          <a:xfrm>
            <a:off x="6781800" y="5486400"/>
            <a:ext cx="1066800" cy="457200"/>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1100" name="Text Box 28">
            <a:extLst>
              <a:ext uri="{FF2B5EF4-FFF2-40B4-BE49-F238E27FC236}">
                <a16:creationId xmlns:a16="http://schemas.microsoft.com/office/drawing/2014/main" id="{A5E658BB-5128-43F0-8338-79B8978F94E7}"/>
              </a:ext>
            </a:extLst>
          </p:cNvPr>
          <p:cNvSpPr txBox="1">
            <a:spLocks noChangeArrowheads="1"/>
          </p:cNvSpPr>
          <p:nvPr/>
        </p:nvSpPr>
        <p:spPr bwMode="auto">
          <a:xfrm>
            <a:off x="6781800" y="5562601"/>
            <a:ext cx="10668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s-MX" altLang="es-MX" sz="1300" dirty="0">
                <a:latin typeface="Bell Centennial Name and Number" pitchFamily="34" charset="0"/>
              </a:rPr>
              <a:t>Cancelar</a:t>
            </a:r>
            <a:endParaRPr lang="es-ES" altLang="es-MX" sz="1300" dirty="0">
              <a:latin typeface="Bell Centennial Name and Number" pitchFamily="34" charset="0"/>
            </a:endParaRPr>
          </a:p>
        </p:txBody>
      </p:sp>
      <p:sp>
        <p:nvSpPr>
          <p:cNvPr id="131101" name="AutoShape 29">
            <a:extLst>
              <a:ext uri="{FF2B5EF4-FFF2-40B4-BE49-F238E27FC236}">
                <a16:creationId xmlns:a16="http://schemas.microsoft.com/office/drawing/2014/main" id="{74187F5B-9AAA-422C-BC22-A0E3BF58B989}"/>
              </a:ext>
            </a:extLst>
          </p:cNvPr>
          <p:cNvSpPr>
            <a:spLocks noChangeArrowheads="1"/>
          </p:cNvSpPr>
          <p:nvPr/>
        </p:nvSpPr>
        <p:spPr bwMode="auto">
          <a:xfrm>
            <a:off x="5562600" y="5486400"/>
            <a:ext cx="1143000" cy="457200"/>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1102" name="Text Box 30">
            <a:extLst>
              <a:ext uri="{FF2B5EF4-FFF2-40B4-BE49-F238E27FC236}">
                <a16:creationId xmlns:a16="http://schemas.microsoft.com/office/drawing/2014/main" id="{E37F788D-E31B-4DB2-AD6F-3629361910E8}"/>
              </a:ext>
            </a:extLst>
          </p:cNvPr>
          <p:cNvSpPr txBox="1">
            <a:spLocks noChangeArrowheads="1"/>
          </p:cNvSpPr>
          <p:nvPr/>
        </p:nvSpPr>
        <p:spPr bwMode="auto">
          <a:xfrm>
            <a:off x="4419600" y="5562601"/>
            <a:ext cx="10668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s-MX" altLang="es-MX" sz="1300" dirty="0">
                <a:latin typeface="Bell Centennial Name and Number" pitchFamily="34" charset="0"/>
              </a:rPr>
              <a:t>Eliminar</a:t>
            </a:r>
            <a:endParaRPr lang="es-ES" altLang="es-MX" sz="1300" dirty="0">
              <a:latin typeface="Bell Centennial Name and Number" pitchFamily="34" charset="0"/>
            </a:endParaRPr>
          </a:p>
        </p:txBody>
      </p:sp>
      <p:sp>
        <p:nvSpPr>
          <p:cNvPr id="131103" name="AutoShape 31">
            <a:extLst>
              <a:ext uri="{FF2B5EF4-FFF2-40B4-BE49-F238E27FC236}">
                <a16:creationId xmlns:a16="http://schemas.microsoft.com/office/drawing/2014/main" id="{2369C661-2DB2-44B2-A286-B102B2249A2E}"/>
              </a:ext>
            </a:extLst>
          </p:cNvPr>
          <p:cNvSpPr>
            <a:spLocks noChangeArrowheads="1"/>
          </p:cNvSpPr>
          <p:nvPr/>
        </p:nvSpPr>
        <p:spPr bwMode="auto">
          <a:xfrm>
            <a:off x="3276601" y="5486400"/>
            <a:ext cx="1039813" cy="457200"/>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1104" name="Text Box 32">
            <a:extLst>
              <a:ext uri="{FF2B5EF4-FFF2-40B4-BE49-F238E27FC236}">
                <a16:creationId xmlns:a16="http://schemas.microsoft.com/office/drawing/2014/main" id="{7A8073F1-3010-48DB-A95B-C7A59A9236F3}"/>
              </a:ext>
            </a:extLst>
          </p:cNvPr>
          <p:cNvSpPr txBox="1">
            <a:spLocks noChangeArrowheads="1"/>
          </p:cNvSpPr>
          <p:nvPr/>
        </p:nvSpPr>
        <p:spPr bwMode="auto">
          <a:xfrm>
            <a:off x="3276600" y="5562601"/>
            <a:ext cx="9906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s-MX" altLang="es-MX" sz="1300" dirty="0">
                <a:latin typeface="Bell Centennial Name and Number" pitchFamily="34" charset="0"/>
              </a:rPr>
              <a:t>Cambiar</a:t>
            </a:r>
            <a:endParaRPr lang="es-ES" altLang="es-MX" sz="1300" dirty="0">
              <a:latin typeface="Bell Centennial Name and Number" pitchFamily="34" charset="0"/>
            </a:endParaRPr>
          </a:p>
        </p:txBody>
      </p:sp>
      <p:sp>
        <p:nvSpPr>
          <p:cNvPr id="131105" name="AutoShape 33">
            <a:extLst>
              <a:ext uri="{FF2B5EF4-FFF2-40B4-BE49-F238E27FC236}">
                <a16:creationId xmlns:a16="http://schemas.microsoft.com/office/drawing/2014/main" id="{0DCB808E-78D6-411C-A4E1-652909999254}"/>
              </a:ext>
            </a:extLst>
          </p:cNvPr>
          <p:cNvSpPr>
            <a:spLocks noChangeArrowheads="1"/>
          </p:cNvSpPr>
          <p:nvPr/>
        </p:nvSpPr>
        <p:spPr bwMode="auto">
          <a:xfrm>
            <a:off x="4419600" y="5486400"/>
            <a:ext cx="1066800" cy="457200"/>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1106" name="Text Box 34">
            <a:extLst>
              <a:ext uri="{FF2B5EF4-FFF2-40B4-BE49-F238E27FC236}">
                <a16:creationId xmlns:a16="http://schemas.microsoft.com/office/drawing/2014/main" id="{5CD4FDEC-475B-472C-A25E-0D0133927E02}"/>
              </a:ext>
            </a:extLst>
          </p:cNvPr>
          <p:cNvSpPr txBox="1">
            <a:spLocks noChangeArrowheads="1"/>
          </p:cNvSpPr>
          <p:nvPr/>
        </p:nvSpPr>
        <p:spPr bwMode="auto">
          <a:xfrm>
            <a:off x="5562600" y="5562601"/>
            <a:ext cx="11430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s-MX" altLang="es-MX" sz="1300" dirty="0">
                <a:latin typeface="Bell Centennial Name and Number" pitchFamily="34" charset="0"/>
              </a:rPr>
              <a:t>Consultar</a:t>
            </a:r>
            <a:endParaRPr lang="es-ES" altLang="es-MX" sz="1300" dirty="0">
              <a:latin typeface="Bell Centennial Name and Number" pitchFamily="34" charset="0"/>
            </a:endParaRPr>
          </a:p>
        </p:txBody>
      </p:sp>
      <p:sp>
        <p:nvSpPr>
          <p:cNvPr id="131107" name="AutoShape 35">
            <a:extLst>
              <a:ext uri="{FF2B5EF4-FFF2-40B4-BE49-F238E27FC236}">
                <a16:creationId xmlns:a16="http://schemas.microsoft.com/office/drawing/2014/main" id="{4FC78C1C-75E7-4B8B-8300-A9578793C6A7}"/>
              </a:ext>
            </a:extLst>
          </p:cNvPr>
          <p:cNvSpPr>
            <a:spLocks noChangeArrowheads="1"/>
          </p:cNvSpPr>
          <p:nvPr/>
        </p:nvSpPr>
        <p:spPr bwMode="auto">
          <a:xfrm>
            <a:off x="1676400" y="1524000"/>
            <a:ext cx="6477000" cy="4724400"/>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1108" name="Text Box 36">
            <a:extLst>
              <a:ext uri="{FF2B5EF4-FFF2-40B4-BE49-F238E27FC236}">
                <a16:creationId xmlns:a16="http://schemas.microsoft.com/office/drawing/2014/main" id="{42B3E6C8-B16D-4A94-9F5A-113FCDF650D8}"/>
              </a:ext>
            </a:extLst>
          </p:cNvPr>
          <p:cNvSpPr txBox="1">
            <a:spLocks noChangeArrowheads="1"/>
          </p:cNvSpPr>
          <p:nvPr/>
        </p:nvSpPr>
        <p:spPr bwMode="auto">
          <a:xfrm>
            <a:off x="8610600" y="2209800"/>
            <a:ext cx="9906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s-MX" altLang="es-MX" sz="1300" dirty="0">
                <a:latin typeface="Bell Centennial Name and Number" pitchFamily="34" charset="0"/>
              </a:rPr>
              <a:t>Archivo de Artículos</a:t>
            </a:r>
            <a:endParaRPr lang="es-ES" altLang="es-MX" sz="1300" dirty="0">
              <a:latin typeface="Bell Centennial Name and Number" pitchFamily="34" charset="0"/>
            </a:endParaRPr>
          </a:p>
        </p:txBody>
      </p:sp>
      <p:sp>
        <p:nvSpPr>
          <p:cNvPr id="131109" name="Text Box 37">
            <a:extLst>
              <a:ext uri="{FF2B5EF4-FFF2-40B4-BE49-F238E27FC236}">
                <a16:creationId xmlns:a16="http://schemas.microsoft.com/office/drawing/2014/main" id="{1B7D8F52-8320-4477-A2DF-A184EA9F6051}"/>
              </a:ext>
            </a:extLst>
          </p:cNvPr>
          <p:cNvSpPr txBox="1">
            <a:spLocks noChangeArrowheads="1"/>
          </p:cNvSpPr>
          <p:nvPr/>
        </p:nvSpPr>
        <p:spPr bwMode="auto">
          <a:xfrm>
            <a:off x="8458200" y="3505201"/>
            <a:ext cx="1295400" cy="588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s-MX" altLang="es-MX" sz="1300" dirty="0">
                <a:latin typeface="Bell Centennial Name and Number" pitchFamily="34" charset="0"/>
              </a:rPr>
              <a:t>Tabla de </a:t>
            </a:r>
          </a:p>
          <a:p>
            <a:pPr algn="ctr">
              <a:spcBef>
                <a:spcPct val="50000"/>
              </a:spcBef>
            </a:pPr>
            <a:r>
              <a:rPr lang="es-MX" altLang="es-MX" sz="1300" dirty="0">
                <a:latin typeface="Bell Centennial Name and Number" pitchFamily="34" charset="0"/>
              </a:rPr>
              <a:t>Rubros</a:t>
            </a:r>
            <a:endParaRPr lang="es-ES" altLang="es-MX" sz="1300" dirty="0">
              <a:latin typeface="Bell Centennial Name and Number" pitchFamily="34" charset="0"/>
            </a:endParaRPr>
          </a:p>
        </p:txBody>
      </p:sp>
      <p:sp>
        <p:nvSpPr>
          <p:cNvPr id="131110" name="Text Box 38">
            <a:extLst>
              <a:ext uri="{FF2B5EF4-FFF2-40B4-BE49-F238E27FC236}">
                <a16:creationId xmlns:a16="http://schemas.microsoft.com/office/drawing/2014/main" id="{A1726346-4FE1-4676-B8E6-3FE57CA1EF4E}"/>
              </a:ext>
            </a:extLst>
          </p:cNvPr>
          <p:cNvSpPr txBox="1">
            <a:spLocks noChangeArrowheads="1"/>
          </p:cNvSpPr>
          <p:nvPr/>
        </p:nvSpPr>
        <p:spPr bwMode="auto">
          <a:xfrm>
            <a:off x="8610600" y="4800600"/>
            <a:ext cx="10668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s-MX" altLang="es-MX" sz="1300" dirty="0">
                <a:latin typeface="Bell Centennial Name and Number" pitchFamily="34" charset="0"/>
              </a:rPr>
              <a:t>Archivo de Localidades</a:t>
            </a:r>
            <a:endParaRPr lang="es-ES" altLang="es-MX" sz="1300" dirty="0">
              <a:latin typeface="Bell Centennial Name and Number" pitchFamily="34" charset="0"/>
            </a:endParaRPr>
          </a:p>
        </p:txBody>
      </p:sp>
      <p:sp>
        <p:nvSpPr>
          <p:cNvPr id="131111" name="Oval 39">
            <a:extLst>
              <a:ext uri="{FF2B5EF4-FFF2-40B4-BE49-F238E27FC236}">
                <a16:creationId xmlns:a16="http://schemas.microsoft.com/office/drawing/2014/main" id="{6F26CFA5-A686-428F-918C-F4983884CDB7}"/>
              </a:ext>
            </a:extLst>
          </p:cNvPr>
          <p:cNvSpPr>
            <a:spLocks noChangeArrowheads="1"/>
          </p:cNvSpPr>
          <p:nvPr/>
        </p:nvSpPr>
        <p:spPr bwMode="auto">
          <a:xfrm>
            <a:off x="8686800" y="1981200"/>
            <a:ext cx="838200" cy="9144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1112" name="Oval 40">
            <a:extLst>
              <a:ext uri="{FF2B5EF4-FFF2-40B4-BE49-F238E27FC236}">
                <a16:creationId xmlns:a16="http://schemas.microsoft.com/office/drawing/2014/main" id="{D3EACD72-0449-411B-8C01-7AA5ACED0ED5}"/>
              </a:ext>
            </a:extLst>
          </p:cNvPr>
          <p:cNvSpPr>
            <a:spLocks noChangeArrowheads="1"/>
          </p:cNvSpPr>
          <p:nvPr/>
        </p:nvSpPr>
        <p:spPr bwMode="auto">
          <a:xfrm>
            <a:off x="8686800" y="3276600"/>
            <a:ext cx="838200" cy="9144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1113" name="Oval 41">
            <a:extLst>
              <a:ext uri="{FF2B5EF4-FFF2-40B4-BE49-F238E27FC236}">
                <a16:creationId xmlns:a16="http://schemas.microsoft.com/office/drawing/2014/main" id="{4F288955-A026-4BD8-80E0-6B34A12A6D3F}"/>
              </a:ext>
            </a:extLst>
          </p:cNvPr>
          <p:cNvSpPr>
            <a:spLocks noChangeArrowheads="1"/>
          </p:cNvSpPr>
          <p:nvPr/>
        </p:nvSpPr>
        <p:spPr bwMode="auto">
          <a:xfrm>
            <a:off x="8686800" y="4648200"/>
            <a:ext cx="914400" cy="9144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dirty="0"/>
          </a:p>
        </p:txBody>
      </p:sp>
      <p:sp>
        <p:nvSpPr>
          <p:cNvPr id="131114" name="Line 42">
            <a:extLst>
              <a:ext uri="{FF2B5EF4-FFF2-40B4-BE49-F238E27FC236}">
                <a16:creationId xmlns:a16="http://schemas.microsoft.com/office/drawing/2014/main" id="{B0D53EB2-D999-4482-AB44-9B7A6392F641}"/>
              </a:ext>
            </a:extLst>
          </p:cNvPr>
          <p:cNvSpPr>
            <a:spLocks noChangeShapeType="1"/>
          </p:cNvSpPr>
          <p:nvPr/>
        </p:nvSpPr>
        <p:spPr bwMode="auto">
          <a:xfrm>
            <a:off x="8153400" y="38100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dirty="0"/>
          </a:p>
        </p:txBody>
      </p:sp>
      <p:sp>
        <p:nvSpPr>
          <p:cNvPr id="131115" name="Line 43">
            <a:extLst>
              <a:ext uri="{FF2B5EF4-FFF2-40B4-BE49-F238E27FC236}">
                <a16:creationId xmlns:a16="http://schemas.microsoft.com/office/drawing/2014/main" id="{3E11EE68-19AC-4749-AE21-15E85E9A58E0}"/>
              </a:ext>
            </a:extLst>
          </p:cNvPr>
          <p:cNvSpPr>
            <a:spLocks noChangeShapeType="1"/>
          </p:cNvSpPr>
          <p:nvPr/>
        </p:nvSpPr>
        <p:spPr bwMode="auto">
          <a:xfrm flipH="1">
            <a:off x="8153400" y="2438400"/>
            <a:ext cx="5334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dirty="0"/>
          </a:p>
        </p:txBody>
      </p:sp>
      <p:sp>
        <p:nvSpPr>
          <p:cNvPr id="131116" name="Line 44">
            <a:extLst>
              <a:ext uri="{FF2B5EF4-FFF2-40B4-BE49-F238E27FC236}">
                <a16:creationId xmlns:a16="http://schemas.microsoft.com/office/drawing/2014/main" id="{4A5504A7-F9C9-4530-9D99-A8818451F41A}"/>
              </a:ext>
            </a:extLst>
          </p:cNvPr>
          <p:cNvSpPr>
            <a:spLocks noChangeShapeType="1"/>
          </p:cNvSpPr>
          <p:nvPr/>
        </p:nvSpPr>
        <p:spPr bwMode="auto">
          <a:xfrm flipH="1" flipV="1">
            <a:off x="8153400" y="4800600"/>
            <a:ext cx="5334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dirty="0"/>
          </a:p>
        </p:txBody>
      </p:sp>
      <p:sp>
        <p:nvSpPr>
          <p:cNvPr id="131117" name="Text Box 45">
            <a:extLst>
              <a:ext uri="{FF2B5EF4-FFF2-40B4-BE49-F238E27FC236}">
                <a16:creationId xmlns:a16="http://schemas.microsoft.com/office/drawing/2014/main" id="{76BFDBA5-2EB2-4C10-AB93-4711B361E781}"/>
              </a:ext>
            </a:extLst>
          </p:cNvPr>
          <p:cNvSpPr txBox="1">
            <a:spLocks noChangeArrowheads="1"/>
          </p:cNvSpPr>
          <p:nvPr/>
        </p:nvSpPr>
        <p:spPr bwMode="auto">
          <a:xfrm>
            <a:off x="2133600" y="4891088"/>
            <a:ext cx="1905000" cy="290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sz="1300" dirty="0">
                <a:latin typeface="Bell Centennial Name and Number" pitchFamily="34" charset="0"/>
              </a:rPr>
              <a:t>Descripción Pais</a:t>
            </a:r>
            <a:endParaRPr lang="es-ES" altLang="es-MX" sz="1300" dirty="0">
              <a:latin typeface="Bell Centennial Name and Number" pitchFamily="34" charset="0"/>
            </a:endParaRPr>
          </a:p>
        </p:txBody>
      </p:sp>
      <p:sp>
        <p:nvSpPr>
          <p:cNvPr id="131118" name="Text Box 46">
            <a:extLst>
              <a:ext uri="{FF2B5EF4-FFF2-40B4-BE49-F238E27FC236}">
                <a16:creationId xmlns:a16="http://schemas.microsoft.com/office/drawing/2014/main" id="{115B990B-F859-423F-A53A-52A72AED6603}"/>
              </a:ext>
            </a:extLst>
          </p:cNvPr>
          <p:cNvSpPr txBox="1">
            <a:spLocks noChangeArrowheads="1"/>
          </p:cNvSpPr>
          <p:nvPr/>
        </p:nvSpPr>
        <p:spPr bwMode="auto">
          <a:xfrm>
            <a:off x="4572000" y="1905000"/>
            <a:ext cx="1981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dirty="0"/>
              <a:t>000110022</a:t>
            </a:r>
            <a:endParaRPr lang="es-ES" altLang="es-MX" dirty="0"/>
          </a:p>
        </p:txBody>
      </p:sp>
      <p:sp>
        <p:nvSpPr>
          <p:cNvPr id="131119" name="Text Box 47">
            <a:extLst>
              <a:ext uri="{FF2B5EF4-FFF2-40B4-BE49-F238E27FC236}">
                <a16:creationId xmlns:a16="http://schemas.microsoft.com/office/drawing/2014/main" id="{20196F97-0962-498F-8DFA-B87CC9645DF2}"/>
              </a:ext>
            </a:extLst>
          </p:cNvPr>
          <p:cNvSpPr txBox="1">
            <a:spLocks noChangeArrowheads="1"/>
          </p:cNvSpPr>
          <p:nvPr/>
        </p:nvSpPr>
        <p:spPr bwMode="auto">
          <a:xfrm>
            <a:off x="4495800" y="2362200"/>
            <a:ext cx="2057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dirty="0"/>
              <a:t>Filtro de Aceite</a:t>
            </a:r>
            <a:endParaRPr lang="es-ES" altLang="es-MX" dirty="0"/>
          </a:p>
        </p:txBody>
      </p:sp>
      <p:sp>
        <p:nvSpPr>
          <p:cNvPr id="131120" name="Text Box 48">
            <a:extLst>
              <a:ext uri="{FF2B5EF4-FFF2-40B4-BE49-F238E27FC236}">
                <a16:creationId xmlns:a16="http://schemas.microsoft.com/office/drawing/2014/main" id="{FE0E4D84-FCCC-4CCD-BDC5-75409374D8DA}"/>
              </a:ext>
            </a:extLst>
          </p:cNvPr>
          <p:cNvSpPr txBox="1">
            <a:spLocks noChangeArrowheads="1"/>
          </p:cNvSpPr>
          <p:nvPr/>
        </p:nvSpPr>
        <p:spPr bwMode="auto">
          <a:xfrm>
            <a:off x="4495800" y="2667000"/>
            <a:ext cx="2057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dirty="0"/>
              <a:t>Filtro de Aceite</a:t>
            </a:r>
            <a:endParaRPr lang="es-ES" altLang="es-MX" dirty="0"/>
          </a:p>
        </p:txBody>
      </p:sp>
      <p:sp>
        <p:nvSpPr>
          <p:cNvPr id="131121" name="Text Box 49">
            <a:extLst>
              <a:ext uri="{FF2B5EF4-FFF2-40B4-BE49-F238E27FC236}">
                <a16:creationId xmlns:a16="http://schemas.microsoft.com/office/drawing/2014/main" id="{264A76FE-8D42-4BC4-894D-0A5B26710422}"/>
              </a:ext>
            </a:extLst>
          </p:cNvPr>
          <p:cNvSpPr txBox="1">
            <a:spLocks noChangeArrowheads="1"/>
          </p:cNvSpPr>
          <p:nvPr/>
        </p:nvSpPr>
        <p:spPr bwMode="auto">
          <a:xfrm>
            <a:off x="4495800" y="3429000"/>
            <a:ext cx="2057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dirty="0"/>
              <a:t>A1</a:t>
            </a:r>
            <a:endParaRPr lang="es-ES" altLang="es-MX" dirty="0"/>
          </a:p>
        </p:txBody>
      </p:sp>
      <p:sp>
        <p:nvSpPr>
          <p:cNvPr id="131122" name="Text Box 50">
            <a:extLst>
              <a:ext uri="{FF2B5EF4-FFF2-40B4-BE49-F238E27FC236}">
                <a16:creationId xmlns:a16="http://schemas.microsoft.com/office/drawing/2014/main" id="{E1D4A0F5-9BCB-4C71-A757-115A0E766896}"/>
              </a:ext>
            </a:extLst>
          </p:cNvPr>
          <p:cNvSpPr txBox="1">
            <a:spLocks noChangeArrowheads="1"/>
          </p:cNvSpPr>
          <p:nvPr/>
        </p:nvSpPr>
        <p:spPr bwMode="auto">
          <a:xfrm>
            <a:off x="4495800" y="3810000"/>
            <a:ext cx="2057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dirty="0"/>
              <a:t>Autopartes</a:t>
            </a:r>
            <a:endParaRPr lang="es-ES" altLang="es-MX" dirty="0"/>
          </a:p>
        </p:txBody>
      </p:sp>
      <p:sp>
        <p:nvSpPr>
          <p:cNvPr id="131124" name="Text Box 52">
            <a:extLst>
              <a:ext uri="{FF2B5EF4-FFF2-40B4-BE49-F238E27FC236}">
                <a16:creationId xmlns:a16="http://schemas.microsoft.com/office/drawing/2014/main" id="{47D5D519-3D06-4E9F-9F47-62974458DDAF}"/>
              </a:ext>
            </a:extLst>
          </p:cNvPr>
          <p:cNvSpPr txBox="1">
            <a:spLocks noChangeArrowheads="1"/>
          </p:cNvSpPr>
          <p:nvPr/>
        </p:nvSpPr>
        <p:spPr bwMode="auto">
          <a:xfrm>
            <a:off x="4495800" y="4572000"/>
            <a:ext cx="2057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dirty="0"/>
              <a:t>102</a:t>
            </a:r>
            <a:endParaRPr lang="es-ES" altLang="es-MX" dirty="0"/>
          </a:p>
        </p:txBody>
      </p:sp>
      <p:sp>
        <p:nvSpPr>
          <p:cNvPr id="131125" name="Text Box 53">
            <a:extLst>
              <a:ext uri="{FF2B5EF4-FFF2-40B4-BE49-F238E27FC236}">
                <a16:creationId xmlns:a16="http://schemas.microsoft.com/office/drawing/2014/main" id="{0D133C23-FF65-4199-862D-3E4D5987F6AF}"/>
              </a:ext>
            </a:extLst>
          </p:cNvPr>
          <p:cNvSpPr txBox="1">
            <a:spLocks noChangeArrowheads="1"/>
          </p:cNvSpPr>
          <p:nvPr/>
        </p:nvSpPr>
        <p:spPr bwMode="auto">
          <a:xfrm>
            <a:off x="4495800" y="4953000"/>
            <a:ext cx="2057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dirty="0"/>
              <a:t>Italia</a:t>
            </a:r>
            <a:endParaRPr lang="es-ES" altLang="es-MX"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03BEDDE1-E89F-4BA0-A843-7AE6B17DB071}"/>
              </a:ext>
            </a:extLst>
          </p:cNvPr>
          <p:cNvSpPr>
            <a:spLocks noGrp="1" noChangeArrowheads="1"/>
          </p:cNvSpPr>
          <p:nvPr>
            <p:ph type="title"/>
          </p:nvPr>
        </p:nvSpPr>
        <p:spPr/>
        <p:txBody>
          <a:bodyPr/>
          <a:lstStyle/>
          <a:p>
            <a:r>
              <a:rPr lang="es-MX" altLang="es-MX" dirty="0"/>
              <a:t>External Inquiry</a:t>
            </a:r>
            <a:endParaRPr lang="es-ES" altLang="es-MX" dirty="0"/>
          </a:p>
        </p:txBody>
      </p:sp>
      <p:graphicFrame>
        <p:nvGraphicFramePr>
          <p:cNvPr id="79048" name="Group 200">
            <a:extLst>
              <a:ext uri="{FF2B5EF4-FFF2-40B4-BE49-F238E27FC236}">
                <a16:creationId xmlns:a16="http://schemas.microsoft.com/office/drawing/2014/main" id="{EF1EF3BE-B865-42A5-8133-E7F47E5CE5B0}"/>
              </a:ext>
            </a:extLst>
          </p:cNvPr>
          <p:cNvGraphicFramePr>
            <a:graphicFrameLocks noGrp="1"/>
          </p:cNvGraphicFramePr>
          <p:nvPr/>
        </p:nvGraphicFramePr>
        <p:xfrm>
          <a:off x="1828800" y="1524000"/>
          <a:ext cx="6248400" cy="2316480"/>
        </p:xfrm>
        <a:graphic>
          <a:graphicData uri="http://schemas.openxmlformats.org/drawingml/2006/table">
            <a:tbl>
              <a:tblPr/>
              <a:tblGrid>
                <a:gridCol w="1562100">
                  <a:extLst>
                    <a:ext uri="{9D8B030D-6E8A-4147-A177-3AD203B41FA5}">
                      <a16:colId xmlns:a16="http://schemas.microsoft.com/office/drawing/2014/main" val="743036702"/>
                    </a:ext>
                  </a:extLst>
                </a:gridCol>
                <a:gridCol w="1474788">
                  <a:extLst>
                    <a:ext uri="{9D8B030D-6E8A-4147-A177-3AD203B41FA5}">
                      <a16:colId xmlns:a16="http://schemas.microsoft.com/office/drawing/2014/main" val="4287169972"/>
                    </a:ext>
                  </a:extLst>
                </a:gridCol>
                <a:gridCol w="1389062">
                  <a:extLst>
                    <a:ext uri="{9D8B030D-6E8A-4147-A177-3AD203B41FA5}">
                      <a16:colId xmlns:a16="http://schemas.microsoft.com/office/drawing/2014/main" val="3828836946"/>
                    </a:ext>
                  </a:extLst>
                </a:gridCol>
                <a:gridCol w="1822450">
                  <a:extLst>
                    <a:ext uri="{9D8B030D-6E8A-4147-A177-3AD203B41FA5}">
                      <a16:colId xmlns:a16="http://schemas.microsoft.com/office/drawing/2014/main" val="1754070425"/>
                    </a:ext>
                  </a:extLst>
                </a:gridCol>
              </a:tblGrid>
              <a:tr h="4699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DETs</a:t>
                      </a:r>
                    </a:p>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FTRs</a:t>
                      </a:r>
                      <a:endParaRPr kumimoji="0" lang="es-ES" altLang="es-MX" sz="10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1-4</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Tipos de Elementos de Datos </a:t>
                      </a:r>
                      <a:endParaRPr kumimoji="0" lang="es-ES" altLang="es-MX" sz="10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5-15</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Tipos de Elementos de Datos </a:t>
                      </a:r>
                      <a:endParaRPr kumimoji="0" lang="es-ES" altLang="es-MX" sz="10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16-*</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Tipos de Elementos de Datos</a:t>
                      </a:r>
                      <a:endParaRPr kumimoji="0" lang="es-ES" altLang="es-MX" sz="10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extLst>
                  <a:ext uri="{0D108BD9-81ED-4DB2-BD59-A6C34878D82A}">
                    <a16:rowId xmlns:a16="http://schemas.microsoft.com/office/drawing/2014/main" val="1679719658"/>
                  </a:ext>
                </a:extLst>
              </a:tr>
              <a:tr h="460375">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0 o 1 </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Tipo de Archivos Referenciados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0" i="0" u="none" strike="noStrike" cap="none" normalizeH="0" baseline="0" dirty="0">
                          <a:ln>
                            <a:noFill/>
                          </a:ln>
                          <a:solidFill>
                            <a:srgbClr val="4D4D4D"/>
                          </a:solidFill>
                          <a:effectLst/>
                          <a:latin typeface="Arial" panose="020B0604020202020204" pitchFamily="34" charset="0"/>
                        </a:rPr>
                        <a:t>L</a:t>
                      </a:r>
                      <a:endParaRPr kumimoji="0" lang="es-ES" altLang="es-MX" sz="10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0" i="0" u="none" strike="noStrike" cap="none" normalizeH="0" baseline="0" dirty="0">
                          <a:ln>
                            <a:noFill/>
                          </a:ln>
                          <a:solidFill>
                            <a:srgbClr val="4D4D4D"/>
                          </a:solidFill>
                          <a:effectLst/>
                          <a:latin typeface="Arial" panose="020B0604020202020204" pitchFamily="34" charset="0"/>
                        </a:rPr>
                        <a:t>L</a:t>
                      </a:r>
                      <a:endParaRPr kumimoji="0" lang="es-ES" altLang="es-MX" sz="10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0" i="0" u="none" strike="noStrike" cap="none" normalizeH="0" baseline="0" dirty="0">
                          <a:ln>
                            <a:noFill/>
                          </a:ln>
                          <a:solidFill>
                            <a:srgbClr val="4D4D4D"/>
                          </a:solidFill>
                          <a:effectLst/>
                          <a:latin typeface="Arial" panose="020B0604020202020204" pitchFamily="34" charset="0"/>
                        </a:rPr>
                        <a:t>A</a:t>
                      </a:r>
                      <a:endParaRPr kumimoji="0" lang="es-ES" altLang="es-MX" sz="10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67579449"/>
                  </a:ext>
                </a:extLst>
              </a:tr>
              <a:tr h="4699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2 </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 Tipo de Archivos Referenciados</a:t>
                      </a:r>
                      <a:endParaRPr kumimoji="0" lang="es-ES" altLang="es-MX" sz="10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0" i="0" u="none" strike="noStrike" cap="none" normalizeH="0" baseline="0" dirty="0">
                          <a:ln>
                            <a:noFill/>
                          </a:ln>
                          <a:solidFill>
                            <a:srgbClr val="4D4D4D"/>
                          </a:solidFill>
                          <a:effectLst/>
                          <a:latin typeface="Arial" panose="020B0604020202020204" pitchFamily="34" charset="0"/>
                        </a:rPr>
                        <a:t>L</a:t>
                      </a:r>
                      <a:endParaRPr kumimoji="0" lang="es-ES" altLang="es-MX" sz="10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0" i="0" u="none" strike="noStrike" cap="none" normalizeH="0" baseline="0" dirty="0">
                          <a:ln>
                            <a:noFill/>
                          </a:ln>
                          <a:solidFill>
                            <a:srgbClr val="4D4D4D"/>
                          </a:solidFill>
                          <a:effectLst/>
                          <a:latin typeface="Arial" panose="020B0604020202020204" pitchFamily="34" charset="0"/>
                        </a:rPr>
                        <a:t>A</a:t>
                      </a:r>
                      <a:endParaRPr kumimoji="0" lang="es-ES" altLang="es-MX" sz="10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0" i="0" u="none" strike="noStrike" cap="none" normalizeH="0" baseline="0" dirty="0">
                          <a:ln>
                            <a:noFill/>
                          </a:ln>
                          <a:solidFill>
                            <a:srgbClr val="4D4D4D"/>
                          </a:solidFill>
                          <a:effectLst/>
                          <a:latin typeface="Arial" panose="020B0604020202020204" pitchFamily="34" charset="0"/>
                        </a:rPr>
                        <a:t>H</a:t>
                      </a:r>
                      <a:endParaRPr kumimoji="0" lang="es-ES" altLang="es-MX" sz="10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87855666"/>
                  </a:ext>
                </a:extLst>
              </a:tr>
              <a:tr h="460375">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3 o más</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Tipo de Archivos Referenciados</a:t>
                      </a:r>
                      <a:endParaRPr kumimoji="0" lang="es-ES" altLang="es-MX" sz="10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0" i="0" u="none" strike="noStrike" cap="none" normalizeH="0" baseline="0" dirty="0">
                          <a:ln>
                            <a:noFill/>
                          </a:ln>
                          <a:solidFill>
                            <a:srgbClr val="4D4D4D"/>
                          </a:solidFill>
                          <a:effectLst/>
                          <a:latin typeface="Arial" panose="020B0604020202020204" pitchFamily="34" charset="0"/>
                        </a:rPr>
                        <a:t>A</a:t>
                      </a:r>
                      <a:endParaRPr kumimoji="0" lang="es-ES" altLang="es-MX" sz="10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0" i="0" u="none" strike="noStrike" cap="none" normalizeH="0" baseline="0" dirty="0">
                          <a:ln>
                            <a:noFill/>
                          </a:ln>
                          <a:solidFill>
                            <a:srgbClr val="4D4D4D"/>
                          </a:solidFill>
                          <a:effectLst/>
                          <a:latin typeface="Arial" panose="020B0604020202020204" pitchFamily="34" charset="0"/>
                        </a:rPr>
                        <a:t>H</a:t>
                      </a:r>
                      <a:endParaRPr kumimoji="0" lang="es-ES" altLang="es-MX" sz="10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0" i="0" u="none" strike="noStrike" cap="none" normalizeH="0" baseline="0" dirty="0">
                          <a:ln>
                            <a:noFill/>
                          </a:ln>
                          <a:solidFill>
                            <a:srgbClr val="4D4D4D"/>
                          </a:solidFill>
                          <a:effectLst/>
                          <a:latin typeface="Arial" panose="020B0604020202020204" pitchFamily="34" charset="0"/>
                        </a:rPr>
                        <a:t>H</a:t>
                      </a:r>
                      <a:endParaRPr kumimoji="0" lang="es-ES" altLang="es-MX" sz="10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17885343"/>
                  </a:ext>
                </a:extLst>
              </a:tr>
            </a:tbl>
          </a:graphicData>
        </a:graphic>
      </p:graphicFrame>
      <p:sp>
        <p:nvSpPr>
          <p:cNvPr id="78895" name="Line 47">
            <a:extLst>
              <a:ext uri="{FF2B5EF4-FFF2-40B4-BE49-F238E27FC236}">
                <a16:creationId xmlns:a16="http://schemas.microsoft.com/office/drawing/2014/main" id="{7DFE895B-110A-453B-A756-D219E0636C6B}"/>
              </a:ext>
            </a:extLst>
          </p:cNvPr>
          <p:cNvSpPr>
            <a:spLocks noChangeShapeType="1"/>
          </p:cNvSpPr>
          <p:nvPr/>
        </p:nvSpPr>
        <p:spPr bwMode="auto">
          <a:xfrm rot="-132231">
            <a:off x="1903413" y="1522413"/>
            <a:ext cx="1447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dirty="0"/>
          </a:p>
        </p:txBody>
      </p:sp>
      <p:graphicFrame>
        <p:nvGraphicFramePr>
          <p:cNvPr id="79049" name="Group 201">
            <a:extLst>
              <a:ext uri="{FF2B5EF4-FFF2-40B4-BE49-F238E27FC236}">
                <a16:creationId xmlns:a16="http://schemas.microsoft.com/office/drawing/2014/main" id="{B8A890F8-81F9-475D-9C6A-C380F1485930}"/>
              </a:ext>
            </a:extLst>
          </p:cNvPr>
          <p:cNvGraphicFramePr>
            <a:graphicFrameLocks noGrp="1"/>
          </p:cNvGraphicFramePr>
          <p:nvPr/>
        </p:nvGraphicFramePr>
        <p:xfrm>
          <a:off x="1828800" y="4038600"/>
          <a:ext cx="6248400" cy="2316480"/>
        </p:xfrm>
        <a:graphic>
          <a:graphicData uri="http://schemas.openxmlformats.org/drawingml/2006/table">
            <a:tbl>
              <a:tblPr/>
              <a:tblGrid>
                <a:gridCol w="1562100">
                  <a:extLst>
                    <a:ext uri="{9D8B030D-6E8A-4147-A177-3AD203B41FA5}">
                      <a16:colId xmlns:a16="http://schemas.microsoft.com/office/drawing/2014/main" val="2950316470"/>
                    </a:ext>
                  </a:extLst>
                </a:gridCol>
                <a:gridCol w="1474788">
                  <a:extLst>
                    <a:ext uri="{9D8B030D-6E8A-4147-A177-3AD203B41FA5}">
                      <a16:colId xmlns:a16="http://schemas.microsoft.com/office/drawing/2014/main" val="375334311"/>
                    </a:ext>
                  </a:extLst>
                </a:gridCol>
                <a:gridCol w="1389062">
                  <a:extLst>
                    <a:ext uri="{9D8B030D-6E8A-4147-A177-3AD203B41FA5}">
                      <a16:colId xmlns:a16="http://schemas.microsoft.com/office/drawing/2014/main" val="2226282687"/>
                    </a:ext>
                  </a:extLst>
                </a:gridCol>
                <a:gridCol w="1822450">
                  <a:extLst>
                    <a:ext uri="{9D8B030D-6E8A-4147-A177-3AD203B41FA5}">
                      <a16:colId xmlns:a16="http://schemas.microsoft.com/office/drawing/2014/main" val="1748188404"/>
                    </a:ext>
                  </a:extLst>
                </a:gridCol>
              </a:tblGrid>
              <a:tr h="4699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DETs</a:t>
                      </a:r>
                    </a:p>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FTRs</a:t>
                      </a:r>
                      <a:endParaRPr kumimoji="0" lang="es-ES" altLang="es-MX" sz="10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1-5</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Tipos de Elementos de Datos </a:t>
                      </a:r>
                      <a:endParaRPr kumimoji="0" lang="es-ES" altLang="es-MX" sz="10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6-19</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Tipos de Elementos de Datos </a:t>
                      </a:r>
                      <a:endParaRPr kumimoji="0" lang="es-ES" altLang="es-MX" sz="10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20-*</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Tipos de Elementos de Datos</a:t>
                      </a:r>
                      <a:endParaRPr kumimoji="0" lang="es-ES" altLang="es-MX" sz="10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extLst>
                  <a:ext uri="{0D108BD9-81ED-4DB2-BD59-A6C34878D82A}">
                    <a16:rowId xmlns:a16="http://schemas.microsoft.com/office/drawing/2014/main" val="3417841117"/>
                  </a:ext>
                </a:extLst>
              </a:tr>
              <a:tr h="4699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0 o 1 </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Tipo de Archivos Referenciados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0" i="0" u="none" strike="noStrike" cap="none" normalizeH="0" baseline="0" dirty="0">
                          <a:ln>
                            <a:noFill/>
                          </a:ln>
                          <a:solidFill>
                            <a:srgbClr val="4D4D4D"/>
                          </a:solidFill>
                          <a:effectLst/>
                          <a:latin typeface="Arial" panose="020B0604020202020204" pitchFamily="34" charset="0"/>
                        </a:rPr>
                        <a:t>L</a:t>
                      </a:r>
                      <a:endParaRPr kumimoji="0" lang="es-ES" altLang="es-MX" sz="10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0" i="0" u="none" strike="noStrike" cap="none" normalizeH="0" baseline="0" dirty="0">
                          <a:ln>
                            <a:noFill/>
                          </a:ln>
                          <a:solidFill>
                            <a:srgbClr val="4D4D4D"/>
                          </a:solidFill>
                          <a:effectLst/>
                          <a:latin typeface="Arial" panose="020B0604020202020204" pitchFamily="34" charset="0"/>
                        </a:rPr>
                        <a:t>L</a:t>
                      </a:r>
                      <a:endParaRPr kumimoji="0" lang="es-ES" altLang="es-MX" sz="10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0" i="0" u="none" strike="noStrike" cap="none" normalizeH="0" baseline="0" dirty="0">
                          <a:ln>
                            <a:noFill/>
                          </a:ln>
                          <a:solidFill>
                            <a:srgbClr val="4D4D4D"/>
                          </a:solidFill>
                          <a:effectLst/>
                          <a:latin typeface="Arial" panose="020B0604020202020204" pitchFamily="34" charset="0"/>
                        </a:rPr>
                        <a:t>A</a:t>
                      </a:r>
                      <a:endParaRPr kumimoji="0" lang="es-ES" altLang="es-MX" sz="10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6704097"/>
                  </a:ext>
                </a:extLst>
              </a:tr>
              <a:tr h="4699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2 o 3</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 Tipo de Archivos Referenciados</a:t>
                      </a:r>
                      <a:endParaRPr kumimoji="0" lang="es-ES" altLang="es-MX" sz="10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0" i="0" u="none" strike="noStrike" cap="none" normalizeH="0" baseline="0" dirty="0">
                          <a:ln>
                            <a:noFill/>
                          </a:ln>
                          <a:solidFill>
                            <a:srgbClr val="4D4D4D"/>
                          </a:solidFill>
                          <a:effectLst/>
                          <a:latin typeface="Arial" panose="020B0604020202020204" pitchFamily="34" charset="0"/>
                        </a:rPr>
                        <a:t>L</a:t>
                      </a:r>
                      <a:endParaRPr kumimoji="0" lang="es-ES" altLang="es-MX" sz="10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0" i="0" u="none" strike="noStrike" cap="none" normalizeH="0" baseline="0" dirty="0">
                          <a:ln>
                            <a:noFill/>
                          </a:ln>
                          <a:solidFill>
                            <a:srgbClr val="4D4D4D"/>
                          </a:solidFill>
                          <a:effectLst/>
                          <a:latin typeface="Arial" panose="020B0604020202020204" pitchFamily="34" charset="0"/>
                        </a:rPr>
                        <a:t>A</a:t>
                      </a:r>
                      <a:endParaRPr kumimoji="0" lang="es-ES" altLang="es-MX" sz="10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0" i="0" u="none" strike="noStrike" cap="none" normalizeH="0" baseline="0" dirty="0">
                          <a:ln>
                            <a:noFill/>
                          </a:ln>
                          <a:solidFill>
                            <a:srgbClr val="4D4D4D"/>
                          </a:solidFill>
                          <a:effectLst/>
                          <a:latin typeface="Arial" panose="020B0604020202020204" pitchFamily="34" charset="0"/>
                        </a:rPr>
                        <a:t>H</a:t>
                      </a:r>
                      <a:endParaRPr kumimoji="0" lang="es-ES" altLang="es-MX" sz="10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91572350"/>
                  </a:ext>
                </a:extLst>
              </a:tr>
              <a:tr h="4699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4 o más</a:t>
                      </a: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1" i="0" u="none" strike="noStrike" cap="none" normalizeH="0" baseline="0" dirty="0">
                          <a:ln>
                            <a:noFill/>
                          </a:ln>
                          <a:solidFill>
                            <a:srgbClr val="4D4D4D"/>
                          </a:solidFill>
                          <a:effectLst/>
                          <a:latin typeface="Arial" panose="020B0604020202020204" pitchFamily="34" charset="0"/>
                        </a:rPr>
                        <a:t>Tipo de Archivos Referenciados</a:t>
                      </a:r>
                      <a:endParaRPr kumimoji="0" lang="es-ES" altLang="es-MX" sz="10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ACACA"/>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0" i="0" u="none" strike="noStrike" cap="none" normalizeH="0" baseline="0" dirty="0">
                          <a:ln>
                            <a:noFill/>
                          </a:ln>
                          <a:solidFill>
                            <a:srgbClr val="4D4D4D"/>
                          </a:solidFill>
                          <a:effectLst/>
                          <a:latin typeface="Arial" panose="020B0604020202020204" pitchFamily="34" charset="0"/>
                        </a:rPr>
                        <a:t>A</a:t>
                      </a:r>
                      <a:endParaRPr kumimoji="0" lang="es-ES" altLang="es-MX" sz="10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0" i="0" u="none" strike="noStrike" cap="none" normalizeH="0" baseline="0" dirty="0">
                          <a:ln>
                            <a:noFill/>
                          </a:ln>
                          <a:solidFill>
                            <a:srgbClr val="4D4D4D"/>
                          </a:solidFill>
                          <a:effectLst/>
                          <a:latin typeface="Arial" panose="020B0604020202020204" pitchFamily="34" charset="0"/>
                        </a:rPr>
                        <a:t>H</a:t>
                      </a:r>
                      <a:endParaRPr kumimoji="0" lang="es-ES" altLang="es-MX" sz="10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000" b="0" i="0" u="none" strike="noStrike" cap="none" normalizeH="0" baseline="0" dirty="0">
                          <a:ln>
                            <a:noFill/>
                          </a:ln>
                          <a:solidFill>
                            <a:srgbClr val="4D4D4D"/>
                          </a:solidFill>
                          <a:effectLst/>
                          <a:latin typeface="Arial" panose="020B0604020202020204" pitchFamily="34" charset="0"/>
                        </a:rPr>
                        <a:t>H</a:t>
                      </a:r>
                      <a:endParaRPr kumimoji="0" lang="es-ES" altLang="es-MX" sz="10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34002192"/>
                  </a:ext>
                </a:extLst>
              </a:tr>
            </a:tbl>
          </a:graphicData>
        </a:graphic>
      </p:graphicFrame>
      <p:sp>
        <p:nvSpPr>
          <p:cNvPr id="78923" name="Line 75">
            <a:extLst>
              <a:ext uri="{FF2B5EF4-FFF2-40B4-BE49-F238E27FC236}">
                <a16:creationId xmlns:a16="http://schemas.microsoft.com/office/drawing/2014/main" id="{4CDDB41C-42EB-4890-8560-300D919D70CE}"/>
              </a:ext>
            </a:extLst>
          </p:cNvPr>
          <p:cNvSpPr>
            <a:spLocks noChangeShapeType="1"/>
          </p:cNvSpPr>
          <p:nvPr/>
        </p:nvSpPr>
        <p:spPr bwMode="auto">
          <a:xfrm rot="-132231">
            <a:off x="1825626" y="4037013"/>
            <a:ext cx="1527175"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dirty="0"/>
          </a:p>
        </p:txBody>
      </p:sp>
      <p:graphicFrame>
        <p:nvGraphicFramePr>
          <p:cNvPr id="79045" name="Group 197">
            <a:extLst>
              <a:ext uri="{FF2B5EF4-FFF2-40B4-BE49-F238E27FC236}">
                <a16:creationId xmlns:a16="http://schemas.microsoft.com/office/drawing/2014/main" id="{E6ADBBA7-D7E1-4950-8386-5D44A0EDC569}"/>
              </a:ext>
            </a:extLst>
          </p:cNvPr>
          <p:cNvGraphicFramePr>
            <a:graphicFrameLocks noGrp="1"/>
          </p:cNvGraphicFramePr>
          <p:nvPr/>
        </p:nvGraphicFramePr>
        <p:xfrm>
          <a:off x="8382000" y="2971800"/>
          <a:ext cx="2057400" cy="1680210"/>
        </p:xfrm>
        <a:graphic>
          <a:graphicData uri="http://schemas.openxmlformats.org/drawingml/2006/table">
            <a:tbl>
              <a:tblPr/>
              <a:tblGrid>
                <a:gridCol w="1143000">
                  <a:extLst>
                    <a:ext uri="{9D8B030D-6E8A-4147-A177-3AD203B41FA5}">
                      <a16:colId xmlns:a16="http://schemas.microsoft.com/office/drawing/2014/main" val="2783168828"/>
                    </a:ext>
                  </a:extLst>
                </a:gridCol>
                <a:gridCol w="914400">
                  <a:extLst>
                    <a:ext uri="{9D8B030D-6E8A-4147-A177-3AD203B41FA5}">
                      <a16:colId xmlns:a16="http://schemas.microsoft.com/office/drawing/2014/main" val="45516095"/>
                    </a:ext>
                  </a:extLst>
                </a:gridCol>
              </a:tblGrid>
              <a:tr h="36195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100" b="1" i="0" u="none" strike="noStrike" cap="none" normalizeH="0" baseline="0" dirty="0">
                          <a:ln>
                            <a:noFill/>
                          </a:ln>
                          <a:solidFill>
                            <a:srgbClr val="4D4D4D"/>
                          </a:solidFill>
                          <a:effectLst/>
                          <a:latin typeface="Arial" panose="020B0604020202020204" pitchFamily="34" charset="0"/>
                        </a:rPr>
                        <a:t>Complejidad</a:t>
                      </a:r>
                      <a:endParaRPr kumimoji="0" lang="es-ES" altLang="es-MX" sz="11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E6E6"/>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100" b="1" i="0" u="none" strike="noStrike" cap="none" normalizeH="0" baseline="0" dirty="0">
                          <a:ln>
                            <a:noFill/>
                          </a:ln>
                          <a:solidFill>
                            <a:srgbClr val="4D4D4D"/>
                          </a:solidFill>
                          <a:effectLst/>
                          <a:latin typeface="Arial" panose="020B0604020202020204" pitchFamily="34" charset="0"/>
                        </a:rPr>
                        <a:t>Puntos de Función sin Ajustar</a:t>
                      </a:r>
                      <a:endParaRPr kumimoji="0" lang="es-ES" altLang="es-MX" sz="11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2088272535"/>
                  </a:ext>
                </a:extLst>
              </a:tr>
              <a:tr h="36195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100" b="0" i="0" u="none" strike="noStrike" cap="none" normalizeH="0" baseline="0" dirty="0">
                          <a:ln>
                            <a:noFill/>
                          </a:ln>
                          <a:solidFill>
                            <a:srgbClr val="4D4D4D"/>
                          </a:solidFill>
                          <a:effectLst/>
                          <a:latin typeface="Arial" panose="020B0604020202020204" pitchFamily="34" charset="0"/>
                        </a:rPr>
                        <a:t>L (Bajo)</a:t>
                      </a:r>
                      <a:endParaRPr kumimoji="0" lang="es-ES" altLang="es-MX" sz="1100" b="0"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100" b="0" i="0" u="none" strike="noStrike" cap="none" normalizeH="0" baseline="0" dirty="0">
                          <a:ln>
                            <a:noFill/>
                          </a:ln>
                          <a:solidFill>
                            <a:srgbClr val="4D4D4D"/>
                          </a:solidFill>
                          <a:effectLst/>
                          <a:latin typeface="Arial" panose="020B0604020202020204" pitchFamily="34" charset="0"/>
                        </a:rPr>
                        <a:t>3</a:t>
                      </a:r>
                      <a:endParaRPr kumimoji="0" lang="es-ES" altLang="es-MX" sz="11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69504763"/>
                  </a:ext>
                </a:extLst>
              </a:tr>
              <a:tr h="36195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100" b="0" i="0" u="none" strike="noStrike" cap="none" normalizeH="0" baseline="0" dirty="0">
                          <a:ln>
                            <a:noFill/>
                          </a:ln>
                          <a:solidFill>
                            <a:srgbClr val="4D4D4D"/>
                          </a:solidFill>
                          <a:effectLst/>
                          <a:latin typeface="Arial" panose="020B0604020202020204" pitchFamily="34" charset="0"/>
                        </a:rPr>
                        <a:t>A (Medio)</a:t>
                      </a:r>
                      <a:endParaRPr kumimoji="0" lang="es-ES" altLang="es-MX" sz="1100" b="0"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100" b="0" i="0" u="none" strike="noStrike" cap="none" normalizeH="0" baseline="0" dirty="0">
                          <a:ln>
                            <a:noFill/>
                          </a:ln>
                          <a:solidFill>
                            <a:srgbClr val="4D4D4D"/>
                          </a:solidFill>
                          <a:effectLst/>
                          <a:latin typeface="Arial" panose="020B0604020202020204" pitchFamily="34" charset="0"/>
                        </a:rPr>
                        <a:t>4</a:t>
                      </a:r>
                      <a:endParaRPr kumimoji="0" lang="es-ES" altLang="es-MX" sz="11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65771535"/>
                  </a:ext>
                </a:extLst>
              </a:tr>
              <a:tr h="36195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100" b="0" i="0" u="none" strike="noStrike" cap="none" normalizeH="0" baseline="0" dirty="0">
                          <a:ln>
                            <a:noFill/>
                          </a:ln>
                          <a:solidFill>
                            <a:srgbClr val="4D4D4D"/>
                          </a:solidFill>
                          <a:effectLst/>
                          <a:latin typeface="Arial" panose="020B0604020202020204" pitchFamily="34" charset="0"/>
                        </a:rPr>
                        <a:t>H (Alto)</a:t>
                      </a:r>
                      <a:endParaRPr kumimoji="0" lang="es-ES" altLang="es-MX" sz="1100" b="0"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100" b="0" i="0" u="none" strike="noStrike" cap="none" normalizeH="0" baseline="0" dirty="0">
                          <a:ln>
                            <a:noFill/>
                          </a:ln>
                          <a:solidFill>
                            <a:srgbClr val="4D4D4D"/>
                          </a:solidFill>
                          <a:effectLst/>
                          <a:latin typeface="Arial" panose="020B0604020202020204" pitchFamily="34" charset="0"/>
                        </a:rPr>
                        <a:t>6</a:t>
                      </a:r>
                      <a:endParaRPr kumimoji="0" lang="es-ES" altLang="es-MX" sz="11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45448722"/>
                  </a:ext>
                </a:extLst>
              </a:tr>
            </a:tbl>
          </a:graphicData>
        </a:graphic>
      </p:graphicFrame>
      <p:sp>
        <p:nvSpPr>
          <p:cNvPr id="79022" name="Text Box 174">
            <a:extLst>
              <a:ext uri="{FF2B5EF4-FFF2-40B4-BE49-F238E27FC236}">
                <a16:creationId xmlns:a16="http://schemas.microsoft.com/office/drawing/2014/main" id="{915DA4B8-C58D-48CC-84BC-16BFB6B7B202}"/>
              </a:ext>
            </a:extLst>
          </p:cNvPr>
          <p:cNvSpPr txBox="1">
            <a:spLocks noChangeArrowheads="1"/>
          </p:cNvSpPr>
          <p:nvPr/>
        </p:nvSpPr>
        <p:spPr bwMode="auto">
          <a:xfrm>
            <a:off x="8153400" y="1752600"/>
            <a:ext cx="1676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sz="1200" b="1" dirty="0">
                <a:latin typeface="Arial" panose="020B0604020202020204" pitchFamily="34" charset="0"/>
              </a:rPr>
              <a:t>Entrada</a:t>
            </a:r>
            <a:endParaRPr lang="es-ES" altLang="es-MX" sz="1200" b="1" dirty="0">
              <a:latin typeface="Arial" panose="020B0604020202020204" pitchFamily="34" charset="0"/>
            </a:endParaRPr>
          </a:p>
        </p:txBody>
      </p:sp>
      <p:sp>
        <p:nvSpPr>
          <p:cNvPr id="79023" name="Text Box 175">
            <a:extLst>
              <a:ext uri="{FF2B5EF4-FFF2-40B4-BE49-F238E27FC236}">
                <a16:creationId xmlns:a16="http://schemas.microsoft.com/office/drawing/2014/main" id="{D26538E9-9681-447A-A71F-80D34EE8EA3F}"/>
              </a:ext>
            </a:extLst>
          </p:cNvPr>
          <p:cNvSpPr txBox="1">
            <a:spLocks noChangeArrowheads="1"/>
          </p:cNvSpPr>
          <p:nvPr/>
        </p:nvSpPr>
        <p:spPr bwMode="auto">
          <a:xfrm>
            <a:off x="8153400" y="5181600"/>
            <a:ext cx="1676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MX" altLang="es-MX" sz="1200" b="1" dirty="0">
                <a:latin typeface="Arial" panose="020B0604020202020204" pitchFamily="34" charset="0"/>
              </a:rPr>
              <a:t>Salida</a:t>
            </a:r>
            <a:endParaRPr lang="es-ES" altLang="es-MX" sz="1200" b="1" dirty="0">
              <a:latin typeface="Arial" panose="020B0604020202020204" pitchFamily="34" charset="0"/>
            </a:endParaRPr>
          </a:p>
        </p:txBody>
      </p:sp>
      <p:sp>
        <p:nvSpPr>
          <p:cNvPr id="79024" name="Text Box 176">
            <a:extLst>
              <a:ext uri="{FF2B5EF4-FFF2-40B4-BE49-F238E27FC236}">
                <a16:creationId xmlns:a16="http://schemas.microsoft.com/office/drawing/2014/main" id="{5A5EE335-CC4C-4366-9373-719924AEAB48}"/>
              </a:ext>
            </a:extLst>
          </p:cNvPr>
          <p:cNvSpPr txBox="1">
            <a:spLocks noChangeArrowheads="1"/>
          </p:cNvSpPr>
          <p:nvPr/>
        </p:nvSpPr>
        <p:spPr bwMode="auto">
          <a:xfrm>
            <a:off x="8305800" y="2209801"/>
            <a:ext cx="17526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s-MX" altLang="es-MX" sz="1200" b="1" dirty="0">
                <a:latin typeface="Arial" panose="020B0604020202020204" pitchFamily="34" charset="0"/>
              </a:rPr>
              <a:t>Use la de complejidad más alta de las dos</a:t>
            </a:r>
            <a:endParaRPr lang="es-ES" altLang="es-MX" sz="1200" b="1" dirty="0">
              <a:latin typeface="Arial" panose="020B060402020202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61562312-6A2C-4E99-A5EE-1405C1F42802}"/>
              </a:ext>
            </a:extLst>
          </p:cNvPr>
          <p:cNvSpPr>
            <a:spLocks noGrp="1" noChangeArrowheads="1"/>
          </p:cNvSpPr>
          <p:nvPr>
            <p:ph type="title"/>
          </p:nvPr>
        </p:nvSpPr>
        <p:spPr/>
        <p:txBody>
          <a:bodyPr/>
          <a:lstStyle/>
          <a:p>
            <a:r>
              <a:rPr lang="es-MX" altLang="es-MX" dirty="0"/>
              <a:t>Hoja de Cálculo para Determinar P.F </a:t>
            </a:r>
          </a:p>
        </p:txBody>
      </p:sp>
      <p:graphicFrame>
        <p:nvGraphicFramePr>
          <p:cNvPr id="54512" name="Group 240">
            <a:extLst>
              <a:ext uri="{FF2B5EF4-FFF2-40B4-BE49-F238E27FC236}">
                <a16:creationId xmlns:a16="http://schemas.microsoft.com/office/drawing/2014/main" id="{686B16FD-5934-4647-B1FD-99AC7E453A56}"/>
              </a:ext>
            </a:extLst>
          </p:cNvPr>
          <p:cNvGraphicFramePr>
            <a:graphicFrameLocks noGrp="1"/>
          </p:cNvGraphicFramePr>
          <p:nvPr/>
        </p:nvGraphicFramePr>
        <p:xfrm>
          <a:off x="1828800" y="2438400"/>
          <a:ext cx="8305800" cy="3225802"/>
        </p:xfrm>
        <a:graphic>
          <a:graphicData uri="http://schemas.openxmlformats.org/drawingml/2006/table">
            <a:tbl>
              <a:tblPr/>
              <a:tblGrid>
                <a:gridCol w="3122613">
                  <a:extLst>
                    <a:ext uri="{9D8B030D-6E8A-4147-A177-3AD203B41FA5}">
                      <a16:colId xmlns:a16="http://schemas.microsoft.com/office/drawing/2014/main" val="1738948928"/>
                    </a:ext>
                  </a:extLst>
                </a:gridCol>
                <a:gridCol w="1182687">
                  <a:extLst>
                    <a:ext uri="{9D8B030D-6E8A-4147-A177-3AD203B41FA5}">
                      <a16:colId xmlns:a16="http://schemas.microsoft.com/office/drawing/2014/main" val="2306251966"/>
                    </a:ext>
                  </a:extLst>
                </a:gridCol>
                <a:gridCol w="1090613">
                  <a:extLst>
                    <a:ext uri="{9D8B030D-6E8A-4147-A177-3AD203B41FA5}">
                      <a16:colId xmlns:a16="http://schemas.microsoft.com/office/drawing/2014/main" val="1743189404"/>
                    </a:ext>
                  </a:extLst>
                </a:gridCol>
                <a:gridCol w="1092200">
                  <a:extLst>
                    <a:ext uri="{9D8B030D-6E8A-4147-A177-3AD203B41FA5}">
                      <a16:colId xmlns:a16="http://schemas.microsoft.com/office/drawing/2014/main" val="1135651960"/>
                    </a:ext>
                  </a:extLst>
                </a:gridCol>
                <a:gridCol w="1817687">
                  <a:extLst>
                    <a:ext uri="{9D8B030D-6E8A-4147-A177-3AD203B41FA5}">
                      <a16:colId xmlns:a16="http://schemas.microsoft.com/office/drawing/2014/main" val="303115823"/>
                    </a:ext>
                  </a:extLst>
                </a:gridCol>
              </a:tblGrid>
              <a:tr h="4064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1" i="0" u="none" strike="noStrike" cap="none" normalizeH="0" baseline="0" dirty="0">
                          <a:ln>
                            <a:noFill/>
                          </a:ln>
                          <a:solidFill>
                            <a:srgbClr val="4D4D4D"/>
                          </a:solidFill>
                          <a:effectLst/>
                          <a:latin typeface="Arial" panose="020B0604020202020204" pitchFamily="34" charset="0"/>
                        </a:rPr>
                        <a:t>Descripción</a:t>
                      </a:r>
                      <a:endParaRPr kumimoji="0" lang="es-ES" altLang="es-MX" sz="1700" b="1"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E6E6"/>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1" i="0" u="none" strike="noStrike" cap="none" normalizeH="0" baseline="0" dirty="0">
                          <a:ln>
                            <a:noFill/>
                          </a:ln>
                          <a:solidFill>
                            <a:srgbClr val="4D4D4D"/>
                          </a:solidFill>
                          <a:effectLst/>
                          <a:latin typeface="Arial" panose="020B0604020202020204" pitchFamily="34" charset="0"/>
                        </a:rPr>
                        <a:t>Bajo</a:t>
                      </a:r>
                      <a:endParaRPr kumimoji="0" lang="es-ES" altLang="es-MX" sz="17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E6E6"/>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1" i="0" u="none" strike="noStrike" cap="none" normalizeH="0" baseline="0" dirty="0">
                          <a:ln>
                            <a:noFill/>
                          </a:ln>
                          <a:solidFill>
                            <a:srgbClr val="4D4D4D"/>
                          </a:solidFill>
                          <a:effectLst/>
                          <a:latin typeface="Arial" panose="020B0604020202020204" pitchFamily="34" charset="0"/>
                        </a:rPr>
                        <a:t>Medio</a:t>
                      </a:r>
                      <a:endParaRPr kumimoji="0" lang="es-ES" altLang="es-MX" sz="17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E6E6"/>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1" i="0" u="none" strike="noStrike" cap="none" normalizeH="0" baseline="0" dirty="0">
                          <a:ln>
                            <a:noFill/>
                          </a:ln>
                          <a:solidFill>
                            <a:srgbClr val="4D4D4D"/>
                          </a:solidFill>
                          <a:effectLst/>
                          <a:latin typeface="Arial" panose="020B0604020202020204" pitchFamily="34" charset="0"/>
                        </a:rPr>
                        <a:t>Alto</a:t>
                      </a:r>
                      <a:endParaRPr kumimoji="0" lang="es-ES" altLang="es-MX" sz="17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E6E6"/>
                    </a:solid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1" i="0" u="none" strike="noStrike" cap="none" normalizeH="0" baseline="0" dirty="0">
                          <a:ln>
                            <a:noFill/>
                          </a:ln>
                          <a:solidFill>
                            <a:srgbClr val="4D4D4D"/>
                          </a:solidFill>
                          <a:effectLst/>
                          <a:latin typeface="Arial" panose="020B0604020202020204" pitchFamily="34" charset="0"/>
                        </a:rPr>
                        <a:t>Total</a:t>
                      </a:r>
                      <a:endParaRPr kumimoji="0" lang="es-ES" altLang="es-MX" sz="1700" b="1"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3259000322"/>
                  </a:ext>
                </a:extLst>
              </a:tr>
              <a:tr h="407988">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0" i="0" u="none" strike="noStrike" cap="none" normalizeH="0" baseline="0" dirty="0">
                          <a:ln>
                            <a:noFill/>
                          </a:ln>
                          <a:solidFill>
                            <a:srgbClr val="4D4D4D"/>
                          </a:solidFill>
                          <a:effectLst/>
                          <a:latin typeface="Arial" panose="020B0604020202020204" pitchFamily="34" charset="0"/>
                        </a:rPr>
                        <a:t>Archivos Lógico Interno</a:t>
                      </a:r>
                      <a:endParaRPr kumimoji="0" lang="es-ES" altLang="es-MX" sz="1700" b="0"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0" i="0" u="none" strike="noStrike" cap="none" normalizeH="0" baseline="0" dirty="0">
                          <a:ln>
                            <a:noFill/>
                          </a:ln>
                          <a:solidFill>
                            <a:srgbClr val="4D4D4D"/>
                          </a:solidFill>
                          <a:effectLst/>
                          <a:latin typeface="Arial" panose="020B0604020202020204" pitchFamily="34" charset="0"/>
                        </a:rPr>
                        <a:t>*7</a:t>
                      </a:r>
                      <a:endParaRPr kumimoji="0" lang="es-ES" altLang="es-MX" sz="17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0" i="0" u="none" strike="noStrike" cap="none" normalizeH="0" baseline="0" dirty="0">
                          <a:ln>
                            <a:noFill/>
                          </a:ln>
                          <a:solidFill>
                            <a:srgbClr val="4D4D4D"/>
                          </a:solidFill>
                          <a:effectLst/>
                          <a:latin typeface="Arial" panose="020B0604020202020204" pitchFamily="34" charset="0"/>
                        </a:rPr>
                        <a:t>*10</a:t>
                      </a:r>
                      <a:endParaRPr kumimoji="0" lang="es-ES" altLang="es-MX" sz="17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0" i="0" u="none" strike="noStrike" cap="none" normalizeH="0" baseline="0" dirty="0">
                          <a:ln>
                            <a:noFill/>
                          </a:ln>
                          <a:solidFill>
                            <a:srgbClr val="4D4D4D"/>
                          </a:solidFill>
                          <a:effectLst/>
                          <a:latin typeface="Arial" panose="020B0604020202020204" pitchFamily="34" charset="0"/>
                        </a:rPr>
                        <a:t>*15</a:t>
                      </a:r>
                      <a:endParaRPr kumimoji="0" lang="es-ES" altLang="es-MX" sz="17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endParaRPr kumimoji="0" lang="es-MX" altLang="es-MX" sz="17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94761164"/>
                  </a:ext>
                </a:extLst>
              </a:tr>
              <a:tr h="4064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0" i="0" u="none" strike="noStrike" cap="none" normalizeH="0" baseline="0" dirty="0">
                          <a:ln>
                            <a:noFill/>
                          </a:ln>
                          <a:solidFill>
                            <a:srgbClr val="4D4D4D"/>
                          </a:solidFill>
                          <a:effectLst/>
                          <a:latin typeface="Arial" panose="020B0604020202020204" pitchFamily="34" charset="0"/>
                        </a:rPr>
                        <a:t>Archivo de Interface Externa</a:t>
                      </a:r>
                      <a:endParaRPr kumimoji="0" lang="es-ES" altLang="es-MX" sz="1700" b="0"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0" i="0" u="none" strike="noStrike" cap="none" normalizeH="0" baseline="0" dirty="0">
                          <a:ln>
                            <a:noFill/>
                          </a:ln>
                          <a:solidFill>
                            <a:srgbClr val="4D4D4D"/>
                          </a:solidFill>
                          <a:effectLst/>
                          <a:latin typeface="Arial" panose="020B0604020202020204" pitchFamily="34" charset="0"/>
                        </a:rPr>
                        <a:t>*5</a:t>
                      </a:r>
                      <a:endParaRPr kumimoji="0" lang="es-ES" altLang="es-MX" sz="17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0" i="0" u="none" strike="noStrike" cap="none" normalizeH="0" baseline="0" dirty="0">
                          <a:ln>
                            <a:noFill/>
                          </a:ln>
                          <a:solidFill>
                            <a:srgbClr val="4D4D4D"/>
                          </a:solidFill>
                          <a:effectLst/>
                          <a:latin typeface="Arial" panose="020B0604020202020204" pitchFamily="34" charset="0"/>
                        </a:rPr>
                        <a:t>*7</a:t>
                      </a:r>
                      <a:endParaRPr kumimoji="0" lang="es-ES" altLang="es-MX" sz="17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0" i="0" u="none" strike="noStrike" cap="none" normalizeH="0" baseline="0" dirty="0">
                          <a:ln>
                            <a:noFill/>
                          </a:ln>
                          <a:solidFill>
                            <a:srgbClr val="4D4D4D"/>
                          </a:solidFill>
                          <a:effectLst/>
                          <a:latin typeface="Arial" panose="020B0604020202020204" pitchFamily="34" charset="0"/>
                        </a:rPr>
                        <a:t>*10</a:t>
                      </a:r>
                      <a:endParaRPr kumimoji="0" lang="es-ES" altLang="es-MX" sz="17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endParaRPr kumimoji="0" lang="es-MX" altLang="es-MX" sz="17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88392296"/>
                  </a:ext>
                </a:extLst>
              </a:tr>
              <a:tr h="406400">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0" i="0" u="none" strike="noStrike" cap="none" normalizeH="0" baseline="0" dirty="0">
                          <a:ln>
                            <a:noFill/>
                          </a:ln>
                          <a:solidFill>
                            <a:srgbClr val="4D4D4D"/>
                          </a:solidFill>
                          <a:effectLst/>
                          <a:latin typeface="Arial" panose="020B0604020202020204" pitchFamily="34" charset="0"/>
                        </a:rPr>
                        <a:t>Inputs Externas</a:t>
                      </a:r>
                      <a:endParaRPr kumimoji="0" lang="es-ES" altLang="es-MX" sz="1700" b="0"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0" i="0" u="none" strike="noStrike" cap="none" normalizeH="0" baseline="0" dirty="0">
                          <a:ln>
                            <a:noFill/>
                          </a:ln>
                          <a:solidFill>
                            <a:srgbClr val="4D4D4D"/>
                          </a:solidFill>
                          <a:effectLst/>
                          <a:latin typeface="Arial" panose="020B0604020202020204" pitchFamily="34" charset="0"/>
                        </a:rPr>
                        <a:t>*3</a:t>
                      </a:r>
                      <a:endParaRPr kumimoji="0" lang="es-ES" altLang="es-MX" sz="17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0" i="0" u="none" strike="noStrike" cap="none" normalizeH="0" baseline="0" dirty="0">
                          <a:ln>
                            <a:noFill/>
                          </a:ln>
                          <a:solidFill>
                            <a:srgbClr val="4D4D4D"/>
                          </a:solidFill>
                          <a:effectLst/>
                          <a:latin typeface="Arial" panose="020B0604020202020204" pitchFamily="34" charset="0"/>
                        </a:rPr>
                        <a:t>*4</a:t>
                      </a:r>
                      <a:endParaRPr kumimoji="0" lang="es-ES" altLang="es-MX" sz="17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0" i="0" u="none" strike="noStrike" cap="none" normalizeH="0" baseline="0" dirty="0">
                          <a:ln>
                            <a:noFill/>
                          </a:ln>
                          <a:solidFill>
                            <a:srgbClr val="4D4D4D"/>
                          </a:solidFill>
                          <a:effectLst/>
                          <a:latin typeface="Arial" panose="020B0604020202020204" pitchFamily="34" charset="0"/>
                        </a:rPr>
                        <a:t>*6</a:t>
                      </a:r>
                      <a:endParaRPr kumimoji="0" lang="es-ES" altLang="es-MX" sz="17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endParaRPr kumimoji="0" lang="es-MX" altLang="es-MX" sz="17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03205610"/>
                  </a:ext>
                </a:extLst>
              </a:tr>
              <a:tr h="407988">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0" i="0" u="none" strike="noStrike" cap="none" normalizeH="0" baseline="0" dirty="0">
                          <a:ln>
                            <a:noFill/>
                          </a:ln>
                          <a:solidFill>
                            <a:srgbClr val="4D4D4D"/>
                          </a:solidFill>
                          <a:effectLst/>
                          <a:latin typeface="Arial" panose="020B0604020202020204" pitchFamily="34" charset="0"/>
                        </a:rPr>
                        <a:t>Outputs Externos </a:t>
                      </a:r>
                      <a:endParaRPr kumimoji="0" lang="es-ES" altLang="es-MX" sz="1700" b="0"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0" i="0" u="none" strike="noStrike" cap="none" normalizeH="0" baseline="0" dirty="0">
                          <a:ln>
                            <a:noFill/>
                          </a:ln>
                          <a:solidFill>
                            <a:srgbClr val="4D4D4D"/>
                          </a:solidFill>
                          <a:effectLst/>
                          <a:latin typeface="Arial" panose="020B0604020202020204" pitchFamily="34" charset="0"/>
                        </a:rPr>
                        <a:t>*4</a:t>
                      </a:r>
                      <a:endParaRPr kumimoji="0" lang="es-ES" altLang="es-MX" sz="17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0" i="0" u="none" strike="noStrike" cap="none" normalizeH="0" baseline="0" dirty="0">
                          <a:ln>
                            <a:noFill/>
                          </a:ln>
                          <a:solidFill>
                            <a:srgbClr val="4D4D4D"/>
                          </a:solidFill>
                          <a:effectLst/>
                          <a:latin typeface="Arial" panose="020B0604020202020204" pitchFamily="34" charset="0"/>
                        </a:rPr>
                        <a:t>*5</a:t>
                      </a:r>
                      <a:endParaRPr kumimoji="0" lang="es-ES" altLang="es-MX" sz="17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0" i="0" u="none" strike="noStrike" cap="none" normalizeH="0" baseline="0" dirty="0">
                          <a:ln>
                            <a:noFill/>
                          </a:ln>
                          <a:solidFill>
                            <a:srgbClr val="4D4D4D"/>
                          </a:solidFill>
                          <a:effectLst/>
                          <a:latin typeface="Arial" panose="020B0604020202020204" pitchFamily="34" charset="0"/>
                        </a:rPr>
                        <a:t>*7</a:t>
                      </a:r>
                      <a:endParaRPr kumimoji="0" lang="es-ES" altLang="es-MX" sz="17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endParaRPr kumimoji="0" lang="es-MX" altLang="es-MX" sz="17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02025679"/>
                  </a:ext>
                </a:extLst>
              </a:tr>
              <a:tr h="420688">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0" i="0" u="none" strike="noStrike" cap="none" normalizeH="0" baseline="0" dirty="0">
                          <a:ln>
                            <a:noFill/>
                          </a:ln>
                          <a:solidFill>
                            <a:srgbClr val="4D4D4D"/>
                          </a:solidFill>
                          <a:effectLst/>
                          <a:latin typeface="Arial" panose="020B0604020202020204" pitchFamily="34" charset="0"/>
                        </a:rPr>
                        <a:t>Consulta Externa</a:t>
                      </a:r>
                      <a:endParaRPr kumimoji="0" lang="es-ES" altLang="es-MX" sz="1700" b="0"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0" i="0" u="none" strike="noStrike" cap="none" normalizeH="0" baseline="0" dirty="0">
                          <a:ln>
                            <a:noFill/>
                          </a:ln>
                          <a:solidFill>
                            <a:srgbClr val="4D4D4D"/>
                          </a:solidFill>
                          <a:effectLst/>
                          <a:latin typeface="Arial" panose="020B0604020202020204" pitchFamily="34" charset="0"/>
                        </a:rPr>
                        <a:t>*3</a:t>
                      </a:r>
                      <a:endParaRPr kumimoji="0" lang="es-ES" altLang="es-MX" sz="17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0" i="0" u="none" strike="noStrike" cap="none" normalizeH="0" baseline="0" dirty="0">
                          <a:ln>
                            <a:noFill/>
                          </a:ln>
                          <a:solidFill>
                            <a:srgbClr val="4D4D4D"/>
                          </a:solidFill>
                          <a:effectLst/>
                          <a:latin typeface="Arial" panose="020B0604020202020204" pitchFamily="34" charset="0"/>
                        </a:rPr>
                        <a:t>*4</a:t>
                      </a:r>
                      <a:endParaRPr kumimoji="0" lang="es-ES" altLang="es-MX" sz="17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0" i="0" u="none" strike="noStrike" cap="none" normalizeH="0" baseline="0" dirty="0">
                          <a:ln>
                            <a:noFill/>
                          </a:ln>
                          <a:solidFill>
                            <a:srgbClr val="4D4D4D"/>
                          </a:solidFill>
                          <a:effectLst/>
                          <a:latin typeface="Arial" panose="020B0604020202020204" pitchFamily="34" charset="0"/>
                        </a:rPr>
                        <a:t>*6</a:t>
                      </a:r>
                      <a:endParaRPr kumimoji="0" lang="es-ES" altLang="es-MX" sz="17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endParaRPr kumimoji="0" lang="es-MX" altLang="es-MX" sz="17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22183387"/>
                  </a:ext>
                </a:extLst>
              </a:tr>
              <a:tr h="769938">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0" i="0" u="none" strike="noStrike" cap="none" normalizeH="0" baseline="0" dirty="0">
                          <a:ln>
                            <a:noFill/>
                          </a:ln>
                          <a:solidFill>
                            <a:srgbClr val="4D4D4D"/>
                          </a:solidFill>
                          <a:effectLst/>
                          <a:latin typeface="Arial" panose="020B0604020202020204" pitchFamily="34" charset="0"/>
                        </a:rPr>
                        <a:t>Puntos de Función sin ajustar</a:t>
                      </a:r>
                      <a:endParaRPr kumimoji="0" lang="es-ES" altLang="es-MX" sz="1700" b="0" i="0" u="none" strike="noStrike" cap="none" normalizeH="0" baseline="0" dirty="0">
                        <a:ln>
                          <a:noFill/>
                        </a:ln>
                        <a:solidFill>
                          <a:srgbClr val="4D4D4D"/>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endParaRPr kumimoji="0" lang="es-MX" altLang="es-MX" sz="17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endParaRPr kumimoji="0" lang="es-MX" altLang="es-MX" sz="17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endParaRPr kumimoji="0" lang="es-MX" altLang="es-MX" sz="17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indent="1143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indent="2270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indent="1127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endParaRPr kumimoji="0" lang="es-MX" altLang="es-MX" sz="1700" b="0" i="0" u="none" strike="noStrike" cap="none" normalizeH="0" baseline="0" dirty="0">
                        <a:ln>
                          <a:noFill/>
                        </a:ln>
                        <a:solidFill>
                          <a:srgbClr val="4D4D4D"/>
                        </a:solidFill>
                        <a:effectLst/>
                        <a:latin typeface="Arial" panose="020B0604020202020204" pitchFamily="34" charset="0"/>
                      </a:endParaRPr>
                    </a:p>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s-MX" altLang="es-MX" sz="1700" b="0" i="0" u="none" strike="noStrike" cap="none" normalizeH="0" baseline="0" dirty="0">
                          <a:ln>
                            <a:noFill/>
                          </a:ln>
                          <a:solidFill>
                            <a:srgbClr val="4D4D4D"/>
                          </a:solidFill>
                          <a:effectLst/>
                          <a:latin typeface="Arial" panose="020B0604020202020204" pitchFamily="34" charset="0"/>
                        </a:rPr>
                        <a:t>(PFsA)</a:t>
                      </a:r>
                      <a:endParaRPr kumimoji="0" lang="es-ES" altLang="es-MX" sz="1700" b="0" i="0" u="none" strike="noStrike" cap="none" normalizeH="0" baseline="0" dirty="0">
                        <a:ln>
                          <a:noFill/>
                        </a:ln>
                        <a:solidFill>
                          <a:srgbClr val="4D4D4D"/>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13634335"/>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19381F71-D6C9-45D4-B0E4-5CEA14B011C3}"/>
              </a:ext>
            </a:extLst>
          </p:cNvPr>
          <p:cNvSpPr>
            <a:spLocks noGrp="1" noChangeArrowheads="1"/>
          </p:cNvSpPr>
          <p:nvPr>
            <p:ph type="title"/>
          </p:nvPr>
        </p:nvSpPr>
        <p:spPr/>
        <p:txBody>
          <a:bodyPr/>
          <a:lstStyle/>
          <a:p>
            <a:r>
              <a:rPr lang="es-MX" altLang="es-MX" dirty="0"/>
              <a:t>Complejidad Funcional</a:t>
            </a:r>
          </a:p>
        </p:txBody>
      </p:sp>
      <p:sp>
        <p:nvSpPr>
          <p:cNvPr id="55299" name="Rectangle 3">
            <a:extLst>
              <a:ext uri="{FF2B5EF4-FFF2-40B4-BE49-F238E27FC236}">
                <a16:creationId xmlns:a16="http://schemas.microsoft.com/office/drawing/2014/main" id="{A543E026-3751-4849-AD52-0844F90B781D}"/>
              </a:ext>
            </a:extLst>
          </p:cNvPr>
          <p:cNvSpPr>
            <a:spLocks noGrp="1" noChangeArrowheads="1"/>
          </p:cNvSpPr>
          <p:nvPr>
            <p:ph idx="1"/>
          </p:nvPr>
        </p:nvSpPr>
        <p:spPr/>
        <p:txBody>
          <a:bodyPr/>
          <a:lstStyle/>
          <a:p>
            <a:pPr>
              <a:lnSpc>
                <a:spcPct val="90000"/>
              </a:lnSpc>
            </a:pPr>
            <a:r>
              <a:rPr lang="es-MX" altLang="es-MX" sz="2900" dirty="0"/>
              <a:t>Determinar para cada punto de función si la complejidad es baja, media o alta.</a:t>
            </a:r>
          </a:p>
          <a:p>
            <a:pPr>
              <a:lnSpc>
                <a:spcPct val="90000"/>
              </a:lnSpc>
            </a:pPr>
            <a:r>
              <a:rPr lang="es-MX" altLang="es-MX" sz="2900" dirty="0"/>
              <a:t>Sintetizar el conteo bajo, promedio o alto por tipo de fusión.</a:t>
            </a:r>
          </a:p>
          <a:p>
            <a:pPr>
              <a:lnSpc>
                <a:spcPct val="90000"/>
              </a:lnSpc>
            </a:pPr>
            <a:r>
              <a:rPr lang="es-MX" altLang="es-MX" sz="2900" dirty="0"/>
              <a:t>Multiplicar por los valores cargados.</a:t>
            </a:r>
          </a:p>
          <a:p>
            <a:pPr>
              <a:lnSpc>
                <a:spcPct val="90000"/>
              </a:lnSpc>
            </a:pPr>
            <a:r>
              <a:rPr lang="es-MX" altLang="es-MX" sz="2900" dirty="0"/>
              <a:t>Total de valores cargados por tipo de función.</a:t>
            </a:r>
          </a:p>
          <a:p>
            <a:pPr>
              <a:lnSpc>
                <a:spcPct val="90000"/>
              </a:lnSpc>
            </a:pPr>
            <a:r>
              <a:rPr lang="es-MX" altLang="es-MX" sz="2900" dirty="0"/>
              <a:t>Calcular el total de puntos de función sin ajustar contando por adición todos los valores cargados de tipos de función. </a:t>
            </a:r>
            <a:endParaRPr lang="es-ES" altLang="es-MX" sz="2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a:extLst>
              <a:ext uri="{FF2B5EF4-FFF2-40B4-BE49-F238E27FC236}">
                <a16:creationId xmlns:a16="http://schemas.microsoft.com/office/drawing/2014/main" id="{6270033A-4CB5-4113-B008-429F51894659}"/>
              </a:ext>
            </a:extLst>
          </p:cNvPr>
          <p:cNvSpPr>
            <a:spLocks noGrp="1" noChangeArrowheads="1"/>
          </p:cNvSpPr>
          <p:nvPr>
            <p:ph type="title"/>
          </p:nvPr>
        </p:nvSpPr>
        <p:spPr/>
        <p:txBody>
          <a:bodyPr/>
          <a:lstStyle/>
          <a:p>
            <a:r>
              <a:rPr lang="es-MX" altLang="es-MX" dirty="0"/>
              <a:t>Características Generales del Sistema</a:t>
            </a:r>
          </a:p>
        </p:txBody>
      </p:sp>
      <p:sp>
        <p:nvSpPr>
          <p:cNvPr id="80901" name="Rectangle 5">
            <a:extLst>
              <a:ext uri="{FF2B5EF4-FFF2-40B4-BE49-F238E27FC236}">
                <a16:creationId xmlns:a16="http://schemas.microsoft.com/office/drawing/2014/main" id="{08485147-713B-4670-A4F2-D256ED1F4090}"/>
              </a:ext>
            </a:extLst>
          </p:cNvPr>
          <p:cNvSpPr>
            <a:spLocks noGrp="1" noChangeArrowheads="1"/>
          </p:cNvSpPr>
          <p:nvPr>
            <p:ph idx="1"/>
          </p:nvPr>
        </p:nvSpPr>
        <p:spPr/>
        <p:txBody>
          <a:bodyPr>
            <a:normAutofit/>
          </a:bodyPr>
          <a:lstStyle/>
          <a:p>
            <a:pPr>
              <a:lnSpc>
                <a:spcPct val="90000"/>
              </a:lnSpc>
            </a:pPr>
            <a:r>
              <a:rPr lang="es-MX" altLang="es-MX" sz="2400" dirty="0"/>
              <a:t>El Valor del Factor de Ajuste es multiplicado por la cuenta de Puntos de Función sin Ajustar para determinar los Puntos de Función dentro de una aplicación.</a:t>
            </a:r>
          </a:p>
          <a:p>
            <a:pPr>
              <a:lnSpc>
                <a:spcPct val="90000"/>
              </a:lnSpc>
            </a:pPr>
            <a:r>
              <a:rPr lang="es-MX" altLang="es-MX" sz="2400" dirty="0"/>
              <a:t>El Valor del factor de Ajuste está basado en 14 Características Generales del Sistema que evalúan la funcionalidad general de la aplicación.</a:t>
            </a:r>
          </a:p>
          <a:p>
            <a:pPr>
              <a:lnSpc>
                <a:spcPct val="90000"/>
              </a:lnSpc>
            </a:pPr>
            <a:r>
              <a:rPr lang="es-MX" altLang="es-MX" sz="2400" dirty="0"/>
              <a:t>Cada característica tiene una descripción asociada para ayudar a determinar los grados de influencia.</a:t>
            </a:r>
          </a:p>
          <a:p>
            <a:pPr lvl="1">
              <a:lnSpc>
                <a:spcPct val="90000"/>
              </a:lnSpc>
            </a:pPr>
            <a:r>
              <a:rPr lang="es-MX" altLang="es-MX" sz="2000" dirty="0"/>
              <a:t>Los grados de influencia son clasificados en una escala del 0-5 para cada característica.</a:t>
            </a:r>
          </a:p>
          <a:p>
            <a:pPr>
              <a:lnSpc>
                <a:spcPct val="90000"/>
              </a:lnSpc>
            </a:pPr>
            <a:r>
              <a:rPr lang="es-MX" altLang="es-MX" sz="2400" dirty="0"/>
              <a:t>Las 14 calificaciones son todas sumadas, multiplicadas por 0.1 y adicionado 0.64 para determinar el valor del factor de ajuste.</a:t>
            </a:r>
          </a:p>
          <a:p>
            <a:pPr lvl="1">
              <a:lnSpc>
                <a:spcPct val="90000"/>
              </a:lnSpc>
            </a:pPr>
            <a:r>
              <a:rPr lang="es-MX" altLang="es-MX" sz="2000" dirty="0"/>
              <a:t>Consecuentemente, este factor de clasificación entre 0.65 y 1.35 (+/- 35%).</a:t>
            </a:r>
            <a:endParaRPr lang="es-ES" altLang="es-MX" sz="2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8" name="Rectangle 8">
            <a:extLst>
              <a:ext uri="{FF2B5EF4-FFF2-40B4-BE49-F238E27FC236}">
                <a16:creationId xmlns:a16="http://schemas.microsoft.com/office/drawing/2014/main" id="{73360815-2423-4479-861C-50762994E757}"/>
              </a:ext>
            </a:extLst>
          </p:cNvPr>
          <p:cNvSpPr>
            <a:spLocks noGrp="1" noChangeArrowheads="1"/>
          </p:cNvSpPr>
          <p:nvPr>
            <p:ph type="title"/>
          </p:nvPr>
        </p:nvSpPr>
        <p:spPr/>
        <p:txBody>
          <a:bodyPr/>
          <a:lstStyle/>
          <a:p>
            <a:r>
              <a:rPr lang="es-MX" altLang="es-MX" dirty="0"/>
              <a:t>Características Generales del Sistema</a:t>
            </a:r>
          </a:p>
        </p:txBody>
      </p:sp>
      <p:sp>
        <p:nvSpPr>
          <p:cNvPr id="81929" name="Rectangle 9">
            <a:extLst>
              <a:ext uri="{FF2B5EF4-FFF2-40B4-BE49-F238E27FC236}">
                <a16:creationId xmlns:a16="http://schemas.microsoft.com/office/drawing/2014/main" id="{ACD446CD-51FC-4462-83C1-BD67C28D9CBE}"/>
              </a:ext>
            </a:extLst>
          </p:cNvPr>
          <p:cNvSpPr>
            <a:spLocks noGrp="1" noChangeArrowheads="1"/>
          </p:cNvSpPr>
          <p:nvPr>
            <p:ph sz="half" idx="1"/>
          </p:nvPr>
        </p:nvSpPr>
        <p:spPr/>
        <p:txBody>
          <a:bodyPr/>
          <a:lstStyle/>
          <a:p>
            <a:r>
              <a:rPr lang="es-MX" altLang="es-MX" sz="2100" dirty="0"/>
              <a:t>Comunicación de Datos </a:t>
            </a:r>
          </a:p>
          <a:p>
            <a:r>
              <a:rPr lang="es-MX" altLang="es-MX" sz="2100" dirty="0"/>
              <a:t>Proceso de distribución de datos</a:t>
            </a:r>
          </a:p>
          <a:p>
            <a:r>
              <a:rPr lang="es-MX" altLang="es-MX" sz="2100" dirty="0"/>
              <a:t>Performance</a:t>
            </a:r>
          </a:p>
          <a:p>
            <a:r>
              <a:rPr lang="es-MX" altLang="es-MX" sz="2100" dirty="0"/>
              <a:t>Alto uso de Configuración </a:t>
            </a:r>
          </a:p>
          <a:p>
            <a:r>
              <a:rPr lang="es-MX" altLang="es-MX" sz="2100" dirty="0"/>
              <a:t>Indice de Transacción</a:t>
            </a:r>
          </a:p>
          <a:p>
            <a:r>
              <a:rPr lang="es-MX" altLang="es-MX" sz="2100" dirty="0"/>
              <a:t>Entrada de datos en línea</a:t>
            </a:r>
          </a:p>
          <a:p>
            <a:r>
              <a:rPr lang="es-MX" altLang="es-MX" sz="2100" dirty="0"/>
              <a:t>Eficiencia del usuario final</a:t>
            </a:r>
          </a:p>
          <a:p>
            <a:endParaRPr lang="es-ES" altLang="es-MX" sz="2100" dirty="0"/>
          </a:p>
        </p:txBody>
      </p:sp>
      <p:sp>
        <p:nvSpPr>
          <p:cNvPr id="81930" name="Rectangle 10">
            <a:extLst>
              <a:ext uri="{FF2B5EF4-FFF2-40B4-BE49-F238E27FC236}">
                <a16:creationId xmlns:a16="http://schemas.microsoft.com/office/drawing/2014/main" id="{4596B2E8-9E08-4D74-8E90-DBC013E17D79}"/>
              </a:ext>
            </a:extLst>
          </p:cNvPr>
          <p:cNvSpPr>
            <a:spLocks noGrp="1" noChangeArrowheads="1"/>
          </p:cNvSpPr>
          <p:nvPr>
            <p:ph sz="half" idx="2"/>
          </p:nvPr>
        </p:nvSpPr>
        <p:spPr/>
        <p:txBody>
          <a:bodyPr/>
          <a:lstStyle/>
          <a:p>
            <a:r>
              <a:rPr lang="es-MX" altLang="es-MX" sz="2100" dirty="0"/>
              <a:t>Actualización en línea </a:t>
            </a:r>
          </a:p>
          <a:p>
            <a:r>
              <a:rPr lang="es-MX" altLang="es-MX" sz="2100" dirty="0"/>
              <a:t>Complejidad del proceso </a:t>
            </a:r>
          </a:p>
          <a:p>
            <a:r>
              <a:rPr lang="es-MX" altLang="es-MX" sz="2100" dirty="0"/>
              <a:t>Reutilización</a:t>
            </a:r>
          </a:p>
          <a:p>
            <a:r>
              <a:rPr lang="es-MX" altLang="es-MX" sz="2100" dirty="0"/>
              <a:t>Facilidad de Instalación</a:t>
            </a:r>
          </a:p>
          <a:p>
            <a:r>
              <a:rPr lang="es-MX" altLang="es-MX" sz="2100" dirty="0"/>
              <a:t>Facilidad operacional</a:t>
            </a:r>
          </a:p>
          <a:p>
            <a:r>
              <a:rPr lang="es-MX" altLang="es-MX" sz="2100" dirty="0"/>
              <a:t>Sitio Múltiple</a:t>
            </a:r>
          </a:p>
          <a:p>
            <a:r>
              <a:rPr lang="es-MX" altLang="es-MX" sz="2100" dirty="0"/>
              <a:t>Facilidad del cambio</a:t>
            </a:r>
            <a:endParaRPr lang="es-ES" altLang="es-MX" sz="2100" dirty="0"/>
          </a:p>
        </p:txBody>
      </p:sp>
      <p:sp>
        <p:nvSpPr>
          <p:cNvPr id="81926" name="Text Box 6">
            <a:extLst>
              <a:ext uri="{FF2B5EF4-FFF2-40B4-BE49-F238E27FC236}">
                <a16:creationId xmlns:a16="http://schemas.microsoft.com/office/drawing/2014/main" id="{DFFDDA27-38B8-43CB-B8BB-16FF5753A663}"/>
              </a:ext>
            </a:extLst>
          </p:cNvPr>
          <p:cNvSpPr txBox="1">
            <a:spLocks noChangeArrowheads="1"/>
          </p:cNvSpPr>
          <p:nvPr/>
        </p:nvSpPr>
        <p:spPr bwMode="auto">
          <a:xfrm>
            <a:off x="2819400" y="5318126"/>
            <a:ext cx="61722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s-MX" altLang="es-MX" sz="2000" i="1" dirty="0">
                <a:solidFill>
                  <a:srgbClr val="4D4D4D"/>
                </a:solidFill>
                <a:latin typeface="Arial" panose="020B0604020202020204" pitchFamily="34" charset="0"/>
              </a:rPr>
              <a:t>Las preguntas son contestadas utilizando Grados de Influencia en una escala de cero o cinco para cada aplicación </a:t>
            </a:r>
            <a:endParaRPr lang="es-ES" altLang="es-MX" sz="2000" i="1" dirty="0">
              <a:solidFill>
                <a:srgbClr val="4D4D4D"/>
              </a:solidFill>
              <a:latin typeface="Arial" panose="020B060402020202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9" name="Rectangle 5">
            <a:extLst>
              <a:ext uri="{FF2B5EF4-FFF2-40B4-BE49-F238E27FC236}">
                <a16:creationId xmlns:a16="http://schemas.microsoft.com/office/drawing/2014/main" id="{940663DB-1DAA-424E-8FCB-FC3D3CBF5E01}"/>
              </a:ext>
            </a:extLst>
          </p:cNvPr>
          <p:cNvSpPr>
            <a:spLocks noGrp="1" noChangeArrowheads="1"/>
          </p:cNvSpPr>
          <p:nvPr>
            <p:ph type="title"/>
          </p:nvPr>
        </p:nvSpPr>
        <p:spPr/>
        <p:txBody>
          <a:bodyPr/>
          <a:lstStyle/>
          <a:p>
            <a:r>
              <a:rPr lang="es-MX" altLang="es-MX" dirty="0"/>
              <a:t>Escala de los Grados de Influencia</a:t>
            </a:r>
          </a:p>
        </p:txBody>
      </p:sp>
      <p:sp>
        <p:nvSpPr>
          <p:cNvPr id="82950" name="Rectangle 6">
            <a:extLst>
              <a:ext uri="{FF2B5EF4-FFF2-40B4-BE49-F238E27FC236}">
                <a16:creationId xmlns:a16="http://schemas.microsoft.com/office/drawing/2014/main" id="{AFDFD1D2-1798-4798-8BC5-917AB9A96529}"/>
              </a:ext>
            </a:extLst>
          </p:cNvPr>
          <p:cNvSpPr>
            <a:spLocks noGrp="1" noChangeArrowheads="1"/>
          </p:cNvSpPr>
          <p:nvPr>
            <p:ph idx="1"/>
          </p:nvPr>
        </p:nvSpPr>
        <p:spPr/>
        <p:txBody>
          <a:bodyPr/>
          <a:lstStyle/>
          <a:p>
            <a:r>
              <a:rPr lang="es-MX" altLang="es-MX" dirty="0"/>
              <a:t>0. No Presente o No Influenciado</a:t>
            </a:r>
          </a:p>
          <a:p>
            <a:r>
              <a:rPr lang="es-MX" altLang="es-MX" dirty="0"/>
              <a:t>1. Influencia Circunstancial</a:t>
            </a:r>
          </a:p>
          <a:p>
            <a:r>
              <a:rPr lang="es-MX" altLang="es-MX" dirty="0"/>
              <a:t>2. Influencia Moderada</a:t>
            </a:r>
          </a:p>
          <a:p>
            <a:r>
              <a:rPr lang="es-MX" altLang="es-MX" dirty="0"/>
              <a:t>3. Influencia Media</a:t>
            </a:r>
          </a:p>
          <a:p>
            <a:r>
              <a:rPr lang="es-MX" altLang="es-MX" dirty="0"/>
              <a:t>4. Influencia Significativa</a:t>
            </a:r>
          </a:p>
          <a:p>
            <a:r>
              <a:rPr lang="es-MX" altLang="es-MX" dirty="0"/>
              <a:t>5. Fuerte Influencia (en todas partes)</a:t>
            </a:r>
          </a:p>
        </p:txBody>
      </p:sp>
      <p:sp>
        <p:nvSpPr>
          <p:cNvPr id="82948" name="Text Box 4">
            <a:extLst>
              <a:ext uri="{FF2B5EF4-FFF2-40B4-BE49-F238E27FC236}">
                <a16:creationId xmlns:a16="http://schemas.microsoft.com/office/drawing/2014/main" id="{92013F60-87D8-4EAC-B97B-4E2AA2B09978}"/>
              </a:ext>
            </a:extLst>
          </p:cNvPr>
          <p:cNvSpPr txBox="1">
            <a:spLocks noChangeArrowheads="1"/>
          </p:cNvSpPr>
          <p:nvPr/>
        </p:nvSpPr>
        <p:spPr bwMode="auto">
          <a:xfrm>
            <a:off x="2819400" y="5715001"/>
            <a:ext cx="6629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s-MX" altLang="es-MX" sz="2000" i="1" dirty="0">
                <a:solidFill>
                  <a:srgbClr val="4D4D4D"/>
                </a:solidFill>
                <a:latin typeface="Arial" panose="020B0604020202020204" pitchFamily="34" charset="0"/>
              </a:rPr>
              <a:t>Cada una de las características generales poseen su propia y única escala de grados de influencia</a:t>
            </a:r>
            <a:endParaRPr lang="es-ES" altLang="es-MX" sz="2000" i="1" dirty="0">
              <a:solidFill>
                <a:srgbClr val="4D4D4D"/>
              </a:solidFill>
              <a:latin typeface="Arial" panose="020B06040202020202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4">
            <a:extLst>
              <a:ext uri="{FF2B5EF4-FFF2-40B4-BE49-F238E27FC236}">
                <a16:creationId xmlns:a16="http://schemas.microsoft.com/office/drawing/2014/main" id="{BFCC1EB4-2B57-4ED9-804F-E698EB504085}"/>
              </a:ext>
            </a:extLst>
          </p:cNvPr>
          <p:cNvSpPr>
            <a:spLocks noGrp="1" noChangeArrowheads="1"/>
          </p:cNvSpPr>
          <p:nvPr>
            <p:ph type="title"/>
          </p:nvPr>
        </p:nvSpPr>
        <p:spPr/>
        <p:txBody>
          <a:bodyPr/>
          <a:lstStyle/>
          <a:p>
            <a:r>
              <a:rPr lang="es-MX" altLang="es-MX" dirty="0"/>
              <a:t>1. Comunicación de Datos</a:t>
            </a:r>
          </a:p>
        </p:txBody>
      </p:sp>
      <p:sp>
        <p:nvSpPr>
          <p:cNvPr id="83973" name="Rectangle 5">
            <a:extLst>
              <a:ext uri="{FF2B5EF4-FFF2-40B4-BE49-F238E27FC236}">
                <a16:creationId xmlns:a16="http://schemas.microsoft.com/office/drawing/2014/main" id="{25F62A3C-0063-40BE-BF27-F41E3E3D6B63}"/>
              </a:ext>
            </a:extLst>
          </p:cNvPr>
          <p:cNvSpPr>
            <a:spLocks noGrp="1" noChangeArrowheads="1"/>
          </p:cNvSpPr>
          <p:nvPr>
            <p:ph idx="1"/>
          </p:nvPr>
        </p:nvSpPr>
        <p:spPr>
          <a:ln/>
          <a:extLst>
            <a:ext uri="{91240B29-F687-4F45-9708-019B960494DF}">
              <a14:hiddenLine xmlns:a14="http://schemas.microsoft.com/office/drawing/2010/main" w="9525">
                <a:solidFill>
                  <a:srgbClr val="777777"/>
                </a:solidFill>
                <a:miter lim="800000"/>
                <a:headEnd/>
                <a:tailEnd/>
              </a14:hiddenLine>
            </a:ext>
          </a:extLst>
        </p:spPr>
        <p:txBody>
          <a:bodyPr/>
          <a:lstStyle/>
          <a:p>
            <a:r>
              <a:rPr lang="es-MX" altLang="es-MX" sz="2400" dirty="0"/>
              <a:t>Los datos y el control de información utilizado en la aplicación son enviados o recibidos por encima de las facilidades de comunicación.</a:t>
            </a:r>
          </a:p>
          <a:p>
            <a:r>
              <a:rPr lang="es-MX" altLang="es-MX" sz="2400" dirty="0"/>
              <a:t>Las terminales conectadas localmente a la unidad de control son consideradas para ser utilizadas como facilidades de comunicación. El protocolo es un set de convenciones las cuales permiten la transferencia o el intercambio de información entre dos sistemas o dispositivos. Todas las conecciones de comunicación de datos requieren algún tipo de protocolo.</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8" name="Rectangle 4">
            <a:extLst>
              <a:ext uri="{FF2B5EF4-FFF2-40B4-BE49-F238E27FC236}">
                <a16:creationId xmlns:a16="http://schemas.microsoft.com/office/drawing/2014/main" id="{A34ED6FB-A066-4692-953D-DBA51DDE35EF}"/>
              </a:ext>
            </a:extLst>
          </p:cNvPr>
          <p:cNvSpPr>
            <a:spLocks noGrp="1" noChangeArrowheads="1"/>
          </p:cNvSpPr>
          <p:nvPr>
            <p:ph type="title"/>
          </p:nvPr>
        </p:nvSpPr>
        <p:spPr/>
        <p:txBody>
          <a:bodyPr/>
          <a:lstStyle/>
          <a:p>
            <a:r>
              <a:rPr lang="es-MX" altLang="es-MX" dirty="0"/>
              <a:t>1. Comunicación de Datos</a:t>
            </a:r>
          </a:p>
        </p:txBody>
      </p:sp>
      <p:sp>
        <p:nvSpPr>
          <p:cNvPr id="123909" name="Rectangle 5">
            <a:extLst>
              <a:ext uri="{FF2B5EF4-FFF2-40B4-BE49-F238E27FC236}">
                <a16:creationId xmlns:a16="http://schemas.microsoft.com/office/drawing/2014/main" id="{D1E524EA-12CF-47AB-AD0E-E93D079C1ECB}"/>
              </a:ext>
            </a:extLst>
          </p:cNvPr>
          <p:cNvSpPr>
            <a:spLocks noGrp="1" noChangeArrowheads="1"/>
          </p:cNvSpPr>
          <p:nvPr>
            <p:ph idx="1"/>
          </p:nvPr>
        </p:nvSpPr>
        <p:spPr>
          <a:ln/>
          <a:extLst>
            <a:ext uri="{91240B29-F687-4F45-9708-019B960494DF}">
              <a14:hiddenLine xmlns:a14="http://schemas.microsoft.com/office/drawing/2010/main" w="9525">
                <a:solidFill>
                  <a:srgbClr val="777777"/>
                </a:solidFill>
                <a:miter lim="800000"/>
                <a:headEnd/>
                <a:tailEnd/>
              </a14:hiddenLine>
            </a:ext>
          </a:extLst>
        </p:spPr>
        <p:txBody>
          <a:bodyPr/>
          <a:lstStyle/>
          <a:p>
            <a:pPr>
              <a:lnSpc>
                <a:spcPct val="90000"/>
              </a:lnSpc>
            </a:pPr>
            <a:r>
              <a:rPr lang="es-MX" altLang="es-MX" sz="2400" dirty="0"/>
              <a:t>Calificar como:</a:t>
            </a:r>
          </a:p>
          <a:p>
            <a:pPr lvl="1">
              <a:lnSpc>
                <a:spcPct val="90000"/>
              </a:lnSpc>
            </a:pPr>
            <a:r>
              <a:rPr lang="es-MX" altLang="es-MX" sz="2000" dirty="0"/>
              <a:t>0: Una aplicación es pura de proceso por lotes o corre solamente en una PC no conectada a la red. </a:t>
            </a:r>
          </a:p>
          <a:p>
            <a:pPr lvl="1">
              <a:lnSpc>
                <a:spcPct val="90000"/>
              </a:lnSpc>
            </a:pPr>
            <a:r>
              <a:rPr lang="es-MX" altLang="es-MX" sz="2000" dirty="0"/>
              <a:t>1: Una aplicación es por lotes, pero tiene datos de entrada aislados o impresión remota.</a:t>
            </a:r>
          </a:p>
          <a:p>
            <a:pPr lvl="1">
              <a:lnSpc>
                <a:spcPct val="90000"/>
              </a:lnSpc>
            </a:pPr>
            <a:r>
              <a:rPr lang="es-MX" altLang="es-MX" sz="2000" dirty="0"/>
              <a:t>2: Una aplicación es por lotes, pero tiene datos de entrada aislados e impresión remota. </a:t>
            </a:r>
          </a:p>
          <a:p>
            <a:pPr lvl="1">
              <a:lnSpc>
                <a:spcPct val="90000"/>
              </a:lnSpc>
            </a:pPr>
            <a:r>
              <a:rPr lang="es-MX" altLang="es-MX" sz="2000" dirty="0"/>
              <a:t>3: Recolección de datos en línea o TP (Teleproceso) front end o proceso batch o sistema de consulta.</a:t>
            </a:r>
          </a:p>
          <a:p>
            <a:pPr lvl="1">
              <a:lnSpc>
                <a:spcPct val="90000"/>
              </a:lnSpc>
            </a:pPr>
            <a:r>
              <a:rPr lang="es-MX" altLang="es-MX" sz="2000" dirty="0"/>
              <a:t>4: Más de un  front end, pero la aplicación soporta solamente un tipo de protocolo de comunicaciones TP.</a:t>
            </a:r>
          </a:p>
          <a:p>
            <a:pPr lvl="1">
              <a:lnSpc>
                <a:spcPct val="90000"/>
              </a:lnSpc>
            </a:pPr>
            <a:r>
              <a:rPr lang="es-MX" altLang="es-MX" sz="2000" dirty="0"/>
              <a:t>5: Más de un front end, pero la aplicación soporta más que un tipo de TP protocolo de comunicaciones.</a:t>
            </a:r>
            <a:endParaRPr lang="es-ES" altLang="es-MX" sz="2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4">
            <a:extLst>
              <a:ext uri="{FF2B5EF4-FFF2-40B4-BE49-F238E27FC236}">
                <a16:creationId xmlns:a16="http://schemas.microsoft.com/office/drawing/2014/main" id="{94871C0B-C947-477D-A0B1-07493C360452}"/>
              </a:ext>
            </a:extLst>
          </p:cNvPr>
          <p:cNvSpPr>
            <a:spLocks noGrp="1" noChangeArrowheads="1"/>
          </p:cNvSpPr>
          <p:nvPr>
            <p:ph type="title"/>
          </p:nvPr>
        </p:nvSpPr>
        <p:spPr/>
        <p:txBody>
          <a:bodyPr/>
          <a:lstStyle/>
          <a:p>
            <a:r>
              <a:rPr lang="es-MX" altLang="es-MX" dirty="0"/>
              <a:t>2. Proceso de Distribución de Datos</a:t>
            </a:r>
          </a:p>
        </p:txBody>
      </p:sp>
      <p:sp>
        <p:nvSpPr>
          <p:cNvPr id="84997" name="Rectangle 5">
            <a:extLst>
              <a:ext uri="{FF2B5EF4-FFF2-40B4-BE49-F238E27FC236}">
                <a16:creationId xmlns:a16="http://schemas.microsoft.com/office/drawing/2014/main" id="{042BD07B-6610-4D3D-929B-A4B4B778FA0B}"/>
              </a:ext>
            </a:extLst>
          </p:cNvPr>
          <p:cNvSpPr>
            <a:spLocks noGrp="1" noChangeArrowheads="1"/>
          </p:cNvSpPr>
          <p:nvPr>
            <p:ph idx="1"/>
          </p:nvPr>
        </p:nvSpPr>
        <p:spPr/>
        <p:txBody>
          <a:bodyPr>
            <a:normAutofit/>
          </a:bodyPr>
          <a:lstStyle/>
          <a:p>
            <a:pPr>
              <a:lnSpc>
                <a:spcPct val="90000"/>
              </a:lnSpc>
            </a:pPr>
            <a:r>
              <a:rPr lang="es-MX" altLang="es-MX" sz="2000" dirty="0"/>
              <a:t>La distribución de datos o las funciones del proceso son una característica de la aplicación dentro de los límites de la aplicación</a:t>
            </a:r>
          </a:p>
          <a:p>
            <a:pPr>
              <a:lnSpc>
                <a:spcPct val="90000"/>
              </a:lnSpc>
            </a:pPr>
            <a:r>
              <a:rPr lang="es-MX" altLang="es-MX" sz="2000" dirty="0"/>
              <a:t>Clasificar como:</a:t>
            </a:r>
          </a:p>
          <a:p>
            <a:pPr lvl="1">
              <a:lnSpc>
                <a:spcPct val="90000"/>
              </a:lnSpc>
            </a:pPr>
            <a:r>
              <a:rPr lang="es-MX" altLang="es-MX" sz="1800" dirty="0"/>
              <a:t>0: La aplicación no ayuda a la transferencia de datos o las funciones del proceso entre los componentes de un sistema.</a:t>
            </a:r>
          </a:p>
          <a:p>
            <a:pPr lvl="1">
              <a:lnSpc>
                <a:spcPct val="90000"/>
              </a:lnSpc>
            </a:pPr>
            <a:r>
              <a:rPr lang="es-MX" altLang="es-MX" sz="1800" dirty="0"/>
              <a:t>1: La aplicación prepara datos para el proceso del usuario final u otro componente del sistema tales como planilla de cálculo y bases de datos. </a:t>
            </a:r>
          </a:p>
          <a:p>
            <a:pPr lvl="1">
              <a:lnSpc>
                <a:spcPct val="90000"/>
              </a:lnSpc>
            </a:pPr>
            <a:r>
              <a:rPr lang="es-MX" altLang="es-MX" sz="1800" dirty="0"/>
              <a:t>2: Los datos son preparados para trasferir y procesar algún otro componente del sistema (no para el proceso de usuario final).</a:t>
            </a:r>
          </a:p>
          <a:p>
            <a:pPr lvl="1">
              <a:lnSpc>
                <a:spcPct val="90000"/>
              </a:lnSpc>
            </a:pPr>
            <a:r>
              <a:rPr lang="es-MX" altLang="es-MX" sz="1800" dirty="0"/>
              <a:t>3: El proceso de distribución y la transferencia de datos son en línea y en una dirección solamente.</a:t>
            </a:r>
          </a:p>
          <a:p>
            <a:pPr lvl="1">
              <a:lnSpc>
                <a:spcPct val="90000"/>
              </a:lnSpc>
            </a:pPr>
            <a:r>
              <a:rPr lang="es-MX" altLang="es-MX" sz="1800" dirty="0"/>
              <a:t>4: El proceso de distribución y la transferencia de datos son en línea y en dos direcciones.</a:t>
            </a:r>
          </a:p>
          <a:p>
            <a:pPr lvl="1">
              <a:lnSpc>
                <a:spcPct val="90000"/>
              </a:lnSpc>
            </a:pPr>
            <a:r>
              <a:rPr lang="es-MX" altLang="es-MX" sz="1800" dirty="0"/>
              <a:t>5: Las funciones del proceso son desempeñadas dinámicamente en los componentes del sistema más apropiados.	</a:t>
            </a:r>
            <a:endParaRPr lang="es-ES" altLang="es-MX"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4">
            <a:extLst>
              <a:ext uri="{FF2B5EF4-FFF2-40B4-BE49-F238E27FC236}">
                <a16:creationId xmlns:a16="http://schemas.microsoft.com/office/drawing/2014/main" id="{DB63759F-3630-46B3-8B9F-E8CB5D60CDA6}"/>
              </a:ext>
            </a:extLst>
          </p:cNvPr>
          <p:cNvSpPr>
            <a:spLocks noGrp="1" noChangeArrowheads="1"/>
          </p:cNvSpPr>
          <p:nvPr>
            <p:ph type="title"/>
          </p:nvPr>
        </p:nvSpPr>
        <p:spPr/>
        <p:txBody>
          <a:bodyPr/>
          <a:lstStyle/>
          <a:p>
            <a:r>
              <a:rPr lang="es-MX" altLang="es-MX" dirty="0"/>
              <a:t>3. Performance</a:t>
            </a:r>
          </a:p>
        </p:txBody>
      </p:sp>
      <p:sp>
        <p:nvSpPr>
          <p:cNvPr id="86021" name="Rectangle 5">
            <a:extLst>
              <a:ext uri="{FF2B5EF4-FFF2-40B4-BE49-F238E27FC236}">
                <a16:creationId xmlns:a16="http://schemas.microsoft.com/office/drawing/2014/main" id="{80CBB311-5147-4626-BDA1-D2247D2467F2}"/>
              </a:ext>
            </a:extLst>
          </p:cNvPr>
          <p:cNvSpPr>
            <a:spLocks noGrp="1" noChangeArrowheads="1"/>
          </p:cNvSpPr>
          <p:nvPr>
            <p:ph idx="1"/>
          </p:nvPr>
        </p:nvSpPr>
        <p:spPr/>
        <p:txBody>
          <a:bodyPr/>
          <a:lstStyle/>
          <a:p>
            <a:pPr>
              <a:lnSpc>
                <a:spcPct val="90000"/>
              </a:lnSpc>
            </a:pPr>
            <a:r>
              <a:rPr lang="es-MX" altLang="es-MX" sz="1600" dirty="0"/>
              <a:t>Los objetivos de desempeño de la aplicación, manifestados y aprobados por el usuario, en cada respuesta o rendimiento, influenció el diseño, desarrollo, instalación, y soporte de la aplicación.</a:t>
            </a:r>
          </a:p>
          <a:p>
            <a:pPr>
              <a:lnSpc>
                <a:spcPct val="90000"/>
              </a:lnSpc>
            </a:pPr>
            <a:r>
              <a:rPr lang="es-MX" altLang="es-MX" sz="1600" dirty="0"/>
              <a:t>Clasificar como:</a:t>
            </a:r>
          </a:p>
          <a:p>
            <a:pPr lvl="1">
              <a:lnSpc>
                <a:spcPct val="90000"/>
              </a:lnSpc>
            </a:pPr>
            <a:r>
              <a:rPr lang="es-MX" altLang="es-MX" sz="1400" dirty="0"/>
              <a:t>0: Requerimientos comunes de desempeño fueron manifestados por el cliente.</a:t>
            </a:r>
          </a:p>
          <a:p>
            <a:pPr lvl="1">
              <a:lnSpc>
                <a:spcPct val="90000"/>
              </a:lnSpc>
            </a:pPr>
            <a:r>
              <a:rPr lang="es-MX" altLang="es-MX" sz="1400" dirty="0"/>
              <a:t>1: Los requerimientos de desempeño y de diseño fueron manifestados y revisados, pero no fueron requeridas acciones especiales.</a:t>
            </a:r>
          </a:p>
          <a:p>
            <a:pPr lvl="1">
              <a:lnSpc>
                <a:spcPct val="90000"/>
              </a:lnSpc>
            </a:pPr>
            <a:r>
              <a:rPr lang="es-MX" altLang="es-MX" sz="1400" dirty="0"/>
              <a:t>2: Tiempo de respuesta o rendimiento es crítico durante horas pico. No es requerido un diseño especial  para la utilización de la CPU. El proceso de terminación es para el próximo día de negocio.</a:t>
            </a:r>
          </a:p>
          <a:p>
            <a:pPr lvl="1">
              <a:lnSpc>
                <a:spcPct val="90000"/>
              </a:lnSpc>
            </a:pPr>
            <a:r>
              <a:rPr lang="es-MX" altLang="es-MX" sz="1400" dirty="0"/>
              <a:t>3: El tiempo de respuesta es crítico durante todas las horas del negocio. No es requerido un diseño especial para la utilización de la aplicación. Requerimiento de tiempo de procesos con interfaces con otras aplicaciones son restricciones.</a:t>
            </a:r>
          </a:p>
          <a:p>
            <a:pPr lvl="1">
              <a:lnSpc>
                <a:spcPct val="90000"/>
              </a:lnSpc>
            </a:pPr>
            <a:r>
              <a:rPr lang="es-MX" altLang="es-MX" sz="1400" dirty="0"/>
              <a:t>4: Los requerimientos de desempeño manifestados por el usuario son restringido lo suficiente para exigir el análisis de las tareas del desempeño en la fase de diseño.</a:t>
            </a:r>
          </a:p>
          <a:p>
            <a:pPr lvl="1">
              <a:lnSpc>
                <a:spcPct val="90000"/>
              </a:lnSpc>
            </a:pPr>
            <a:r>
              <a:rPr lang="es-MX" altLang="es-MX" sz="1400" dirty="0"/>
              <a:t>5: Además, las herramientas de análisis del desempeño fueron utilizadas en el diseño, desarrollo, y-o en la fase de implementación para reunir los requerimientos de desempeño manifestados por el usuario.</a:t>
            </a:r>
            <a:endParaRPr lang="es-ES" altLang="es-MX"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4" name="Rectangle 4">
            <a:extLst>
              <a:ext uri="{FF2B5EF4-FFF2-40B4-BE49-F238E27FC236}">
                <a16:creationId xmlns:a16="http://schemas.microsoft.com/office/drawing/2014/main" id="{0642820B-657C-4CE3-80EA-0BC8A34755E3}"/>
              </a:ext>
            </a:extLst>
          </p:cNvPr>
          <p:cNvSpPr>
            <a:spLocks noGrp="1" noChangeArrowheads="1"/>
          </p:cNvSpPr>
          <p:nvPr>
            <p:ph type="title"/>
          </p:nvPr>
        </p:nvSpPr>
        <p:spPr/>
        <p:txBody>
          <a:bodyPr/>
          <a:lstStyle/>
          <a:p>
            <a:r>
              <a:rPr lang="es-MX" altLang="es-MX" dirty="0"/>
              <a:t>4. Alto Uso de Configuración</a:t>
            </a:r>
          </a:p>
        </p:txBody>
      </p:sp>
      <p:sp>
        <p:nvSpPr>
          <p:cNvPr id="87045" name="Rectangle 5">
            <a:extLst>
              <a:ext uri="{FF2B5EF4-FFF2-40B4-BE49-F238E27FC236}">
                <a16:creationId xmlns:a16="http://schemas.microsoft.com/office/drawing/2014/main" id="{3C32AF57-DCEB-4A33-9756-23B9288A5F24}"/>
              </a:ext>
            </a:extLst>
          </p:cNvPr>
          <p:cNvSpPr>
            <a:spLocks noGrp="1" noChangeArrowheads="1"/>
          </p:cNvSpPr>
          <p:nvPr>
            <p:ph idx="1"/>
          </p:nvPr>
        </p:nvSpPr>
        <p:spPr/>
        <p:txBody>
          <a:bodyPr/>
          <a:lstStyle/>
          <a:p>
            <a:pPr>
              <a:lnSpc>
                <a:spcPct val="90000"/>
              </a:lnSpc>
            </a:pPr>
            <a:r>
              <a:rPr lang="es-MX" altLang="es-MX" sz="1800" dirty="0"/>
              <a:t>Un alto uso de configuración requiere consideraciones especiales de diseño, es una característica de la aplicación (por ejemplo, el usuario quiere correr la aplicación en un equipo existente que será utilizado fuertemente)</a:t>
            </a:r>
          </a:p>
          <a:p>
            <a:pPr>
              <a:lnSpc>
                <a:spcPct val="90000"/>
              </a:lnSpc>
            </a:pPr>
            <a:r>
              <a:rPr lang="es-MX" altLang="es-MX" sz="1800" dirty="0"/>
              <a:t>Clasificar como:</a:t>
            </a:r>
          </a:p>
          <a:p>
            <a:pPr lvl="1">
              <a:lnSpc>
                <a:spcPct val="90000"/>
              </a:lnSpc>
            </a:pPr>
            <a:r>
              <a:rPr lang="es-MX" altLang="es-MX" sz="1600" dirty="0"/>
              <a:t>0: Restricciones operacionales explícitas o no explícitas.</a:t>
            </a:r>
          </a:p>
          <a:p>
            <a:pPr lvl="1">
              <a:lnSpc>
                <a:spcPct val="90000"/>
              </a:lnSpc>
            </a:pPr>
            <a:r>
              <a:rPr lang="es-MX" altLang="es-MX" sz="1600" dirty="0"/>
              <a:t>1: Restricciones operacionales existen, pero son menos restrictivas que en una aplicación típica. Un esfuerzo poco especial es necesitado para reunir las restricciones.</a:t>
            </a:r>
          </a:p>
          <a:p>
            <a:pPr lvl="1">
              <a:lnSpc>
                <a:spcPct val="90000"/>
              </a:lnSpc>
            </a:pPr>
            <a:r>
              <a:rPr lang="es-MX" altLang="es-MX" sz="1600" dirty="0"/>
              <a:t>2: Algunas consideraciones de seguridad.</a:t>
            </a:r>
          </a:p>
          <a:p>
            <a:pPr lvl="1">
              <a:lnSpc>
                <a:spcPct val="90000"/>
              </a:lnSpc>
            </a:pPr>
            <a:r>
              <a:rPr lang="es-MX" altLang="es-MX" sz="1600" dirty="0"/>
              <a:t>3: Procesador específico de requerimientos para un segmento específico de la aplicación.</a:t>
            </a:r>
          </a:p>
          <a:p>
            <a:pPr lvl="1">
              <a:lnSpc>
                <a:spcPct val="90000"/>
              </a:lnSpc>
            </a:pPr>
            <a:r>
              <a:rPr lang="es-MX" altLang="es-MX" sz="1600" dirty="0"/>
              <a:t>4: Limitaciones de operación manifestadas requieren restricciones especiales en la aplicación en el procesador central o en un procesador dedicado.</a:t>
            </a:r>
          </a:p>
          <a:p>
            <a:pPr lvl="1">
              <a:lnSpc>
                <a:spcPct val="90000"/>
              </a:lnSpc>
            </a:pPr>
            <a:r>
              <a:rPr lang="es-MX" altLang="es-MX" sz="1600" dirty="0"/>
              <a:t>5: Además, hay limitaciones especiales en la aplicación en los componentes distribuidos del sistema.	</a:t>
            </a:r>
            <a:endParaRPr lang="es-ES" altLang="es-MX" sz="16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Rectangle 4">
            <a:extLst>
              <a:ext uri="{FF2B5EF4-FFF2-40B4-BE49-F238E27FC236}">
                <a16:creationId xmlns:a16="http://schemas.microsoft.com/office/drawing/2014/main" id="{1AB7271F-FBBA-438C-B3D2-7BC5C684794D}"/>
              </a:ext>
            </a:extLst>
          </p:cNvPr>
          <p:cNvSpPr>
            <a:spLocks noGrp="1" noChangeArrowheads="1"/>
          </p:cNvSpPr>
          <p:nvPr>
            <p:ph type="title"/>
          </p:nvPr>
        </p:nvSpPr>
        <p:spPr/>
        <p:txBody>
          <a:bodyPr/>
          <a:lstStyle/>
          <a:p>
            <a:r>
              <a:rPr lang="es-MX" altLang="es-MX" dirty="0"/>
              <a:t>5. Indice de Transacción</a:t>
            </a:r>
          </a:p>
        </p:txBody>
      </p:sp>
      <p:sp>
        <p:nvSpPr>
          <p:cNvPr id="88069" name="Rectangle 5">
            <a:extLst>
              <a:ext uri="{FF2B5EF4-FFF2-40B4-BE49-F238E27FC236}">
                <a16:creationId xmlns:a16="http://schemas.microsoft.com/office/drawing/2014/main" id="{5DFF9474-0378-4F10-8CDE-84A4759E5D7E}"/>
              </a:ext>
            </a:extLst>
          </p:cNvPr>
          <p:cNvSpPr>
            <a:spLocks noGrp="1" noChangeArrowheads="1"/>
          </p:cNvSpPr>
          <p:nvPr>
            <p:ph idx="1"/>
          </p:nvPr>
        </p:nvSpPr>
        <p:spPr/>
        <p:txBody>
          <a:bodyPr/>
          <a:lstStyle/>
          <a:p>
            <a:pPr>
              <a:lnSpc>
                <a:spcPct val="90000"/>
              </a:lnSpc>
            </a:pPr>
            <a:r>
              <a:rPr lang="es-MX" altLang="es-MX" sz="2000" dirty="0"/>
              <a:t>El índice de transacción es alto y esto influencia el diseño, desarrollo, instalación y soporte de la aplicación. </a:t>
            </a:r>
          </a:p>
          <a:p>
            <a:pPr>
              <a:lnSpc>
                <a:spcPct val="90000"/>
              </a:lnSpc>
            </a:pPr>
            <a:r>
              <a:rPr lang="es-MX" altLang="es-MX" sz="2000" dirty="0"/>
              <a:t>Clasificar como:</a:t>
            </a:r>
          </a:p>
          <a:p>
            <a:pPr lvl="1">
              <a:lnSpc>
                <a:spcPct val="90000"/>
              </a:lnSpc>
            </a:pPr>
            <a:r>
              <a:rPr lang="es-MX" altLang="es-MX" sz="1800" dirty="0"/>
              <a:t>0: No se anticipa picos de transacciones. </a:t>
            </a:r>
          </a:p>
          <a:p>
            <a:pPr lvl="1">
              <a:lnSpc>
                <a:spcPct val="90000"/>
              </a:lnSpc>
            </a:pPr>
            <a:r>
              <a:rPr lang="es-MX" altLang="es-MX" sz="1800" dirty="0"/>
              <a:t>1: Se anticipan picos de transacciones  (ej. mensualmente, trimestralmente, estacionalmente, anualmente) </a:t>
            </a:r>
          </a:p>
          <a:p>
            <a:pPr lvl="1">
              <a:lnSpc>
                <a:spcPct val="90000"/>
              </a:lnSpc>
            </a:pPr>
            <a:r>
              <a:rPr lang="es-MX" altLang="es-MX" sz="1800" dirty="0"/>
              <a:t>2: Se anticipan picos semanales.</a:t>
            </a:r>
          </a:p>
          <a:p>
            <a:pPr lvl="1">
              <a:lnSpc>
                <a:spcPct val="90000"/>
              </a:lnSpc>
            </a:pPr>
            <a:r>
              <a:rPr lang="es-MX" altLang="es-MX" sz="1800" dirty="0"/>
              <a:t>3: Se anticipan picos diarios.</a:t>
            </a:r>
          </a:p>
          <a:p>
            <a:pPr lvl="1">
              <a:lnSpc>
                <a:spcPct val="90000"/>
              </a:lnSpc>
            </a:pPr>
            <a:r>
              <a:rPr lang="es-MX" altLang="es-MX" sz="1800" dirty="0"/>
              <a:t>4: Alto porcentaje de transacciones manifestadas por el usuario en los requerimientos requieren tareas de performance en la fase de diseño.</a:t>
            </a:r>
          </a:p>
          <a:p>
            <a:pPr lvl="1">
              <a:lnSpc>
                <a:spcPct val="90000"/>
              </a:lnSpc>
            </a:pPr>
            <a:r>
              <a:rPr lang="es-MX" altLang="es-MX" sz="1800" dirty="0"/>
              <a:t>5: Alto porcentaje de transacciones manifestadas por el usuario en los requerimientos requieren tareas de performance en la fase de diseño. Adicionalmente requiere el uso de herramientas de análisis de performance en otras fases (desarrollo, instalación, etc.).</a:t>
            </a:r>
            <a:endParaRPr lang="es-ES" altLang="es-MX" sz="1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4">
            <a:extLst>
              <a:ext uri="{FF2B5EF4-FFF2-40B4-BE49-F238E27FC236}">
                <a16:creationId xmlns:a16="http://schemas.microsoft.com/office/drawing/2014/main" id="{0C74359E-7DD1-409A-938E-51C690B52206}"/>
              </a:ext>
            </a:extLst>
          </p:cNvPr>
          <p:cNvSpPr>
            <a:spLocks noGrp="1" noChangeArrowheads="1"/>
          </p:cNvSpPr>
          <p:nvPr>
            <p:ph type="title"/>
          </p:nvPr>
        </p:nvSpPr>
        <p:spPr/>
        <p:txBody>
          <a:bodyPr/>
          <a:lstStyle/>
          <a:p>
            <a:r>
              <a:rPr lang="es-MX" altLang="es-MX" dirty="0"/>
              <a:t>6. Entrada de Datos en Linea</a:t>
            </a:r>
          </a:p>
        </p:txBody>
      </p:sp>
      <p:sp>
        <p:nvSpPr>
          <p:cNvPr id="89093" name="Rectangle 5">
            <a:extLst>
              <a:ext uri="{FF2B5EF4-FFF2-40B4-BE49-F238E27FC236}">
                <a16:creationId xmlns:a16="http://schemas.microsoft.com/office/drawing/2014/main" id="{FE4B49F3-1EF9-407B-9B6B-D68E89D23BCE}"/>
              </a:ext>
            </a:extLst>
          </p:cNvPr>
          <p:cNvSpPr>
            <a:spLocks noGrp="1" noChangeArrowheads="1"/>
          </p:cNvSpPr>
          <p:nvPr>
            <p:ph idx="1"/>
          </p:nvPr>
        </p:nvSpPr>
        <p:spPr/>
        <p:txBody>
          <a:bodyPr/>
          <a:lstStyle/>
          <a:p>
            <a:pPr>
              <a:lnSpc>
                <a:spcPct val="90000"/>
              </a:lnSpc>
            </a:pPr>
            <a:r>
              <a:rPr lang="es-MX" altLang="es-MX" sz="2000" dirty="0"/>
              <a:t>La entrada de datos en línea y el control de funciones son proporcionadas en la aplicación.</a:t>
            </a:r>
          </a:p>
          <a:p>
            <a:pPr>
              <a:lnSpc>
                <a:spcPct val="90000"/>
              </a:lnSpc>
            </a:pPr>
            <a:r>
              <a:rPr lang="es-MX" altLang="es-MX" sz="2000" dirty="0"/>
              <a:t>Clasificar como:</a:t>
            </a:r>
          </a:p>
          <a:p>
            <a:pPr lvl="1">
              <a:lnSpc>
                <a:spcPct val="90000"/>
              </a:lnSpc>
            </a:pPr>
            <a:r>
              <a:rPr lang="es-MX" altLang="es-MX" sz="1800" dirty="0"/>
              <a:t>0: Todas las transacciones son procesadas en un modo por lotes.</a:t>
            </a:r>
          </a:p>
          <a:p>
            <a:pPr lvl="1">
              <a:lnSpc>
                <a:spcPct val="90000"/>
              </a:lnSpc>
            </a:pPr>
            <a:r>
              <a:rPr lang="es-MX" altLang="es-MX" sz="1800" dirty="0"/>
              <a:t>1: Del 1% al 7% de las transacciones son entrada de datos interactivas.</a:t>
            </a:r>
          </a:p>
          <a:p>
            <a:pPr lvl="1">
              <a:lnSpc>
                <a:spcPct val="90000"/>
              </a:lnSpc>
            </a:pPr>
            <a:r>
              <a:rPr lang="es-MX" altLang="es-MX" sz="1800" dirty="0"/>
              <a:t>2: Del 8% al 15% de las transacciones son entrada de datos interactivas.</a:t>
            </a:r>
          </a:p>
          <a:p>
            <a:pPr lvl="1">
              <a:lnSpc>
                <a:spcPct val="90000"/>
              </a:lnSpc>
            </a:pPr>
            <a:r>
              <a:rPr lang="es-MX" altLang="es-MX" sz="1800" dirty="0"/>
              <a:t>3: Del 16% al 23% de las transacciones son entrada de datos interactivas.</a:t>
            </a:r>
          </a:p>
          <a:p>
            <a:pPr lvl="1">
              <a:lnSpc>
                <a:spcPct val="90000"/>
              </a:lnSpc>
            </a:pPr>
            <a:r>
              <a:rPr lang="es-MX" altLang="es-MX" sz="1800" dirty="0"/>
              <a:t>4: Del 24% al 30% de las transacciones son entrada de datos interactivas.</a:t>
            </a:r>
          </a:p>
          <a:p>
            <a:pPr lvl="1">
              <a:lnSpc>
                <a:spcPct val="90000"/>
              </a:lnSpc>
            </a:pPr>
            <a:r>
              <a:rPr lang="es-MX" altLang="es-MX" sz="1800" dirty="0"/>
              <a:t>5: Por encima del 30% de las transacciones son entrada de datos interactivas.</a:t>
            </a:r>
            <a:endParaRPr lang="es-ES" altLang="es-MX" sz="1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4">
            <a:extLst>
              <a:ext uri="{FF2B5EF4-FFF2-40B4-BE49-F238E27FC236}">
                <a16:creationId xmlns:a16="http://schemas.microsoft.com/office/drawing/2014/main" id="{D40D4408-CA76-4AD0-8A40-A0ECBC947E93}"/>
              </a:ext>
            </a:extLst>
          </p:cNvPr>
          <p:cNvSpPr>
            <a:spLocks noGrp="1" noChangeArrowheads="1"/>
          </p:cNvSpPr>
          <p:nvPr>
            <p:ph type="title"/>
          </p:nvPr>
        </p:nvSpPr>
        <p:spPr/>
        <p:txBody>
          <a:bodyPr/>
          <a:lstStyle/>
          <a:p>
            <a:r>
              <a:rPr lang="es-MX" altLang="es-MX" dirty="0"/>
              <a:t>7. Eficiencia del Usuario Final</a:t>
            </a:r>
          </a:p>
        </p:txBody>
      </p:sp>
      <p:sp>
        <p:nvSpPr>
          <p:cNvPr id="90117" name="Rectangle 5">
            <a:extLst>
              <a:ext uri="{FF2B5EF4-FFF2-40B4-BE49-F238E27FC236}">
                <a16:creationId xmlns:a16="http://schemas.microsoft.com/office/drawing/2014/main" id="{1095AAF4-5F54-4E81-808E-919BF996A0BD}"/>
              </a:ext>
            </a:extLst>
          </p:cNvPr>
          <p:cNvSpPr>
            <a:spLocks noGrp="1" noChangeArrowheads="1"/>
          </p:cNvSpPr>
          <p:nvPr>
            <p:ph idx="1"/>
          </p:nvPr>
        </p:nvSpPr>
        <p:spPr/>
        <p:txBody>
          <a:bodyPr/>
          <a:lstStyle/>
          <a:p>
            <a:pPr>
              <a:lnSpc>
                <a:spcPct val="90000"/>
              </a:lnSpc>
            </a:pPr>
            <a:r>
              <a:rPr lang="es-MX" altLang="es-MX" sz="1600" dirty="0"/>
              <a:t>Las funciones en línea proporcionadas destacan un diseño para la eficiencia del usuario final. Ellos incluyen:  </a:t>
            </a:r>
          </a:p>
          <a:p>
            <a:pPr lvl="1">
              <a:lnSpc>
                <a:spcPct val="90000"/>
              </a:lnSpc>
            </a:pPr>
            <a:r>
              <a:rPr lang="es-MX" altLang="es-MX" sz="1400" dirty="0"/>
              <a:t>Asistencia en la navegación (ej. teclas de funciones , menús generados dinámicamente).</a:t>
            </a:r>
          </a:p>
          <a:p>
            <a:pPr lvl="1">
              <a:lnSpc>
                <a:spcPct val="90000"/>
              </a:lnSpc>
            </a:pPr>
            <a:r>
              <a:rPr lang="es-MX" altLang="es-MX" sz="1400" dirty="0"/>
              <a:t>Menús.</a:t>
            </a:r>
          </a:p>
          <a:p>
            <a:pPr lvl="1">
              <a:lnSpc>
                <a:spcPct val="90000"/>
              </a:lnSpc>
            </a:pPr>
            <a:r>
              <a:rPr lang="es-MX" altLang="es-MX" sz="1400" dirty="0"/>
              <a:t>Documentos y ayuda en línea.</a:t>
            </a:r>
          </a:p>
          <a:p>
            <a:pPr lvl="1">
              <a:lnSpc>
                <a:spcPct val="90000"/>
              </a:lnSpc>
            </a:pPr>
            <a:r>
              <a:rPr lang="es-MX" altLang="es-MX" sz="1400" dirty="0"/>
              <a:t>Desplazamiento automático del cursor.</a:t>
            </a:r>
          </a:p>
          <a:p>
            <a:pPr lvl="1">
              <a:lnSpc>
                <a:spcPct val="90000"/>
              </a:lnSpc>
            </a:pPr>
            <a:r>
              <a:rPr lang="es-MX" altLang="es-MX" sz="1400" dirty="0"/>
              <a:t>Avance de línea.</a:t>
            </a:r>
          </a:p>
          <a:p>
            <a:pPr lvl="1">
              <a:lnSpc>
                <a:spcPct val="90000"/>
              </a:lnSpc>
            </a:pPr>
            <a:r>
              <a:rPr lang="es-MX" altLang="es-MX" sz="1400" dirty="0"/>
              <a:t>Impresión remota (vía transacción en línea).</a:t>
            </a:r>
          </a:p>
          <a:p>
            <a:pPr lvl="1">
              <a:lnSpc>
                <a:spcPct val="90000"/>
              </a:lnSpc>
            </a:pPr>
            <a:r>
              <a:rPr lang="es-MX" altLang="es-MX" sz="1400" dirty="0"/>
              <a:t>Teclas de funciones preasignadas.</a:t>
            </a:r>
          </a:p>
          <a:p>
            <a:pPr lvl="1">
              <a:lnSpc>
                <a:spcPct val="90000"/>
              </a:lnSpc>
            </a:pPr>
            <a:r>
              <a:rPr lang="es-MX" altLang="es-MX" sz="1400" dirty="0"/>
              <a:t>Selección del cursor de pantalla de datos.</a:t>
            </a:r>
          </a:p>
          <a:p>
            <a:pPr lvl="1">
              <a:lnSpc>
                <a:spcPct val="90000"/>
              </a:lnSpc>
            </a:pPr>
            <a:r>
              <a:rPr lang="es-MX" altLang="es-MX" sz="1400" dirty="0"/>
              <a:t>Copias de la documentación del usuario de las transacciones en línea.</a:t>
            </a:r>
          </a:p>
          <a:p>
            <a:pPr lvl="1">
              <a:lnSpc>
                <a:spcPct val="90000"/>
              </a:lnSpc>
            </a:pPr>
            <a:r>
              <a:rPr lang="es-MX" altLang="es-MX" sz="1400" dirty="0"/>
              <a:t>Interfaces del mouse.</a:t>
            </a:r>
          </a:p>
          <a:p>
            <a:pPr lvl="1">
              <a:lnSpc>
                <a:spcPct val="90000"/>
              </a:lnSpc>
            </a:pPr>
            <a:r>
              <a:rPr lang="es-MX" altLang="es-MX" sz="1400" dirty="0"/>
              <a:t>Ventanas pop-up.</a:t>
            </a:r>
          </a:p>
          <a:p>
            <a:pPr lvl="1">
              <a:lnSpc>
                <a:spcPct val="90000"/>
              </a:lnSpc>
            </a:pPr>
            <a:r>
              <a:rPr lang="es-MX" altLang="es-MX" sz="1400" dirty="0"/>
              <a:t>Utilización del número mínimo de pantallas para lograr la función del negocio.</a:t>
            </a:r>
          </a:p>
          <a:p>
            <a:pPr lvl="1">
              <a:lnSpc>
                <a:spcPct val="90000"/>
              </a:lnSpc>
            </a:pPr>
            <a:r>
              <a:rPr lang="es-MX" altLang="es-MX" sz="1400" dirty="0"/>
              <a:t>Soporte bilingüe.</a:t>
            </a:r>
          </a:p>
          <a:p>
            <a:pPr lvl="1">
              <a:lnSpc>
                <a:spcPct val="90000"/>
              </a:lnSpc>
            </a:pPr>
            <a:r>
              <a:rPr lang="es-MX" altLang="es-MX" sz="1400" dirty="0"/>
              <a:t>Soporte multilingüe.</a:t>
            </a:r>
          </a:p>
          <a:p>
            <a:pPr lvl="1">
              <a:lnSpc>
                <a:spcPct val="90000"/>
              </a:lnSpc>
            </a:pPr>
            <a:endParaRPr lang="es-MX" altLang="es-MX" sz="1400" dirty="0"/>
          </a:p>
          <a:p>
            <a:pPr lvl="1">
              <a:lnSpc>
                <a:spcPct val="90000"/>
              </a:lnSpc>
            </a:pPr>
            <a:endParaRPr lang="es-MX" altLang="es-MX" sz="1400" dirty="0"/>
          </a:p>
          <a:p>
            <a:pPr lvl="1">
              <a:lnSpc>
                <a:spcPct val="90000"/>
              </a:lnSpc>
            </a:pPr>
            <a:endParaRPr lang="es-ES" altLang="es-MX"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0" name="Rectangle 4">
            <a:extLst>
              <a:ext uri="{FF2B5EF4-FFF2-40B4-BE49-F238E27FC236}">
                <a16:creationId xmlns:a16="http://schemas.microsoft.com/office/drawing/2014/main" id="{0FCE5F73-5F30-4B29-BE4A-09D3E2E0F41E}"/>
              </a:ext>
            </a:extLst>
          </p:cNvPr>
          <p:cNvSpPr>
            <a:spLocks noGrp="1" noChangeArrowheads="1"/>
          </p:cNvSpPr>
          <p:nvPr>
            <p:ph type="title"/>
          </p:nvPr>
        </p:nvSpPr>
        <p:spPr/>
        <p:txBody>
          <a:bodyPr/>
          <a:lstStyle/>
          <a:p>
            <a:r>
              <a:rPr lang="es-MX" altLang="es-MX" dirty="0"/>
              <a:t>7. Eficiencia del Usuario Final</a:t>
            </a:r>
          </a:p>
        </p:txBody>
      </p:sp>
      <p:sp>
        <p:nvSpPr>
          <p:cNvPr id="91141" name="Rectangle 5">
            <a:extLst>
              <a:ext uri="{FF2B5EF4-FFF2-40B4-BE49-F238E27FC236}">
                <a16:creationId xmlns:a16="http://schemas.microsoft.com/office/drawing/2014/main" id="{CF72EE17-43A3-48F5-A5B4-3D6E83ED8C0A}"/>
              </a:ext>
            </a:extLst>
          </p:cNvPr>
          <p:cNvSpPr>
            <a:spLocks noGrp="1" noChangeArrowheads="1"/>
          </p:cNvSpPr>
          <p:nvPr>
            <p:ph idx="1"/>
          </p:nvPr>
        </p:nvSpPr>
        <p:spPr/>
        <p:txBody>
          <a:bodyPr/>
          <a:lstStyle/>
          <a:p>
            <a:pPr>
              <a:lnSpc>
                <a:spcPct val="90000"/>
              </a:lnSpc>
            </a:pPr>
            <a:r>
              <a:rPr lang="es-MX" altLang="es-MX" sz="2000" dirty="0"/>
              <a:t>Clasificar como: </a:t>
            </a:r>
          </a:p>
          <a:p>
            <a:pPr lvl="1">
              <a:lnSpc>
                <a:spcPct val="90000"/>
              </a:lnSpc>
            </a:pPr>
            <a:r>
              <a:rPr lang="es-MX" altLang="es-MX" sz="1800" dirty="0"/>
              <a:t>0: Ninguno de los citados anteriormente.</a:t>
            </a:r>
          </a:p>
          <a:p>
            <a:pPr lvl="1">
              <a:lnSpc>
                <a:spcPct val="90000"/>
              </a:lnSpc>
            </a:pPr>
            <a:r>
              <a:rPr lang="es-MX" altLang="es-MX" sz="1800" dirty="0"/>
              <a:t>1: Uno de tres de los citados anteriormente.</a:t>
            </a:r>
          </a:p>
          <a:p>
            <a:pPr lvl="1">
              <a:lnSpc>
                <a:spcPct val="90000"/>
              </a:lnSpc>
            </a:pPr>
            <a:r>
              <a:rPr lang="es-MX" altLang="es-MX" sz="1800" dirty="0"/>
              <a:t>2: Cuatro de cinco de los citados anteriormente.</a:t>
            </a:r>
          </a:p>
          <a:p>
            <a:pPr lvl="1">
              <a:lnSpc>
                <a:spcPct val="90000"/>
              </a:lnSpc>
            </a:pPr>
            <a:r>
              <a:rPr lang="es-MX" altLang="es-MX" sz="1800" dirty="0"/>
              <a:t>3: Seis o más de los citados anteriormente pero no existen requerimientos específicos de usuario relacionados a la eficiencia.</a:t>
            </a:r>
          </a:p>
          <a:p>
            <a:pPr lvl="1">
              <a:lnSpc>
                <a:spcPct val="90000"/>
              </a:lnSpc>
            </a:pPr>
            <a:r>
              <a:rPr lang="es-MX" altLang="es-MX" sz="1800" dirty="0"/>
              <a:t>4: Seis o más de los citados anteriormente y los requerimientos necesarios para lograr la eficiencia de los usuarios finales son lo suficientemente altos como para requerir la inclusión del diseño de tareas teniendo en cuenta factores humanos. </a:t>
            </a:r>
          </a:p>
          <a:p>
            <a:pPr lvl="1">
              <a:lnSpc>
                <a:spcPct val="90000"/>
              </a:lnSpc>
            </a:pPr>
            <a:r>
              <a:rPr lang="es-MX" altLang="es-MX" sz="1800" dirty="0"/>
              <a:t>5: Seis o más de los citados anteriormente y los requerimientos necesarios para lograr la eficiencia de los usuarios finales son lo suficientemente altos como para requerir el uso de herramientas y procesos especiales para demostrar que los objetivos han sido logrados.</a:t>
            </a:r>
            <a:endParaRPr lang="es-ES" altLang="es-MX"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4" name="Rectangle 4">
            <a:extLst>
              <a:ext uri="{FF2B5EF4-FFF2-40B4-BE49-F238E27FC236}">
                <a16:creationId xmlns:a16="http://schemas.microsoft.com/office/drawing/2014/main" id="{44CB88BC-AEA0-4F78-9831-E923D96B3B51}"/>
              </a:ext>
            </a:extLst>
          </p:cNvPr>
          <p:cNvSpPr>
            <a:spLocks noGrp="1" noChangeArrowheads="1"/>
          </p:cNvSpPr>
          <p:nvPr>
            <p:ph type="title"/>
          </p:nvPr>
        </p:nvSpPr>
        <p:spPr/>
        <p:txBody>
          <a:bodyPr/>
          <a:lstStyle/>
          <a:p>
            <a:r>
              <a:rPr lang="es-MX" altLang="es-MX" dirty="0"/>
              <a:t>8. Actualización On Line</a:t>
            </a:r>
          </a:p>
        </p:txBody>
      </p:sp>
      <p:sp>
        <p:nvSpPr>
          <p:cNvPr id="92165" name="Rectangle 5">
            <a:extLst>
              <a:ext uri="{FF2B5EF4-FFF2-40B4-BE49-F238E27FC236}">
                <a16:creationId xmlns:a16="http://schemas.microsoft.com/office/drawing/2014/main" id="{1416A600-2C44-4061-B342-83334F30256A}"/>
              </a:ext>
            </a:extLst>
          </p:cNvPr>
          <p:cNvSpPr>
            <a:spLocks noGrp="1" noChangeArrowheads="1"/>
          </p:cNvSpPr>
          <p:nvPr>
            <p:ph idx="1"/>
          </p:nvPr>
        </p:nvSpPr>
        <p:spPr/>
        <p:txBody>
          <a:bodyPr>
            <a:normAutofit/>
          </a:bodyPr>
          <a:lstStyle/>
          <a:p>
            <a:pPr>
              <a:lnSpc>
                <a:spcPct val="90000"/>
              </a:lnSpc>
            </a:pPr>
            <a:r>
              <a:rPr lang="es-MX" altLang="es-MX" sz="2400" dirty="0"/>
              <a:t>La aplicación proporciona actualización </a:t>
            </a:r>
            <a:r>
              <a:rPr lang="en-US" altLang="es-MX" sz="2400" dirty="0"/>
              <a:t>online </a:t>
            </a:r>
            <a:r>
              <a:rPr lang="es-MX" altLang="es-MX" sz="2400" dirty="0"/>
              <a:t>para los archivos lógicos internos. </a:t>
            </a:r>
          </a:p>
          <a:p>
            <a:pPr>
              <a:lnSpc>
                <a:spcPct val="90000"/>
              </a:lnSpc>
            </a:pPr>
            <a:r>
              <a:rPr lang="es-MX" altLang="es-MX" sz="2400" dirty="0"/>
              <a:t>Clasificar como:</a:t>
            </a:r>
          </a:p>
          <a:p>
            <a:pPr lvl="1">
              <a:lnSpc>
                <a:spcPct val="90000"/>
              </a:lnSpc>
            </a:pPr>
            <a:r>
              <a:rPr lang="es-MX" altLang="es-MX" sz="2000" dirty="0"/>
              <a:t>0: Ninguno.</a:t>
            </a:r>
          </a:p>
          <a:p>
            <a:pPr lvl="1">
              <a:lnSpc>
                <a:spcPct val="90000"/>
              </a:lnSpc>
            </a:pPr>
            <a:r>
              <a:rPr lang="es-MX" altLang="es-MX" sz="2000" dirty="0"/>
              <a:t>1: Actualización en línea de uno a tres archivos de control.</a:t>
            </a:r>
          </a:p>
          <a:p>
            <a:pPr lvl="1">
              <a:lnSpc>
                <a:spcPct val="90000"/>
              </a:lnSpc>
            </a:pPr>
            <a:r>
              <a:rPr lang="es-MX" altLang="es-MX" sz="2000" dirty="0"/>
              <a:t>2: Actualización en línea de cuatro a más archivos de control.</a:t>
            </a:r>
          </a:p>
          <a:p>
            <a:pPr lvl="1">
              <a:lnSpc>
                <a:spcPct val="90000"/>
              </a:lnSpc>
            </a:pPr>
            <a:r>
              <a:rPr lang="es-MX" altLang="es-MX" sz="2000" dirty="0"/>
              <a:t>3: Actualización en línea de los archivos lógicos internos más importantes.</a:t>
            </a:r>
          </a:p>
          <a:p>
            <a:pPr lvl="1">
              <a:lnSpc>
                <a:spcPct val="90000"/>
              </a:lnSpc>
            </a:pPr>
            <a:r>
              <a:rPr lang="es-MX" altLang="es-MX" sz="2000" dirty="0"/>
              <a:t>4: Además, la protección contra la pérdida de datos es esencial y ha sido especialmente diseñado y programado en el sistema.</a:t>
            </a:r>
          </a:p>
          <a:p>
            <a:pPr lvl="1">
              <a:lnSpc>
                <a:spcPct val="90000"/>
              </a:lnSpc>
            </a:pPr>
            <a:r>
              <a:rPr lang="es-MX" altLang="es-MX" sz="2000" dirty="0"/>
              <a:t>5: Además, los altos volúmenes traen consideraciones de costos dentro de los procesos de recuperación. Procedimientos de recuperación altamente automatizados con una intervención mínima del operador.</a:t>
            </a:r>
            <a:endParaRPr lang="es-ES" altLang="es-MX" sz="2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8" name="Rectangle 4">
            <a:extLst>
              <a:ext uri="{FF2B5EF4-FFF2-40B4-BE49-F238E27FC236}">
                <a16:creationId xmlns:a16="http://schemas.microsoft.com/office/drawing/2014/main" id="{14053116-1B8E-4723-9F64-AEE47DD24AB1}"/>
              </a:ext>
            </a:extLst>
          </p:cNvPr>
          <p:cNvSpPr>
            <a:spLocks noGrp="1" noChangeArrowheads="1"/>
          </p:cNvSpPr>
          <p:nvPr>
            <p:ph type="title"/>
          </p:nvPr>
        </p:nvSpPr>
        <p:spPr/>
        <p:txBody>
          <a:bodyPr/>
          <a:lstStyle/>
          <a:p>
            <a:r>
              <a:rPr lang="es-MX" altLang="es-MX" dirty="0"/>
              <a:t>9. Complejidad del Proceso </a:t>
            </a:r>
          </a:p>
        </p:txBody>
      </p:sp>
      <p:sp>
        <p:nvSpPr>
          <p:cNvPr id="93189" name="Rectangle 5">
            <a:extLst>
              <a:ext uri="{FF2B5EF4-FFF2-40B4-BE49-F238E27FC236}">
                <a16:creationId xmlns:a16="http://schemas.microsoft.com/office/drawing/2014/main" id="{44469681-0BA7-4208-B9B3-90E89C46B264}"/>
              </a:ext>
            </a:extLst>
          </p:cNvPr>
          <p:cNvSpPr>
            <a:spLocks noGrp="1" noChangeArrowheads="1"/>
          </p:cNvSpPr>
          <p:nvPr>
            <p:ph idx="1"/>
          </p:nvPr>
        </p:nvSpPr>
        <p:spPr/>
        <p:txBody>
          <a:bodyPr>
            <a:normAutofit/>
          </a:bodyPr>
          <a:lstStyle/>
          <a:p>
            <a:pPr>
              <a:lnSpc>
                <a:spcPct val="90000"/>
              </a:lnSpc>
            </a:pPr>
            <a:r>
              <a:rPr lang="es-MX" altLang="es-MX" sz="1800" dirty="0"/>
              <a:t>La complejidad del proceso es una característica de la aplicación. Las categorías son:</a:t>
            </a:r>
          </a:p>
          <a:p>
            <a:pPr lvl="1">
              <a:lnSpc>
                <a:spcPct val="90000"/>
              </a:lnSpc>
            </a:pPr>
            <a:r>
              <a:rPr lang="es-MX" altLang="es-MX" sz="1600" dirty="0"/>
              <a:t>Control sensitivo (ej. proceso especial de auditoria) y/o proceso específico de la seguridad de la aplicación.</a:t>
            </a:r>
          </a:p>
          <a:p>
            <a:pPr lvl="1">
              <a:lnSpc>
                <a:spcPct val="90000"/>
              </a:lnSpc>
            </a:pPr>
            <a:r>
              <a:rPr lang="es-MX" altLang="es-MX" sz="1600" dirty="0"/>
              <a:t>Proceso lógico extenso.</a:t>
            </a:r>
          </a:p>
          <a:p>
            <a:pPr lvl="1">
              <a:lnSpc>
                <a:spcPct val="90000"/>
              </a:lnSpc>
            </a:pPr>
            <a:r>
              <a:rPr lang="es-MX" altLang="es-MX" sz="1600" dirty="0"/>
              <a:t>Proceso matemático extenso.</a:t>
            </a:r>
          </a:p>
          <a:p>
            <a:pPr lvl="1">
              <a:lnSpc>
                <a:spcPct val="90000"/>
              </a:lnSpc>
            </a:pPr>
            <a:r>
              <a:rPr lang="es-MX" altLang="es-MX" sz="1600" dirty="0"/>
              <a:t>Procesos de excepción resultan en transacciones incompletas que deben ser procesadas nuevamente. </a:t>
            </a:r>
          </a:p>
          <a:p>
            <a:pPr lvl="1">
              <a:lnSpc>
                <a:spcPct val="90000"/>
              </a:lnSpc>
            </a:pPr>
            <a:r>
              <a:rPr lang="es-MX" altLang="es-MX" sz="1600" dirty="0"/>
              <a:t>La complejidad del proceso para manejar múltiples posibilidades de inputs u outputs.</a:t>
            </a:r>
          </a:p>
          <a:p>
            <a:pPr lvl="1">
              <a:lnSpc>
                <a:spcPct val="90000"/>
              </a:lnSpc>
            </a:pPr>
            <a:r>
              <a:rPr lang="es-MX" altLang="es-MX" sz="1600" dirty="0"/>
              <a:t>Clasificar como:</a:t>
            </a:r>
          </a:p>
          <a:p>
            <a:pPr lvl="2">
              <a:lnSpc>
                <a:spcPct val="90000"/>
              </a:lnSpc>
            </a:pPr>
            <a:r>
              <a:rPr lang="es-MX" altLang="es-MX" sz="1400" dirty="0"/>
              <a:t>0 Ninguno de los anteriores.</a:t>
            </a:r>
          </a:p>
          <a:p>
            <a:pPr lvl="2">
              <a:lnSpc>
                <a:spcPct val="90000"/>
              </a:lnSpc>
            </a:pPr>
            <a:r>
              <a:rPr lang="es-MX" altLang="es-MX" sz="1400" dirty="0"/>
              <a:t>1 Cualquiera de los anteriores.</a:t>
            </a:r>
          </a:p>
          <a:p>
            <a:pPr lvl="2">
              <a:lnSpc>
                <a:spcPct val="90000"/>
              </a:lnSpc>
            </a:pPr>
            <a:r>
              <a:rPr lang="es-MX" altLang="es-MX" sz="1400" dirty="0"/>
              <a:t>2 Dos de los anteriores.</a:t>
            </a:r>
          </a:p>
          <a:p>
            <a:pPr lvl="2">
              <a:lnSpc>
                <a:spcPct val="90000"/>
              </a:lnSpc>
            </a:pPr>
            <a:r>
              <a:rPr lang="es-MX" altLang="es-MX" sz="1400" dirty="0"/>
              <a:t>3 Tres de los anteriores.</a:t>
            </a:r>
          </a:p>
          <a:p>
            <a:pPr lvl="2">
              <a:lnSpc>
                <a:spcPct val="90000"/>
              </a:lnSpc>
            </a:pPr>
            <a:r>
              <a:rPr lang="es-MX" altLang="es-MX" sz="1400" dirty="0"/>
              <a:t>4 Cuatro de los anteriores.</a:t>
            </a:r>
          </a:p>
          <a:p>
            <a:pPr lvl="2">
              <a:lnSpc>
                <a:spcPct val="90000"/>
              </a:lnSpc>
            </a:pPr>
            <a:r>
              <a:rPr lang="es-MX" altLang="es-MX" sz="1400" dirty="0"/>
              <a:t>5 Cualquiera de los cinco mencionados anteriormente.</a:t>
            </a:r>
            <a:endParaRPr lang="es-ES" altLang="es-MX" sz="1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2" name="Rectangle 4">
            <a:extLst>
              <a:ext uri="{FF2B5EF4-FFF2-40B4-BE49-F238E27FC236}">
                <a16:creationId xmlns:a16="http://schemas.microsoft.com/office/drawing/2014/main" id="{537964A1-BA09-4251-A1FE-23109451E6D4}"/>
              </a:ext>
            </a:extLst>
          </p:cNvPr>
          <p:cNvSpPr>
            <a:spLocks noGrp="1" noChangeArrowheads="1"/>
          </p:cNvSpPr>
          <p:nvPr>
            <p:ph type="title"/>
          </p:nvPr>
        </p:nvSpPr>
        <p:spPr/>
        <p:txBody>
          <a:bodyPr/>
          <a:lstStyle/>
          <a:p>
            <a:r>
              <a:rPr lang="es-MX" altLang="es-MX" dirty="0"/>
              <a:t>10. Reutilización</a:t>
            </a:r>
          </a:p>
        </p:txBody>
      </p:sp>
      <p:sp>
        <p:nvSpPr>
          <p:cNvPr id="94213" name="Rectangle 5">
            <a:extLst>
              <a:ext uri="{FF2B5EF4-FFF2-40B4-BE49-F238E27FC236}">
                <a16:creationId xmlns:a16="http://schemas.microsoft.com/office/drawing/2014/main" id="{477481FB-F99C-470C-A658-EE44F2A926A3}"/>
              </a:ext>
            </a:extLst>
          </p:cNvPr>
          <p:cNvSpPr>
            <a:spLocks noGrp="1" noChangeArrowheads="1"/>
          </p:cNvSpPr>
          <p:nvPr>
            <p:ph idx="1"/>
          </p:nvPr>
        </p:nvSpPr>
        <p:spPr/>
        <p:txBody>
          <a:bodyPr>
            <a:normAutofit/>
          </a:bodyPr>
          <a:lstStyle/>
          <a:p>
            <a:pPr>
              <a:lnSpc>
                <a:spcPct val="90000"/>
              </a:lnSpc>
            </a:pPr>
            <a:r>
              <a:rPr lang="es-MX" altLang="es-MX" sz="2000" dirty="0"/>
              <a:t>La aplicación y el código de la aplicación han sido específicamente diseñados, desarrollados, y mantenidos para ser utilizables en otras aplicaciones:</a:t>
            </a:r>
          </a:p>
          <a:p>
            <a:pPr>
              <a:lnSpc>
                <a:spcPct val="90000"/>
              </a:lnSpc>
            </a:pPr>
            <a:r>
              <a:rPr lang="es-MX" altLang="es-MX" sz="2000" dirty="0"/>
              <a:t>Clasificar como:</a:t>
            </a:r>
          </a:p>
          <a:p>
            <a:pPr lvl="1">
              <a:lnSpc>
                <a:spcPct val="90000"/>
              </a:lnSpc>
            </a:pPr>
            <a:r>
              <a:rPr lang="es-MX" altLang="es-MX" sz="1800" dirty="0"/>
              <a:t>0: Código no reutilizable.</a:t>
            </a:r>
          </a:p>
          <a:p>
            <a:pPr lvl="1">
              <a:lnSpc>
                <a:spcPct val="90000"/>
              </a:lnSpc>
            </a:pPr>
            <a:r>
              <a:rPr lang="es-MX" altLang="es-MX" sz="1800" dirty="0"/>
              <a:t>1: El código reutilizable es usado dentro de la aplicación.</a:t>
            </a:r>
          </a:p>
          <a:p>
            <a:pPr lvl="1">
              <a:lnSpc>
                <a:spcPct val="90000"/>
              </a:lnSpc>
            </a:pPr>
            <a:r>
              <a:rPr lang="es-MX" altLang="es-MX" sz="1800" dirty="0"/>
              <a:t>2: Menos del 10% de las aplicaciones consideraron más de una necesidad del usuario.</a:t>
            </a:r>
          </a:p>
          <a:p>
            <a:pPr lvl="1">
              <a:lnSpc>
                <a:spcPct val="90000"/>
              </a:lnSpc>
            </a:pPr>
            <a:r>
              <a:rPr lang="es-MX" altLang="es-MX" sz="1800" dirty="0"/>
              <a:t>3: 10% o más de las aplicaciones consideraron más de una necesidad del usuario.</a:t>
            </a:r>
          </a:p>
          <a:p>
            <a:pPr lvl="1">
              <a:lnSpc>
                <a:spcPct val="90000"/>
              </a:lnSpc>
            </a:pPr>
            <a:r>
              <a:rPr lang="es-MX" altLang="es-MX" sz="1800" dirty="0"/>
              <a:t>4: La aplicación fue específicamente  empaquetada y/ o documentada para ser reutilizada, y la aplicación es customizada por el usuario a nivel del código fuente.</a:t>
            </a:r>
          </a:p>
          <a:p>
            <a:pPr lvl="1">
              <a:lnSpc>
                <a:spcPct val="90000"/>
              </a:lnSpc>
            </a:pPr>
            <a:r>
              <a:rPr lang="es-MX" altLang="es-MX" sz="1800" dirty="0"/>
              <a:t>5: La aplicación fue específicamente  empaquetada y/ o documentada para ser reutilizada, y la aplicación es customizada por el usuario a nivel de mantenimiento de parámetros. </a:t>
            </a:r>
            <a:endParaRPr lang="es-ES" altLang="es-MX"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6" name="Rectangle 4">
            <a:extLst>
              <a:ext uri="{FF2B5EF4-FFF2-40B4-BE49-F238E27FC236}">
                <a16:creationId xmlns:a16="http://schemas.microsoft.com/office/drawing/2014/main" id="{C71277BE-8698-41AA-8247-3485BAE5890C}"/>
              </a:ext>
            </a:extLst>
          </p:cNvPr>
          <p:cNvSpPr>
            <a:spLocks noGrp="1" noChangeArrowheads="1"/>
          </p:cNvSpPr>
          <p:nvPr>
            <p:ph type="title"/>
          </p:nvPr>
        </p:nvSpPr>
        <p:spPr/>
        <p:txBody>
          <a:bodyPr/>
          <a:lstStyle/>
          <a:p>
            <a:r>
              <a:rPr lang="es-MX" altLang="es-MX" dirty="0"/>
              <a:t>11. Facilidad de Instalación</a:t>
            </a:r>
          </a:p>
        </p:txBody>
      </p:sp>
      <p:sp>
        <p:nvSpPr>
          <p:cNvPr id="95237" name="Rectangle 5">
            <a:extLst>
              <a:ext uri="{FF2B5EF4-FFF2-40B4-BE49-F238E27FC236}">
                <a16:creationId xmlns:a16="http://schemas.microsoft.com/office/drawing/2014/main" id="{A0D3B58C-1ADA-4595-9BB5-7C4768931026}"/>
              </a:ext>
            </a:extLst>
          </p:cNvPr>
          <p:cNvSpPr>
            <a:spLocks noGrp="1" noChangeArrowheads="1"/>
          </p:cNvSpPr>
          <p:nvPr>
            <p:ph idx="1"/>
          </p:nvPr>
        </p:nvSpPr>
        <p:spPr/>
        <p:txBody>
          <a:bodyPr/>
          <a:lstStyle/>
          <a:p>
            <a:pPr>
              <a:lnSpc>
                <a:spcPct val="90000"/>
              </a:lnSpc>
            </a:pPr>
            <a:r>
              <a:rPr lang="es-MX" altLang="es-MX" sz="1600" dirty="0"/>
              <a:t>La facilidad de la conversión e instalación son características de la aplicación. Un plan de conversión e instalación y/o herramientas de conversión fueron proporcionadas y testeadas durante la fase de prueba del sistema.</a:t>
            </a:r>
          </a:p>
          <a:p>
            <a:pPr>
              <a:lnSpc>
                <a:spcPct val="90000"/>
              </a:lnSpc>
            </a:pPr>
            <a:r>
              <a:rPr lang="es-MX" altLang="es-MX" sz="1600" dirty="0"/>
              <a:t>Clasificar como:</a:t>
            </a:r>
          </a:p>
          <a:p>
            <a:pPr lvl="1">
              <a:lnSpc>
                <a:spcPct val="90000"/>
              </a:lnSpc>
            </a:pPr>
            <a:r>
              <a:rPr lang="es-MX" altLang="es-MX" sz="1400" dirty="0"/>
              <a:t>0: No se manifestaron consideraciones especiales por el usuario y no se requirieron programas especiales de instalación.</a:t>
            </a:r>
          </a:p>
          <a:p>
            <a:pPr lvl="1">
              <a:lnSpc>
                <a:spcPct val="90000"/>
              </a:lnSpc>
            </a:pPr>
            <a:r>
              <a:rPr lang="es-MX" altLang="es-MX" sz="1400" dirty="0"/>
              <a:t>1: No se manifestaron consideraciones especiales por el usuario y pero se requirieron programas especiales de instalación.</a:t>
            </a:r>
          </a:p>
          <a:p>
            <a:pPr lvl="1">
              <a:lnSpc>
                <a:spcPct val="90000"/>
              </a:lnSpc>
            </a:pPr>
            <a:r>
              <a:rPr lang="es-MX" altLang="es-MX" sz="1400" dirty="0"/>
              <a:t>2: Los requerimientos de conversión e instalación fueron manifestados por el usuario y manuales de instalación y conversión fueron proporcionadas y testeadas. El impacto de la conversión en el proyecto no se considera importante.</a:t>
            </a:r>
          </a:p>
          <a:p>
            <a:pPr lvl="1">
              <a:lnSpc>
                <a:spcPct val="90000"/>
              </a:lnSpc>
            </a:pPr>
            <a:r>
              <a:rPr lang="es-MX" altLang="es-MX" sz="1400" dirty="0"/>
              <a:t>3: Los requerimientos de conversión e instalación fueron manifestados por el usuario y manuales de instalación y conversión fueron proporcionadas y testeadas. El impacto de la conversión en el proyecto se considera importante.</a:t>
            </a:r>
          </a:p>
          <a:p>
            <a:pPr lvl="1">
              <a:lnSpc>
                <a:spcPct val="90000"/>
              </a:lnSpc>
            </a:pPr>
            <a:r>
              <a:rPr lang="es-MX" altLang="es-MX" sz="1400" dirty="0"/>
              <a:t>4: Además de (2), herramientas automáticas de instalación y conversión fueron proporcionadas y testeadas.</a:t>
            </a:r>
          </a:p>
          <a:p>
            <a:pPr lvl="1">
              <a:lnSpc>
                <a:spcPct val="90000"/>
              </a:lnSpc>
            </a:pPr>
            <a:r>
              <a:rPr lang="es-MX" altLang="es-MX" sz="1400" dirty="0"/>
              <a:t>5: Además de (3), herramientas automáticas de instalación y conversión fueron proporcionadas y testeadas.</a:t>
            </a:r>
            <a:endParaRPr lang="es-ES" altLang="es-MX" sz="1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0" name="Rectangle 4">
            <a:extLst>
              <a:ext uri="{FF2B5EF4-FFF2-40B4-BE49-F238E27FC236}">
                <a16:creationId xmlns:a16="http://schemas.microsoft.com/office/drawing/2014/main" id="{95BA6CFB-D9CB-4E9E-8FD1-759B68AA8F2B}"/>
              </a:ext>
            </a:extLst>
          </p:cNvPr>
          <p:cNvSpPr>
            <a:spLocks noGrp="1" noChangeArrowheads="1"/>
          </p:cNvSpPr>
          <p:nvPr>
            <p:ph type="title"/>
          </p:nvPr>
        </p:nvSpPr>
        <p:spPr/>
        <p:txBody>
          <a:bodyPr/>
          <a:lstStyle/>
          <a:p>
            <a:r>
              <a:rPr lang="es-MX" altLang="es-MX" dirty="0"/>
              <a:t>12. Facilidad Operacional </a:t>
            </a:r>
          </a:p>
        </p:txBody>
      </p:sp>
      <p:sp>
        <p:nvSpPr>
          <p:cNvPr id="96261" name="Rectangle 5">
            <a:extLst>
              <a:ext uri="{FF2B5EF4-FFF2-40B4-BE49-F238E27FC236}">
                <a16:creationId xmlns:a16="http://schemas.microsoft.com/office/drawing/2014/main" id="{977602B5-7672-4563-80C3-60007715CB2C}"/>
              </a:ext>
            </a:extLst>
          </p:cNvPr>
          <p:cNvSpPr>
            <a:spLocks noGrp="1" noChangeArrowheads="1"/>
          </p:cNvSpPr>
          <p:nvPr>
            <p:ph idx="1"/>
          </p:nvPr>
        </p:nvSpPr>
        <p:spPr/>
        <p:txBody>
          <a:bodyPr>
            <a:normAutofit/>
          </a:bodyPr>
          <a:lstStyle/>
          <a:p>
            <a:pPr>
              <a:lnSpc>
                <a:spcPct val="90000"/>
              </a:lnSpc>
            </a:pPr>
            <a:r>
              <a:rPr lang="es-MX" altLang="es-MX" sz="1800" dirty="0"/>
              <a:t>La facilidad de operación es una característica de la aplicación. Los procedimientos de una puesta en marcha efectiva, resguardo y recuperación de datos fueron proporcionados y testeados durante la fase de prueba del sistema. la aplicación minimiza la necesidad de actividades manuales, tales como montar cintas, manejo de papel e intervención manual directa </a:t>
            </a:r>
            <a:r>
              <a:rPr lang="en-US" altLang="es-MX" sz="1800" dirty="0"/>
              <a:t>on site</a:t>
            </a:r>
            <a:r>
              <a:rPr lang="es-MX" altLang="es-MX" sz="1800" dirty="0"/>
              <a:t>.</a:t>
            </a:r>
          </a:p>
          <a:p>
            <a:pPr>
              <a:lnSpc>
                <a:spcPct val="90000"/>
              </a:lnSpc>
            </a:pPr>
            <a:r>
              <a:rPr lang="es-MX" altLang="es-MX" sz="1800" dirty="0"/>
              <a:t>Clasificar como:</a:t>
            </a:r>
          </a:p>
          <a:p>
            <a:pPr lvl="1">
              <a:lnSpc>
                <a:spcPct val="90000"/>
              </a:lnSpc>
            </a:pPr>
            <a:r>
              <a:rPr lang="es-MX" altLang="es-MX" sz="1600" dirty="0"/>
              <a:t>0: No se manifestaron consideraciones operacionales especiales a parte de los procedimientos normales de back up (resguardo de datos).</a:t>
            </a:r>
          </a:p>
          <a:p>
            <a:pPr lvl="1">
              <a:lnSpc>
                <a:spcPct val="90000"/>
              </a:lnSpc>
            </a:pPr>
            <a:r>
              <a:rPr lang="es-MX" altLang="es-MX" sz="1600" dirty="0"/>
              <a:t>1-4: Seleccionar los siguientes ítems empleados para la aplicación. Cada ítem tiene un valor de uno, excepto lo observado de otro modo.</a:t>
            </a:r>
          </a:p>
          <a:p>
            <a:pPr lvl="2">
              <a:lnSpc>
                <a:spcPct val="90000"/>
              </a:lnSpc>
            </a:pPr>
            <a:r>
              <a:rPr lang="es-MX" altLang="es-MX" sz="1400" dirty="0"/>
              <a:t>Procesos de arranque, </a:t>
            </a:r>
            <a:r>
              <a:rPr lang="en-US" altLang="es-MX" sz="1400" dirty="0"/>
              <a:t>backup</a:t>
            </a:r>
            <a:r>
              <a:rPr lang="es-MX" altLang="es-MX" sz="1400" dirty="0"/>
              <a:t>, </a:t>
            </a:r>
            <a:r>
              <a:rPr lang="en-US" altLang="es-MX" sz="1400" dirty="0"/>
              <a:t>restore</a:t>
            </a:r>
            <a:r>
              <a:rPr lang="es-MX" altLang="es-MX" sz="1400" dirty="0"/>
              <a:t> son provistos, pero requieren intervención manual del operador.</a:t>
            </a:r>
          </a:p>
          <a:p>
            <a:pPr lvl="2">
              <a:lnSpc>
                <a:spcPct val="90000"/>
              </a:lnSpc>
            </a:pPr>
            <a:r>
              <a:rPr lang="es-MX" altLang="es-MX" sz="1400" dirty="0"/>
              <a:t>Procesos de arranque, </a:t>
            </a:r>
            <a:r>
              <a:rPr lang="en-US" altLang="es-MX" sz="1400" dirty="0"/>
              <a:t>backup, restore </a:t>
            </a:r>
            <a:r>
              <a:rPr lang="es-MX" altLang="es-MX" sz="1400" dirty="0"/>
              <a:t>son provistos, pero no  requieren intervención manual del operador. (2 ítems).</a:t>
            </a:r>
          </a:p>
          <a:p>
            <a:pPr lvl="1">
              <a:lnSpc>
                <a:spcPct val="90000"/>
              </a:lnSpc>
            </a:pPr>
            <a:r>
              <a:rPr lang="es-MX" altLang="es-MX" sz="1600" dirty="0"/>
              <a:t>5: La aplicación es diseñada para el funcionamiento sin intervención. El funcionamiento sin atención significa que no se requiere la intervención de un operador para operar el sistema aparte de poner en marcha o cerrar la operación. La recuperación automática de errores es una característica de la aplicación.  </a:t>
            </a:r>
            <a:endParaRPr lang="es-ES" altLang="es-MX" sz="16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4">
            <a:extLst>
              <a:ext uri="{FF2B5EF4-FFF2-40B4-BE49-F238E27FC236}">
                <a16:creationId xmlns:a16="http://schemas.microsoft.com/office/drawing/2014/main" id="{0DA94DE8-E8DB-4F25-AD82-5CA492AD3114}"/>
              </a:ext>
            </a:extLst>
          </p:cNvPr>
          <p:cNvSpPr>
            <a:spLocks noGrp="1" noChangeArrowheads="1"/>
          </p:cNvSpPr>
          <p:nvPr>
            <p:ph type="title"/>
          </p:nvPr>
        </p:nvSpPr>
        <p:spPr/>
        <p:txBody>
          <a:bodyPr/>
          <a:lstStyle/>
          <a:p>
            <a:r>
              <a:rPr lang="es-MX" altLang="es-MX" dirty="0"/>
              <a:t>13. Sitios Múltiples</a:t>
            </a:r>
          </a:p>
        </p:txBody>
      </p:sp>
      <p:sp>
        <p:nvSpPr>
          <p:cNvPr id="97285" name="Rectangle 5">
            <a:extLst>
              <a:ext uri="{FF2B5EF4-FFF2-40B4-BE49-F238E27FC236}">
                <a16:creationId xmlns:a16="http://schemas.microsoft.com/office/drawing/2014/main" id="{65DC9E57-8768-4DB5-9550-662C2E2D4B8B}"/>
              </a:ext>
            </a:extLst>
          </p:cNvPr>
          <p:cNvSpPr>
            <a:spLocks noGrp="1" noChangeArrowheads="1"/>
          </p:cNvSpPr>
          <p:nvPr>
            <p:ph idx="1"/>
          </p:nvPr>
        </p:nvSpPr>
        <p:spPr/>
        <p:txBody>
          <a:bodyPr>
            <a:normAutofit/>
          </a:bodyPr>
          <a:lstStyle/>
          <a:p>
            <a:r>
              <a:rPr lang="es-MX" altLang="es-MX" sz="1800" dirty="0"/>
              <a:t>La aplicación ha sido específicamente diseñada, desarrollada, y mantenida para ser instalada en sitios múltiples para múltiples organizaciones.</a:t>
            </a:r>
          </a:p>
          <a:p>
            <a:r>
              <a:rPr lang="es-MX" altLang="es-MX" sz="1800" dirty="0"/>
              <a:t>Clasificar como:</a:t>
            </a:r>
          </a:p>
          <a:p>
            <a:pPr lvl="1"/>
            <a:r>
              <a:rPr lang="es-MX" altLang="es-MX" sz="1600" dirty="0"/>
              <a:t>0: No hay requerimientos del usuario que necesiten más de un sitio de instalación.</a:t>
            </a:r>
          </a:p>
          <a:p>
            <a:pPr lvl="1"/>
            <a:r>
              <a:rPr lang="es-MX" altLang="es-MX" sz="1600" dirty="0"/>
              <a:t>1: Necesidades de sitios múltiples fueron consideradas en el diseño y la aplicación es diseñada para operar solamente bajo un ambiente de software y hardware idéntico.</a:t>
            </a:r>
          </a:p>
          <a:p>
            <a:pPr lvl="1"/>
            <a:r>
              <a:rPr lang="es-MX" altLang="es-MX" sz="1600" dirty="0"/>
              <a:t>2: Necesidades de sitios múltiples fueron consideradas en el diseño de la aplicación y la aplicación es diseñada para operar bajo ambientes de hardware y software similares.</a:t>
            </a:r>
          </a:p>
          <a:p>
            <a:pPr lvl="1"/>
            <a:r>
              <a:rPr lang="es-MX" altLang="es-MX" sz="1600" dirty="0"/>
              <a:t>3: Necesidades de sitios múltiples fueron consideradas en el diseño de la aplicación y la aplicación es diseñada para operar bajo ambientes de hardware y software diferentes.</a:t>
            </a:r>
          </a:p>
          <a:p>
            <a:pPr lvl="1"/>
            <a:r>
              <a:rPr lang="es-MX" altLang="es-MX" sz="1600" dirty="0"/>
              <a:t>4: La documentación y el plan soporte son proporcionados y testeados para mantener la aplicación en sitios múltiples y la aplicación está de acuerdo según lo descripto en (1) o (2).</a:t>
            </a:r>
          </a:p>
          <a:p>
            <a:pPr lvl="1"/>
            <a:r>
              <a:rPr lang="es-MX" altLang="es-MX" sz="1600" dirty="0"/>
              <a:t>5: La documentación y el plan soporte son proporcionados y testeados para mantener la aplicación en sitios múltiples y la aplicación está de acuerdo según lo descripto en (3).</a:t>
            </a:r>
            <a:endParaRPr lang="es-ES" altLang="es-MX" sz="16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8" name="Rectangle 4">
            <a:extLst>
              <a:ext uri="{FF2B5EF4-FFF2-40B4-BE49-F238E27FC236}">
                <a16:creationId xmlns:a16="http://schemas.microsoft.com/office/drawing/2014/main" id="{3B3B7191-6487-425E-819F-E35CBFF1CF5B}"/>
              </a:ext>
            </a:extLst>
          </p:cNvPr>
          <p:cNvSpPr>
            <a:spLocks noGrp="1" noChangeArrowheads="1"/>
          </p:cNvSpPr>
          <p:nvPr>
            <p:ph type="title"/>
          </p:nvPr>
        </p:nvSpPr>
        <p:spPr/>
        <p:txBody>
          <a:bodyPr/>
          <a:lstStyle/>
          <a:p>
            <a:r>
              <a:rPr lang="es-MX" altLang="es-MX" dirty="0"/>
              <a:t>14. Facilidad del Cambio</a:t>
            </a:r>
          </a:p>
        </p:txBody>
      </p:sp>
      <p:sp>
        <p:nvSpPr>
          <p:cNvPr id="98309" name="Rectangle 5">
            <a:extLst>
              <a:ext uri="{FF2B5EF4-FFF2-40B4-BE49-F238E27FC236}">
                <a16:creationId xmlns:a16="http://schemas.microsoft.com/office/drawing/2014/main" id="{1A2836AC-5145-4700-913C-5D0D122B390F}"/>
              </a:ext>
            </a:extLst>
          </p:cNvPr>
          <p:cNvSpPr>
            <a:spLocks noGrp="1" noChangeArrowheads="1"/>
          </p:cNvSpPr>
          <p:nvPr>
            <p:ph idx="1"/>
          </p:nvPr>
        </p:nvSpPr>
        <p:spPr/>
        <p:txBody>
          <a:bodyPr>
            <a:normAutofit/>
          </a:bodyPr>
          <a:lstStyle/>
          <a:p>
            <a:pPr>
              <a:lnSpc>
                <a:spcPct val="90000"/>
              </a:lnSpc>
            </a:pPr>
            <a:r>
              <a:rPr lang="es-MX" altLang="es-MX" sz="1800" dirty="0"/>
              <a:t>La aplicación ha sido específicamente diseñada, desarrollada, y</a:t>
            </a:r>
          </a:p>
          <a:p>
            <a:pPr>
              <a:lnSpc>
                <a:spcPct val="90000"/>
              </a:lnSpc>
            </a:pPr>
            <a:r>
              <a:rPr lang="es-MX" altLang="es-MX" sz="1800" dirty="0"/>
              <a:t>mantenida para facilitar los cambios.</a:t>
            </a:r>
          </a:p>
          <a:p>
            <a:pPr>
              <a:lnSpc>
                <a:spcPct val="90000"/>
              </a:lnSpc>
            </a:pPr>
            <a:r>
              <a:rPr lang="es-MX" altLang="es-MX" sz="1800" dirty="0"/>
              <a:t>Algunos ejemplos son:</a:t>
            </a:r>
          </a:p>
          <a:p>
            <a:pPr lvl="1">
              <a:lnSpc>
                <a:spcPct val="90000"/>
              </a:lnSpc>
            </a:pPr>
            <a:r>
              <a:rPr lang="en-US" altLang="es-MX" sz="1600" dirty="0"/>
              <a:t>Query </a:t>
            </a:r>
            <a:r>
              <a:rPr lang="es-MX" altLang="es-MX" sz="1600" dirty="0"/>
              <a:t>flexibles/ un reporte de capacidad es proporcionado.</a:t>
            </a:r>
          </a:p>
          <a:p>
            <a:pPr lvl="1">
              <a:lnSpc>
                <a:spcPct val="90000"/>
              </a:lnSpc>
            </a:pPr>
            <a:r>
              <a:rPr lang="es-MX" altLang="es-MX" sz="1600" dirty="0"/>
              <a:t>La información de control del negocio es agrupada en tablas mantenibles por el usuario.</a:t>
            </a:r>
          </a:p>
          <a:p>
            <a:pPr>
              <a:lnSpc>
                <a:spcPct val="90000"/>
              </a:lnSpc>
            </a:pPr>
            <a:r>
              <a:rPr lang="es-MX" altLang="es-MX" sz="1800" dirty="0"/>
              <a:t>Clasificar como:</a:t>
            </a:r>
          </a:p>
          <a:p>
            <a:pPr lvl="1">
              <a:lnSpc>
                <a:spcPct val="90000"/>
              </a:lnSpc>
            </a:pPr>
            <a:r>
              <a:rPr lang="es-MX" altLang="es-MX" sz="1600" dirty="0"/>
              <a:t>0: No se necesitan requerimientos especiales para diseñar la aplicación para minimizar o facilitar el cambio.</a:t>
            </a:r>
          </a:p>
          <a:p>
            <a:pPr lvl="1">
              <a:lnSpc>
                <a:spcPct val="90000"/>
              </a:lnSpc>
            </a:pPr>
            <a:r>
              <a:rPr lang="es-MX" altLang="es-MX" sz="1600" dirty="0"/>
              <a:t>1-5: Seleccionar cuales de los siguientes ítems se aplican para la aplicación:</a:t>
            </a:r>
          </a:p>
          <a:p>
            <a:pPr lvl="2">
              <a:lnSpc>
                <a:spcPct val="90000"/>
              </a:lnSpc>
            </a:pPr>
            <a:r>
              <a:rPr lang="es-MX" altLang="es-MX" sz="1400" dirty="0"/>
              <a:t>Facilidad de generación de reporte o consultas flexibles, pueden atender requerimientos simples, medios y complejos.</a:t>
            </a:r>
          </a:p>
          <a:p>
            <a:pPr lvl="2">
              <a:lnSpc>
                <a:spcPct val="90000"/>
              </a:lnSpc>
            </a:pPr>
            <a:r>
              <a:rPr lang="es-MX" altLang="es-MX" sz="1400" dirty="0"/>
              <a:t>Datos de control que son guardados en tablas y mantenidos por el usuario en forma on-line pero cuyos cambios tiene efecto en el próximo día.</a:t>
            </a:r>
          </a:p>
          <a:p>
            <a:pPr lvl="2">
              <a:lnSpc>
                <a:spcPct val="90000"/>
              </a:lnSpc>
            </a:pPr>
            <a:r>
              <a:rPr lang="es-MX" altLang="es-MX" sz="1400" dirty="0"/>
              <a:t>Datos de control que son guardados en tablas y mantenidos por el usuario en forma on-line pero cuyos cambios tiene efecto inmediatamente. </a:t>
            </a:r>
            <a:endParaRPr lang="es-ES" altLang="es-MX" sz="1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535" name="Rectangle 207">
            <a:extLst>
              <a:ext uri="{FF2B5EF4-FFF2-40B4-BE49-F238E27FC236}">
                <a16:creationId xmlns:a16="http://schemas.microsoft.com/office/drawing/2014/main" id="{0AAF8365-E1B3-421A-9F00-517A1C9130FD}"/>
              </a:ext>
            </a:extLst>
          </p:cNvPr>
          <p:cNvSpPr>
            <a:spLocks noGrp="1" noChangeArrowheads="1"/>
          </p:cNvSpPr>
          <p:nvPr>
            <p:ph type="title"/>
          </p:nvPr>
        </p:nvSpPr>
        <p:spPr/>
        <p:txBody>
          <a:bodyPr/>
          <a:lstStyle/>
          <a:p>
            <a:r>
              <a:rPr lang="es-MX" altLang="es-MX" dirty="0"/>
              <a:t>Cálculo de las influencias de las características del sistema</a:t>
            </a:r>
          </a:p>
        </p:txBody>
      </p:sp>
      <p:sp>
        <p:nvSpPr>
          <p:cNvPr id="99333" name="Text Box 5">
            <a:extLst>
              <a:ext uri="{FF2B5EF4-FFF2-40B4-BE49-F238E27FC236}">
                <a16:creationId xmlns:a16="http://schemas.microsoft.com/office/drawing/2014/main" id="{6F209ABF-D71E-457D-8973-FCC9E54742B0}"/>
              </a:ext>
            </a:extLst>
          </p:cNvPr>
          <p:cNvSpPr txBox="1">
            <a:spLocks noChangeArrowheads="1"/>
          </p:cNvSpPr>
          <p:nvPr/>
        </p:nvSpPr>
        <p:spPr bwMode="auto">
          <a:xfrm>
            <a:off x="4419600" y="2057401"/>
            <a:ext cx="2514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s-MX" altLang="es-MX" sz="2000" dirty="0">
                <a:latin typeface="Arial" panose="020B0604020202020204" pitchFamily="34" charset="0"/>
              </a:rPr>
              <a:t>Características </a:t>
            </a:r>
            <a:endParaRPr lang="es-ES" altLang="es-MX" sz="2000" dirty="0">
              <a:latin typeface="Arial" panose="020B0604020202020204" pitchFamily="34" charset="0"/>
            </a:endParaRPr>
          </a:p>
        </p:txBody>
      </p:sp>
      <p:sp>
        <p:nvSpPr>
          <p:cNvPr id="99354" name="Text Box 26">
            <a:extLst>
              <a:ext uri="{FF2B5EF4-FFF2-40B4-BE49-F238E27FC236}">
                <a16:creationId xmlns:a16="http://schemas.microsoft.com/office/drawing/2014/main" id="{960773FE-2BA2-48FC-BCFB-4FF137B4B53D}"/>
              </a:ext>
            </a:extLst>
          </p:cNvPr>
          <p:cNvSpPr txBox="1">
            <a:spLocks noChangeArrowheads="1"/>
          </p:cNvSpPr>
          <p:nvPr/>
        </p:nvSpPr>
        <p:spPr bwMode="auto">
          <a:xfrm>
            <a:off x="3733801" y="5584826"/>
            <a:ext cx="4073525" cy="1200329"/>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a:spAutoFit/>
          </a:bodyPr>
          <a:lstStyle/>
          <a:p>
            <a:r>
              <a:rPr lang="es-MX" altLang="es-MX" dirty="0">
                <a:latin typeface="Verdana" panose="020B0604030504040204" pitchFamily="34" charset="0"/>
              </a:rPr>
              <a:t>Cálculo de Valor del Factor de Ajuste (VAF)</a:t>
            </a:r>
          </a:p>
          <a:p>
            <a:r>
              <a:rPr lang="es-MX" altLang="es-MX" dirty="0">
                <a:latin typeface="Verdana" panose="020B0604030504040204" pitchFamily="34" charset="0"/>
              </a:rPr>
              <a:t>         (       x .01) + .65=        </a:t>
            </a:r>
          </a:p>
          <a:p>
            <a:r>
              <a:rPr lang="es-MX" altLang="es-MX" dirty="0">
                <a:latin typeface="Verdana" panose="020B0604030504040204" pitchFamily="34" charset="0"/>
              </a:rPr>
              <a:t>           TDI                      VAF</a:t>
            </a:r>
            <a:endParaRPr lang="es-ES" altLang="es-MX" dirty="0">
              <a:latin typeface="Verdana" panose="020B0604030504040204" pitchFamily="34" charset="0"/>
            </a:endParaRPr>
          </a:p>
        </p:txBody>
      </p:sp>
      <p:sp>
        <p:nvSpPr>
          <p:cNvPr id="99355" name="Line 27">
            <a:extLst>
              <a:ext uri="{FF2B5EF4-FFF2-40B4-BE49-F238E27FC236}">
                <a16:creationId xmlns:a16="http://schemas.microsoft.com/office/drawing/2014/main" id="{1A16A2ED-250E-4A4D-A3BA-E6E161F39549}"/>
              </a:ext>
            </a:extLst>
          </p:cNvPr>
          <p:cNvSpPr>
            <a:spLocks noChangeShapeType="1"/>
          </p:cNvSpPr>
          <p:nvPr/>
        </p:nvSpPr>
        <p:spPr bwMode="auto">
          <a:xfrm>
            <a:off x="4419600" y="6248400"/>
            <a:ext cx="457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dirty="0"/>
          </a:p>
        </p:txBody>
      </p:sp>
      <p:sp>
        <p:nvSpPr>
          <p:cNvPr id="99356" name="Line 28">
            <a:extLst>
              <a:ext uri="{FF2B5EF4-FFF2-40B4-BE49-F238E27FC236}">
                <a16:creationId xmlns:a16="http://schemas.microsoft.com/office/drawing/2014/main" id="{52042617-540A-439B-82EA-5BA637A5E86D}"/>
              </a:ext>
            </a:extLst>
          </p:cNvPr>
          <p:cNvSpPr>
            <a:spLocks noChangeShapeType="1"/>
          </p:cNvSpPr>
          <p:nvPr/>
        </p:nvSpPr>
        <p:spPr bwMode="auto">
          <a:xfrm>
            <a:off x="6096000" y="6248400"/>
            <a:ext cx="457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dirty="0"/>
          </a:p>
        </p:txBody>
      </p:sp>
      <p:graphicFrame>
        <p:nvGraphicFramePr>
          <p:cNvPr id="99534" name="Group 206">
            <a:extLst>
              <a:ext uri="{FF2B5EF4-FFF2-40B4-BE49-F238E27FC236}">
                <a16:creationId xmlns:a16="http://schemas.microsoft.com/office/drawing/2014/main" id="{C715977A-FC31-4119-9C7A-460683964A20}"/>
              </a:ext>
            </a:extLst>
          </p:cNvPr>
          <p:cNvGraphicFramePr>
            <a:graphicFrameLocks noGrp="1"/>
          </p:cNvGraphicFramePr>
          <p:nvPr/>
        </p:nvGraphicFramePr>
        <p:xfrm>
          <a:off x="2057400" y="2514601"/>
          <a:ext cx="7696200" cy="2960691"/>
        </p:xfrm>
        <a:graphic>
          <a:graphicData uri="http://schemas.openxmlformats.org/drawingml/2006/table">
            <a:tbl>
              <a:tblPr/>
              <a:tblGrid>
                <a:gridCol w="2835275">
                  <a:extLst>
                    <a:ext uri="{9D8B030D-6E8A-4147-A177-3AD203B41FA5}">
                      <a16:colId xmlns:a16="http://schemas.microsoft.com/office/drawing/2014/main" val="2438759835"/>
                    </a:ext>
                  </a:extLst>
                </a:gridCol>
                <a:gridCol w="669925">
                  <a:extLst>
                    <a:ext uri="{9D8B030D-6E8A-4147-A177-3AD203B41FA5}">
                      <a16:colId xmlns:a16="http://schemas.microsoft.com/office/drawing/2014/main" val="3924275406"/>
                    </a:ext>
                  </a:extLst>
                </a:gridCol>
                <a:gridCol w="3429000">
                  <a:extLst>
                    <a:ext uri="{9D8B030D-6E8A-4147-A177-3AD203B41FA5}">
                      <a16:colId xmlns:a16="http://schemas.microsoft.com/office/drawing/2014/main" val="2404092706"/>
                    </a:ext>
                  </a:extLst>
                </a:gridCol>
                <a:gridCol w="762000">
                  <a:extLst>
                    <a:ext uri="{9D8B030D-6E8A-4147-A177-3AD203B41FA5}">
                      <a16:colId xmlns:a16="http://schemas.microsoft.com/office/drawing/2014/main" val="889369240"/>
                    </a:ext>
                  </a:extLst>
                </a:gridCol>
              </a:tblGrid>
              <a:tr h="157163">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MX" altLang="es-MX" sz="1400" b="0" i="0" u="none" strike="noStrike" cap="none" normalizeH="0" baseline="0" dirty="0">
                          <a:ln>
                            <a:noFill/>
                          </a:ln>
                          <a:solidFill>
                            <a:schemeClr val="tx1"/>
                          </a:solidFill>
                          <a:effectLst/>
                          <a:latin typeface="Arial" panose="020B0604020202020204" pitchFamily="34" charset="0"/>
                        </a:rPr>
                        <a:t>Comunicación de Datos </a:t>
                      </a:r>
                      <a:endParaRPr kumimoji="0" lang="es-ES" altLang="es-MX" sz="1400" b="0" i="0" u="none" strike="noStrike" cap="none" normalizeH="0" baseline="0" dirty="0">
                        <a:ln>
                          <a:noFill/>
                        </a:ln>
                        <a:solidFill>
                          <a:srgbClr val="4D4D4D"/>
                        </a:solidFill>
                        <a:effectLst/>
                        <a:latin typeface="Arial" panose="020B0604020202020204" pitchFamily="34" charset="0"/>
                      </a:endParaRPr>
                    </a:p>
                  </a:txBody>
                  <a:tcPr horzOverflow="overflow">
                    <a:lnL cap="flat">
                      <a:noFill/>
                    </a:lnL>
                    <a:lnR>
                      <a:noFill/>
                    </a:lnR>
                    <a:lnT cap="flat">
                      <a:noFill/>
                    </a:lnT>
                    <a:lnB>
                      <a:noFill/>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tabLst/>
                      </a:pPr>
                      <a:endParaRPr kumimoji="0" lang="es-MX" altLang="es-MX" sz="1400" b="0" i="0" u="none" strike="noStrike" cap="none" normalizeH="0" baseline="0" dirty="0">
                        <a:ln>
                          <a:noFill/>
                        </a:ln>
                        <a:solidFill>
                          <a:srgbClr val="4D4D4D"/>
                        </a:solidFill>
                        <a:effectLst/>
                        <a:latin typeface="Arial" panose="020B0604020202020204" pitchFamily="34" charset="0"/>
                      </a:endParaRPr>
                    </a:p>
                  </a:txBody>
                  <a:tcPr horzOverflow="overflow">
                    <a:lnL>
                      <a:noFill/>
                    </a:lnL>
                    <a:lnR>
                      <a:noFill/>
                    </a:lnR>
                    <a:lnT cap="flat">
                      <a:noFill/>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MX" altLang="es-MX" sz="1400" b="0" i="0" u="none" strike="noStrike" cap="none" normalizeH="0" baseline="0" dirty="0">
                          <a:ln>
                            <a:noFill/>
                          </a:ln>
                          <a:solidFill>
                            <a:schemeClr val="tx1"/>
                          </a:solidFill>
                          <a:effectLst/>
                          <a:latin typeface="Arial" panose="020B0604020202020204" pitchFamily="34" charset="0"/>
                        </a:rPr>
                        <a:t> Actualización en línea </a:t>
                      </a:r>
                      <a:endParaRPr kumimoji="0" lang="es-ES" altLang="es-MX" sz="1400" b="0" i="0" u="none" strike="noStrike" cap="none" normalizeH="0" baseline="0" dirty="0">
                        <a:ln>
                          <a:noFill/>
                        </a:ln>
                        <a:solidFill>
                          <a:srgbClr val="4D4D4D"/>
                        </a:solidFill>
                        <a:effectLst/>
                        <a:latin typeface="Arial" panose="020B0604020202020204" pitchFamily="34" charset="0"/>
                      </a:endParaRPr>
                    </a:p>
                  </a:txBody>
                  <a:tcPr horzOverflow="overflow">
                    <a:lnL>
                      <a:noFill/>
                    </a:lnL>
                    <a:lnR>
                      <a:noFill/>
                    </a:lnR>
                    <a:lnT cap="flat">
                      <a:noFill/>
                    </a:lnT>
                    <a:lnB>
                      <a:noFill/>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tabLst/>
                      </a:pPr>
                      <a:endParaRPr kumimoji="0" lang="es-MX" altLang="es-MX" sz="1400" b="0" i="0" u="none" strike="noStrike" cap="none" normalizeH="0" baseline="0" dirty="0">
                        <a:ln>
                          <a:noFill/>
                        </a:ln>
                        <a:solidFill>
                          <a:srgbClr val="4D4D4D"/>
                        </a:solidFill>
                        <a:effectLst/>
                        <a:latin typeface="Arial" panose="020B0604020202020204" pitchFamily="34" charset="0"/>
                      </a:endParaRPr>
                    </a:p>
                  </a:txBody>
                  <a:tcPr horzOverflow="overflow">
                    <a:lnL>
                      <a:noFill/>
                    </a:lnL>
                    <a:lnR cap="flat">
                      <a:noFill/>
                    </a:lnR>
                    <a:lnT cap="flat">
                      <a:noFill/>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028697571"/>
                  </a:ext>
                </a:extLst>
              </a:tr>
              <a:tr h="379413">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MX" altLang="es-MX" sz="1400" b="0" i="0" u="none" strike="noStrike" cap="none" normalizeH="0" baseline="0" dirty="0">
                          <a:ln>
                            <a:noFill/>
                          </a:ln>
                          <a:solidFill>
                            <a:schemeClr val="tx1"/>
                          </a:solidFill>
                          <a:effectLst/>
                          <a:latin typeface="Arial" panose="020B0604020202020204" pitchFamily="34" charset="0"/>
                        </a:rPr>
                        <a:t>Proceso de distbución de datos</a:t>
                      </a:r>
                      <a:endParaRPr kumimoji="0" lang="es-ES" altLang="es-MX" sz="1400" b="0" i="0" u="none" strike="noStrike" cap="none" normalizeH="0" baseline="0" dirty="0">
                        <a:ln>
                          <a:noFill/>
                        </a:ln>
                        <a:solidFill>
                          <a:srgbClr val="4D4D4D"/>
                        </a:solidFill>
                        <a:effectLst/>
                        <a:latin typeface="Arial" panose="020B0604020202020204" pitchFamily="34" charset="0"/>
                      </a:endParaRPr>
                    </a:p>
                  </a:txBody>
                  <a:tcPr horzOverflow="overflow">
                    <a:lnL cap="flat">
                      <a:noFill/>
                    </a:lnL>
                    <a:lnR>
                      <a:noFill/>
                    </a:lnR>
                    <a:lnT>
                      <a:noFill/>
                    </a:lnT>
                    <a:lnB>
                      <a:noFill/>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tabLst/>
                      </a:pPr>
                      <a:endParaRPr kumimoji="0" lang="es-MX" altLang="es-MX" sz="1400" b="0" i="0" u="none" strike="noStrike" cap="none" normalizeH="0" baseline="0" dirty="0">
                        <a:ln>
                          <a:noFill/>
                        </a:ln>
                        <a:solidFill>
                          <a:srgbClr val="4D4D4D"/>
                        </a:solidFill>
                        <a:effectLst/>
                        <a:latin typeface="Arial" panose="020B0604020202020204" pitchFamily="34" charset="0"/>
                      </a:endParaRP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MX" altLang="es-MX" sz="1400" b="0" i="0" u="none" strike="noStrike" cap="none" normalizeH="0" baseline="0" dirty="0">
                          <a:ln>
                            <a:noFill/>
                          </a:ln>
                          <a:solidFill>
                            <a:schemeClr val="tx1"/>
                          </a:solidFill>
                          <a:effectLst/>
                          <a:latin typeface="Arial" panose="020B0604020202020204" pitchFamily="34" charset="0"/>
                        </a:rPr>
                        <a:t>Complejidad del proceso </a:t>
                      </a:r>
                      <a:endParaRPr kumimoji="0" lang="es-ES" altLang="es-MX" sz="1400" b="0" i="0" u="none" strike="noStrike" cap="none" normalizeH="0" baseline="0" dirty="0">
                        <a:ln>
                          <a:noFill/>
                        </a:ln>
                        <a:solidFill>
                          <a:srgbClr val="4D4D4D"/>
                        </a:solidFill>
                        <a:effectLst/>
                        <a:latin typeface="Arial" panose="020B0604020202020204" pitchFamily="34" charset="0"/>
                      </a:endParaRPr>
                    </a:p>
                  </a:txBody>
                  <a:tcPr horzOverflow="overflow">
                    <a:lnL>
                      <a:noFill/>
                    </a:lnL>
                    <a:lnR>
                      <a:noFill/>
                    </a:lnR>
                    <a:lnT>
                      <a:noFill/>
                    </a:lnT>
                    <a:lnB>
                      <a:noFill/>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tabLst/>
                      </a:pPr>
                      <a:endParaRPr kumimoji="0" lang="es-MX" altLang="es-MX" sz="1400" b="0" i="0" u="none" strike="noStrike" cap="none" normalizeH="0" baseline="0" dirty="0">
                        <a:ln>
                          <a:noFill/>
                        </a:ln>
                        <a:solidFill>
                          <a:srgbClr val="4D4D4D"/>
                        </a:solidFill>
                        <a:effectLst/>
                        <a:latin typeface="Arial" panose="020B0604020202020204" pitchFamily="34" charset="0"/>
                      </a:endParaRPr>
                    </a:p>
                  </a:txBody>
                  <a:tcPr horzOverflow="overflow">
                    <a:lnL>
                      <a:noFill/>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008793450"/>
                  </a:ext>
                </a:extLst>
              </a:tr>
              <a:tr h="379413">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MX" altLang="es-MX" sz="1400" b="0" i="0" u="none" strike="noStrike" cap="none" normalizeH="0" baseline="0" dirty="0">
                          <a:ln>
                            <a:noFill/>
                          </a:ln>
                          <a:solidFill>
                            <a:schemeClr val="tx1"/>
                          </a:solidFill>
                          <a:effectLst/>
                          <a:latin typeface="Arial" panose="020B0604020202020204" pitchFamily="34" charset="0"/>
                        </a:rPr>
                        <a:t>Performance</a:t>
                      </a:r>
                      <a:endParaRPr kumimoji="0" lang="es-ES" altLang="es-MX" sz="1400" b="0" i="0" u="none" strike="noStrike" cap="none" normalizeH="0" baseline="0" dirty="0">
                        <a:ln>
                          <a:noFill/>
                        </a:ln>
                        <a:solidFill>
                          <a:srgbClr val="4D4D4D"/>
                        </a:solidFill>
                        <a:effectLst/>
                        <a:latin typeface="Arial" panose="020B0604020202020204" pitchFamily="34" charset="0"/>
                      </a:endParaRPr>
                    </a:p>
                  </a:txBody>
                  <a:tcPr horzOverflow="overflow">
                    <a:lnL cap="flat">
                      <a:noFill/>
                    </a:lnL>
                    <a:lnR>
                      <a:noFill/>
                    </a:lnR>
                    <a:lnT>
                      <a:noFill/>
                    </a:lnT>
                    <a:lnB>
                      <a:noFill/>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tabLst/>
                      </a:pPr>
                      <a:endParaRPr kumimoji="0" lang="es-MX" altLang="es-MX" sz="1400" b="0" i="0" u="none" strike="noStrike" cap="none" normalizeH="0" baseline="0" dirty="0">
                        <a:ln>
                          <a:noFill/>
                        </a:ln>
                        <a:solidFill>
                          <a:srgbClr val="4D4D4D"/>
                        </a:solidFill>
                        <a:effectLst/>
                        <a:latin typeface="Arial" panose="020B0604020202020204" pitchFamily="34" charset="0"/>
                      </a:endParaRP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tabLst/>
                      </a:pPr>
                      <a:r>
                        <a:rPr kumimoji="0" lang="es-MX" altLang="es-MX" sz="1400" b="0" i="0" u="none" strike="noStrike" cap="none" normalizeH="0" baseline="0" dirty="0">
                          <a:ln>
                            <a:noFill/>
                          </a:ln>
                          <a:solidFill>
                            <a:schemeClr val="tx1"/>
                          </a:solidFill>
                          <a:effectLst/>
                          <a:latin typeface="Arial" panose="020B0604020202020204" pitchFamily="34" charset="0"/>
                        </a:rPr>
                        <a:t>Reutilización</a:t>
                      </a:r>
                      <a:endParaRPr kumimoji="0" lang="es-ES" altLang="es-MX" sz="1400" b="0" i="0" u="none" strike="noStrike" cap="none" normalizeH="0" baseline="0" dirty="0">
                        <a:ln>
                          <a:noFill/>
                        </a:ln>
                        <a:solidFill>
                          <a:schemeClr val="tx1"/>
                        </a:solidFill>
                        <a:effectLst/>
                        <a:latin typeface="Arial" panose="020B0604020202020204" pitchFamily="34" charset="0"/>
                      </a:endParaRPr>
                    </a:p>
                  </a:txBody>
                  <a:tcPr horzOverflow="overflow">
                    <a:lnL>
                      <a:noFill/>
                    </a:lnL>
                    <a:lnR>
                      <a:noFill/>
                    </a:lnR>
                    <a:lnT>
                      <a:noFill/>
                    </a:lnT>
                    <a:lnB>
                      <a:noFill/>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tabLst/>
                      </a:pPr>
                      <a:endParaRPr kumimoji="0" lang="es-MX" altLang="es-MX" sz="1400" b="0" i="0" u="none" strike="noStrike" cap="none" normalizeH="0" baseline="0" dirty="0">
                        <a:ln>
                          <a:noFill/>
                        </a:ln>
                        <a:solidFill>
                          <a:srgbClr val="4D4D4D"/>
                        </a:solidFill>
                        <a:effectLst/>
                        <a:latin typeface="Arial" panose="020B0604020202020204" pitchFamily="34" charset="0"/>
                      </a:endParaRPr>
                    </a:p>
                  </a:txBody>
                  <a:tcPr horzOverflow="overflow">
                    <a:lnL>
                      <a:noFill/>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809374640"/>
                  </a:ext>
                </a:extLst>
              </a:tr>
              <a:tr h="379413">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MX" altLang="es-MX" sz="1400" b="0" i="0" u="none" strike="noStrike" cap="none" normalizeH="0" baseline="0" dirty="0">
                          <a:ln>
                            <a:noFill/>
                          </a:ln>
                          <a:solidFill>
                            <a:schemeClr val="tx1"/>
                          </a:solidFill>
                          <a:effectLst/>
                          <a:latin typeface="Arial" panose="020B0604020202020204" pitchFamily="34" charset="0"/>
                        </a:rPr>
                        <a:t>Alto uso de Configuración</a:t>
                      </a:r>
                      <a:endParaRPr kumimoji="0" lang="es-ES" altLang="es-MX" sz="1400" b="0" i="0" u="none" strike="noStrike" cap="none" normalizeH="0" baseline="0" dirty="0">
                        <a:ln>
                          <a:noFill/>
                        </a:ln>
                        <a:solidFill>
                          <a:srgbClr val="4D4D4D"/>
                        </a:solidFill>
                        <a:effectLst/>
                        <a:latin typeface="Arial" panose="020B0604020202020204" pitchFamily="34" charset="0"/>
                      </a:endParaRPr>
                    </a:p>
                  </a:txBody>
                  <a:tcPr horzOverflow="overflow">
                    <a:lnL cap="flat">
                      <a:noFill/>
                    </a:lnL>
                    <a:lnR>
                      <a:noFill/>
                    </a:lnR>
                    <a:lnT>
                      <a:noFill/>
                    </a:lnT>
                    <a:lnB>
                      <a:noFill/>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tabLst/>
                      </a:pPr>
                      <a:endParaRPr kumimoji="0" lang="es-MX" altLang="es-MX" sz="1400" b="0" i="0" u="none" strike="noStrike" cap="none" normalizeH="0" baseline="0" dirty="0">
                        <a:ln>
                          <a:noFill/>
                        </a:ln>
                        <a:solidFill>
                          <a:srgbClr val="4D4D4D"/>
                        </a:solidFill>
                        <a:effectLst/>
                        <a:latin typeface="Arial" panose="020B0604020202020204" pitchFamily="34" charset="0"/>
                      </a:endParaRP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MX" altLang="es-MX" sz="1400" b="0" i="0" u="none" strike="noStrike" cap="none" normalizeH="0" baseline="0" dirty="0">
                          <a:ln>
                            <a:noFill/>
                          </a:ln>
                          <a:solidFill>
                            <a:schemeClr val="tx1"/>
                          </a:solidFill>
                          <a:effectLst/>
                          <a:latin typeface="Arial" panose="020B0604020202020204" pitchFamily="34" charset="0"/>
                        </a:rPr>
                        <a:t>Facilidad de Instalación</a:t>
                      </a:r>
                      <a:endParaRPr kumimoji="0" lang="es-ES" altLang="es-MX" sz="1400" b="0" i="0" u="none" strike="noStrike" cap="none" normalizeH="0" baseline="0" dirty="0">
                        <a:ln>
                          <a:noFill/>
                        </a:ln>
                        <a:solidFill>
                          <a:srgbClr val="4D4D4D"/>
                        </a:solidFill>
                        <a:effectLst/>
                        <a:latin typeface="Arial" panose="020B0604020202020204" pitchFamily="34" charset="0"/>
                      </a:endParaRPr>
                    </a:p>
                  </a:txBody>
                  <a:tcPr horzOverflow="overflow">
                    <a:lnL>
                      <a:noFill/>
                    </a:lnL>
                    <a:lnR>
                      <a:noFill/>
                    </a:lnR>
                    <a:lnT>
                      <a:noFill/>
                    </a:lnT>
                    <a:lnB>
                      <a:noFill/>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tabLst/>
                      </a:pPr>
                      <a:endParaRPr kumimoji="0" lang="es-MX" altLang="es-MX" sz="1400" b="0" i="0" u="none" strike="noStrike" cap="none" normalizeH="0" baseline="0" dirty="0">
                        <a:ln>
                          <a:noFill/>
                        </a:ln>
                        <a:solidFill>
                          <a:srgbClr val="4D4D4D"/>
                        </a:solidFill>
                        <a:effectLst/>
                        <a:latin typeface="Arial" panose="020B0604020202020204" pitchFamily="34" charset="0"/>
                      </a:endParaRPr>
                    </a:p>
                  </a:txBody>
                  <a:tcPr horzOverflow="overflow">
                    <a:lnL>
                      <a:noFill/>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890767605"/>
                  </a:ext>
                </a:extLst>
              </a:tr>
              <a:tr h="379413">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MX" altLang="es-MX" sz="1400" b="0" i="0" u="none" strike="noStrike" cap="none" normalizeH="0" baseline="0" dirty="0">
                          <a:ln>
                            <a:noFill/>
                          </a:ln>
                          <a:solidFill>
                            <a:schemeClr val="tx1"/>
                          </a:solidFill>
                          <a:effectLst/>
                          <a:latin typeface="Arial" panose="020B0604020202020204" pitchFamily="34" charset="0"/>
                        </a:rPr>
                        <a:t>Indice de Transacción</a:t>
                      </a:r>
                      <a:endParaRPr kumimoji="0" lang="es-ES" altLang="es-MX" sz="1400" b="0" i="0" u="none" strike="noStrike" cap="none" normalizeH="0" baseline="0" dirty="0">
                        <a:ln>
                          <a:noFill/>
                        </a:ln>
                        <a:solidFill>
                          <a:srgbClr val="4D4D4D"/>
                        </a:solidFill>
                        <a:effectLst/>
                        <a:latin typeface="Arial" panose="020B0604020202020204" pitchFamily="34" charset="0"/>
                      </a:endParaRPr>
                    </a:p>
                  </a:txBody>
                  <a:tcPr horzOverflow="overflow">
                    <a:lnL cap="flat">
                      <a:noFill/>
                    </a:lnL>
                    <a:lnR>
                      <a:noFill/>
                    </a:lnR>
                    <a:lnT>
                      <a:noFill/>
                    </a:lnT>
                    <a:lnB>
                      <a:noFill/>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tabLst/>
                      </a:pPr>
                      <a:endParaRPr kumimoji="0" lang="es-MX" altLang="es-MX" sz="1400" b="0" i="0" u="none" strike="noStrike" cap="none" normalizeH="0" baseline="0" dirty="0">
                        <a:ln>
                          <a:noFill/>
                        </a:ln>
                        <a:solidFill>
                          <a:srgbClr val="4D4D4D"/>
                        </a:solidFill>
                        <a:effectLst/>
                        <a:latin typeface="Arial" panose="020B0604020202020204" pitchFamily="34" charset="0"/>
                      </a:endParaRP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MX" altLang="es-MX" sz="1400" b="0" i="0" u="none" strike="noStrike" cap="none" normalizeH="0" baseline="0" dirty="0">
                          <a:ln>
                            <a:noFill/>
                          </a:ln>
                          <a:solidFill>
                            <a:schemeClr val="tx1"/>
                          </a:solidFill>
                          <a:effectLst/>
                          <a:latin typeface="Arial" panose="020B0604020202020204" pitchFamily="34" charset="0"/>
                        </a:rPr>
                        <a:t>Facilidad operacional</a:t>
                      </a:r>
                      <a:endParaRPr kumimoji="0" lang="es-ES" altLang="es-MX" sz="1400" b="0" i="0" u="none" strike="noStrike" cap="none" normalizeH="0" baseline="0" dirty="0">
                        <a:ln>
                          <a:noFill/>
                        </a:ln>
                        <a:solidFill>
                          <a:srgbClr val="4D4D4D"/>
                        </a:solidFill>
                        <a:effectLst/>
                        <a:latin typeface="Arial" panose="020B0604020202020204" pitchFamily="34" charset="0"/>
                      </a:endParaRPr>
                    </a:p>
                  </a:txBody>
                  <a:tcPr horzOverflow="overflow">
                    <a:lnL>
                      <a:noFill/>
                    </a:lnL>
                    <a:lnR>
                      <a:noFill/>
                    </a:lnR>
                    <a:lnT>
                      <a:noFill/>
                    </a:lnT>
                    <a:lnB>
                      <a:noFill/>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tabLst/>
                      </a:pPr>
                      <a:endParaRPr kumimoji="0" lang="es-MX" altLang="es-MX" sz="1400" b="0" i="0" u="none" strike="noStrike" cap="none" normalizeH="0" baseline="0" dirty="0">
                        <a:ln>
                          <a:noFill/>
                        </a:ln>
                        <a:solidFill>
                          <a:srgbClr val="4D4D4D"/>
                        </a:solidFill>
                        <a:effectLst/>
                        <a:latin typeface="Arial" panose="020B0604020202020204" pitchFamily="34" charset="0"/>
                      </a:endParaRPr>
                    </a:p>
                  </a:txBody>
                  <a:tcPr horzOverflow="overflow">
                    <a:lnL>
                      <a:noFill/>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4165457823"/>
                  </a:ext>
                </a:extLst>
              </a:tr>
              <a:tr h="379413">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MX" altLang="es-MX" sz="1400" b="0" i="0" u="none" strike="noStrike" cap="none" normalizeH="0" baseline="0" dirty="0">
                          <a:ln>
                            <a:noFill/>
                          </a:ln>
                          <a:solidFill>
                            <a:schemeClr val="tx1"/>
                          </a:solidFill>
                          <a:effectLst/>
                          <a:latin typeface="Arial" panose="020B0604020202020204" pitchFamily="34" charset="0"/>
                        </a:rPr>
                        <a:t>Entrada de datos en línea</a:t>
                      </a:r>
                      <a:endParaRPr kumimoji="0" lang="es-ES" altLang="es-MX" sz="1400" b="0" i="0" u="none" strike="noStrike" cap="none" normalizeH="0" baseline="0" dirty="0">
                        <a:ln>
                          <a:noFill/>
                        </a:ln>
                        <a:solidFill>
                          <a:srgbClr val="4D4D4D"/>
                        </a:solidFill>
                        <a:effectLst/>
                        <a:latin typeface="Arial" panose="020B0604020202020204" pitchFamily="34" charset="0"/>
                      </a:endParaRPr>
                    </a:p>
                  </a:txBody>
                  <a:tcPr horzOverflow="overflow">
                    <a:lnL cap="flat">
                      <a:noFill/>
                    </a:lnL>
                    <a:lnR>
                      <a:noFill/>
                    </a:lnR>
                    <a:lnT>
                      <a:noFill/>
                    </a:lnT>
                    <a:lnB>
                      <a:noFill/>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tabLst/>
                      </a:pPr>
                      <a:endParaRPr kumimoji="0" lang="es-MX" altLang="es-MX" sz="1400" b="0" i="0" u="none" strike="noStrike" cap="none" normalizeH="0" baseline="0" dirty="0">
                        <a:ln>
                          <a:noFill/>
                        </a:ln>
                        <a:solidFill>
                          <a:srgbClr val="4D4D4D"/>
                        </a:solidFill>
                        <a:effectLst/>
                        <a:latin typeface="Arial" panose="020B0604020202020204" pitchFamily="34" charset="0"/>
                      </a:endParaRP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MX" altLang="es-MX" sz="1400" b="0" i="0" u="none" strike="noStrike" cap="none" normalizeH="0" baseline="0" dirty="0">
                          <a:ln>
                            <a:noFill/>
                          </a:ln>
                          <a:solidFill>
                            <a:schemeClr val="tx1"/>
                          </a:solidFill>
                          <a:effectLst/>
                          <a:latin typeface="Arial" panose="020B0604020202020204" pitchFamily="34" charset="0"/>
                        </a:rPr>
                        <a:t>Sitio Múltiple</a:t>
                      </a:r>
                      <a:endParaRPr kumimoji="0" lang="es-ES" altLang="es-MX" sz="1400" b="0" i="0" u="none" strike="noStrike" cap="none" normalizeH="0" baseline="0" dirty="0">
                        <a:ln>
                          <a:noFill/>
                        </a:ln>
                        <a:solidFill>
                          <a:srgbClr val="4D4D4D"/>
                        </a:solidFill>
                        <a:effectLst/>
                        <a:latin typeface="Arial" panose="020B0604020202020204" pitchFamily="34" charset="0"/>
                      </a:endParaRPr>
                    </a:p>
                  </a:txBody>
                  <a:tcPr horzOverflow="overflow">
                    <a:lnL>
                      <a:noFill/>
                    </a:lnL>
                    <a:lnR>
                      <a:noFill/>
                    </a:lnR>
                    <a:lnT>
                      <a:noFill/>
                    </a:lnT>
                    <a:lnB>
                      <a:noFill/>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tabLst/>
                      </a:pPr>
                      <a:endParaRPr kumimoji="0" lang="es-MX" altLang="es-MX" sz="1400" b="0" i="0" u="none" strike="noStrike" cap="none" normalizeH="0" baseline="0" dirty="0">
                        <a:ln>
                          <a:noFill/>
                        </a:ln>
                        <a:solidFill>
                          <a:srgbClr val="4D4D4D"/>
                        </a:solidFill>
                        <a:effectLst/>
                        <a:latin typeface="Arial" panose="020B0604020202020204" pitchFamily="34" charset="0"/>
                      </a:endParaRPr>
                    </a:p>
                  </a:txBody>
                  <a:tcPr horzOverflow="overflow">
                    <a:lnL>
                      <a:noFill/>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981994127"/>
                  </a:ext>
                </a:extLst>
              </a:tr>
              <a:tr h="379413">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MX" altLang="es-MX" sz="1400" b="0" i="0" u="none" strike="noStrike" cap="none" normalizeH="0" baseline="0" dirty="0">
                          <a:ln>
                            <a:noFill/>
                          </a:ln>
                          <a:solidFill>
                            <a:schemeClr val="tx1"/>
                          </a:solidFill>
                          <a:effectLst/>
                          <a:latin typeface="Arial" panose="020B0604020202020204" pitchFamily="34" charset="0"/>
                        </a:rPr>
                        <a:t>Eficiencia del usuario final</a:t>
                      </a:r>
                      <a:endParaRPr kumimoji="0" lang="es-ES" altLang="es-MX" sz="1400" b="0" i="0" u="none" strike="noStrike" cap="none" normalizeH="0" baseline="0" dirty="0">
                        <a:ln>
                          <a:noFill/>
                        </a:ln>
                        <a:solidFill>
                          <a:srgbClr val="4D4D4D"/>
                        </a:solidFill>
                        <a:effectLst/>
                        <a:latin typeface="Arial" panose="020B0604020202020204" pitchFamily="34" charset="0"/>
                      </a:endParaRPr>
                    </a:p>
                  </a:txBody>
                  <a:tcPr horzOverflow="overflow">
                    <a:lnL cap="flat">
                      <a:noFill/>
                    </a:lnL>
                    <a:lnR>
                      <a:noFill/>
                    </a:lnR>
                    <a:lnT>
                      <a:noFill/>
                    </a:lnT>
                    <a:lnB>
                      <a:noFill/>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tabLst/>
                      </a:pPr>
                      <a:endParaRPr kumimoji="0" lang="es-MX" altLang="es-MX" sz="1400" b="0" i="0" u="none" strike="noStrike" cap="none" normalizeH="0" baseline="0" dirty="0">
                        <a:ln>
                          <a:noFill/>
                        </a:ln>
                        <a:solidFill>
                          <a:srgbClr val="4D4D4D"/>
                        </a:solidFill>
                        <a:effectLst/>
                        <a:latin typeface="Arial" panose="020B0604020202020204" pitchFamily="34" charset="0"/>
                      </a:endParaRP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MX" altLang="es-MX" sz="1400" b="0" i="0" u="none" strike="noStrike" cap="none" normalizeH="0" baseline="0" dirty="0">
                          <a:ln>
                            <a:noFill/>
                          </a:ln>
                          <a:solidFill>
                            <a:schemeClr val="tx1"/>
                          </a:solidFill>
                          <a:effectLst/>
                          <a:latin typeface="Arial" panose="020B0604020202020204" pitchFamily="34" charset="0"/>
                        </a:rPr>
                        <a:t>Facilidad del cambio</a:t>
                      </a:r>
                      <a:endParaRPr kumimoji="0" lang="es-ES" altLang="es-MX" sz="1400" b="0" i="0" u="none" strike="noStrike" cap="none" normalizeH="0" baseline="0" dirty="0">
                        <a:ln>
                          <a:noFill/>
                        </a:ln>
                        <a:solidFill>
                          <a:srgbClr val="4D4D4D"/>
                        </a:solidFill>
                        <a:effectLst/>
                        <a:latin typeface="Arial" panose="020B0604020202020204" pitchFamily="34" charset="0"/>
                      </a:endParaRPr>
                    </a:p>
                  </a:txBody>
                  <a:tcPr horzOverflow="overflow">
                    <a:lnL>
                      <a:noFill/>
                    </a:lnL>
                    <a:lnR>
                      <a:noFill/>
                    </a:lnR>
                    <a:lnT>
                      <a:noFill/>
                    </a:lnT>
                    <a:lnB>
                      <a:noFill/>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tabLst/>
                      </a:pPr>
                      <a:endParaRPr kumimoji="0" lang="es-MX" altLang="es-MX" sz="1400" b="0" i="0" u="none" strike="noStrike" cap="none" normalizeH="0" baseline="0" dirty="0">
                        <a:ln>
                          <a:noFill/>
                        </a:ln>
                        <a:solidFill>
                          <a:srgbClr val="4D4D4D"/>
                        </a:solidFill>
                        <a:effectLst/>
                        <a:latin typeface="Arial" panose="020B0604020202020204" pitchFamily="34" charset="0"/>
                      </a:endParaRPr>
                    </a:p>
                  </a:txBody>
                  <a:tcPr horzOverflow="overflow">
                    <a:lnL>
                      <a:noFill/>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8393618"/>
                  </a:ext>
                </a:extLst>
              </a:tr>
              <a:tr h="379413">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tabLst/>
                      </a:pPr>
                      <a:endParaRPr kumimoji="0" lang="es-MX" altLang="es-MX" sz="1400" b="0" i="0" u="none" strike="noStrike" cap="none" normalizeH="0" baseline="0" dirty="0">
                        <a:ln>
                          <a:noFill/>
                        </a:ln>
                        <a:solidFill>
                          <a:srgbClr val="4D4D4D"/>
                        </a:solidFill>
                        <a:effectLst/>
                        <a:latin typeface="Arial" panose="020B0604020202020204" pitchFamily="34" charset="0"/>
                      </a:endParaRPr>
                    </a:p>
                  </a:txBody>
                  <a:tcPr horzOverflow="overflow">
                    <a:lnL cap="flat">
                      <a:noFill/>
                    </a:lnL>
                    <a:lnR>
                      <a:noFill/>
                    </a:lnR>
                    <a:lnT>
                      <a:noFill/>
                    </a:lnT>
                    <a:lnB cap="flat">
                      <a:noFill/>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tabLst/>
                      </a:pPr>
                      <a:endParaRPr kumimoji="0" lang="es-MX" altLang="es-MX" sz="1400" b="0" i="0" u="none" strike="noStrike" cap="none" normalizeH="0" baseline="0" dirty="0">
                        <a:ln>
                          <a:noFill/>
                        </a:ln>
                        <a:solidFill>
                          <a:srgbClr val="4D4D4D"/>
                        </a:solidFill>
                        <a:effectLst/>
                        <a:latin typeface="Arial" panose="020B0604020202020204" pitchFamily="34" charset="0"/>
                      </a:endParaRPr>
                    </a:p>
                  </a:txBody>
                  <a:tcPr horzOverflow="overflow">
                    <a:lnL>
                      <a:noFill/>
                    </a:lnL>
                    <a:lnR>
                      <a:noFill/>
                    </a:lnR>
                    <a:lnT w="12700" cap="flat" cmpd="sng" algn="ctr">
                      <a:solidFill>
                        <a:schemeClr val="tx1"/>
                      </a:solidFill>
                      <a:prstDash val="solid"/>
                      <a:miter lim="800000"/>
                      <a:headEnd type="none" w="med" len="med"/>
                      <a:tailEnd type="none" w="med" len="med"/>
                    </a:lnT>
                    <a:lnB cap="flat">
                      <a:noFill/>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MX" altLang="es-MX" sz="1400" b="0" i="0" u="none" strike="noStrike" cap="none" normalizeH="0" baseline="0" dirty="0">
                          <a:ln>
                            <a:noFill/>
                          </a:ln>
                          <a:solidFill>
                            <a:schemeClr val="tx1"/>
                          </a:solidFill>
                          <a:effectLst/>
                          <a:latin typeface="Arial" panose="020B0604020202020204" pitchFamily="34" charset="0"/>
                        </a:rPr>
                        <a:t>Grados de Influencia total (GIT)</a:t>
                      </a:r>
                      <a:endParaRPr kumimoji="0" lang="es-ES" altLang="es-MX" sz="1400" b="0" i="0" u="none" strike="noStrike" cap="none" normalizeH="0" baseline="0" dirty="0">
                        <a:ln>
                          <a:noFill/>
                        </a:ln>
                        <a:solidFill>
                          <a:schemeClr val="tx1"/>
                        </a:solidFill>
                        <a:effectLst/>
                        <a:latin typeface="Arial" panose="020B0604020202020204" pitchFamily="34" charset="0"/>
                      </a:endParaRPr>
                    </a:p>
                  </a:txBody>
                  <a:tcPr horzOverflow="overflow">
                    <a:lnL>
                      <a:noFill/>
                    </a:lnL>
                    <a:lnR>
                      <a:noFill/>
                    </a:lnR>
                    <a:lnT>
                      <a:noFill/>
                    </a:lnT>
                    <a:lnB cap="flat">
                      <a:noFill/>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rgbClr val="4D4D4D"/>
                          </a:solidFill>
                          <a:latin typeface="Arial" panose="020B0604020202020204" pitchFamily="34" charset="0"/>
                        </a:defRPr>
                      </a:lvl1pPr>
                      <a:lvl2pPr marL="571500">
                        <a:spcBef>
                          <a:spcPct val="20000"/>
                        </a:spcBef>
                        <a:buClr>
                          <a:srgbClr val="FFCC66"/>
                        </a:buClr>
                        <a:buSzPct val="75000"/>
                        <a:buFont typeface="Wingdings" panose="05000000000000000000" pitchFamily="2" charset="2"/>
                        <a:defRPr sz="2400">
                          <a:solidFill>
                            <a:srgbClr val="4D4D4D"/>
                          </a:solidFill>
                          <a:latin typeface="Arial" panose="020B0604020202020204" pitchFamily="34" charset="0"/>
                        </a:defRPr>
                      </a:lvl2pPr>
                      <a:lvl3pPr marL="1141413">
                        <a:spcBef>
                          <a:spcPct val="20000"/>
                        </a:spcBef>
                        <a:buClr>
                          <a:srgbClr val="666699"/>
                        </a:buClr>
                        <a:buSzPct val="70000"/>
                        <a:buFont typeface="Wingdings" panose="05000000000000000000" pitchFamily="2" charset="2"/>
                        <a:defRPr sz="2000">
                          <a:solidFill>
                            <a:srgbClr val="4D4D4D"/>
                          </a:solidFill>
                          <a:latin typeface="Arial" panose="020B0604020202020204" pitchFamily="34" charset="0"/>
                        </a:defRPr>
                      </a:lvl3pPr>
                      <a:lvl4pPr marL="1484313">
                        <a:spcBef>
                          <a:spcPct val="20000"/>
                        </a:spcBef>
                        <a:buSzPct val="60000"/>
                        <a:buFont typeface="Wingdings" panose="05000000000000000000" pitchFamily="2" charset="2"/>
                        <a:defRPr>
                          <a:solidFill>
                            <a:srgbClr val="4D4D4D"/>
                          </a:solidFill>
                          <a:latin typeface="Arial" panose="020B0604020202020204" pitchFamily="34" charset="0"/>
                        </a:defRPr>
                      </a:lvl4pPr>
                      <a:lvl5pPr>
                        <a:spcBef>
                          <a:spcPct val="20000"/>
                        </a:spcBef>
                        <a:buClr>
                          <a:schemeClr val="hlink"/>
                        </a:buClr>
                        <a:buSzPct val="55000"/>
                        <a:buFont typeface="Wingdings" panose="05000000000000000000" pitchFamily="2" charset="2"/>
                        <a:defRPr>
                          <a:solidFill>
                            <a:srgbClr val="4D4D4D"/>
                          </a:solidFill>
                          <a:latin typeface="Arial" panose="020B0604020202020204" pitchFamily="34" charset="0"/>
                        </a:defRPr>
                      </a:lvl5pPr>
                      <a:lvl6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6pPr>
                      <a:lvl7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7pPr>
                      <a:lvl8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8pPr>
                      <a:lvl9pPr fontAlgn="base">
                        <a:spcBef>
                          <a:spcPct val="20000"/>
                        </a:spcBef>
                        <a:spcAft>
                          <a:spcPct val="0"/>
                        </a:spcAft>
                        <a:buClr>
                          <a:schemeClr val="hlink"/>
                        </a:buClr>
                        <a:buSzPct val="55000"/>
                        <a:buFont typeface="Wingdings" panose="05000000000000000000" pitchFamily="2" charset="2"/>
                        <a:defRPr>
                          <a:solidFill>
                            <a:srgbClr val="4D4D4D"/>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tabLst/>
                      </a:pPr>
                      <a:endParaRPr kumimoji="0" lang="es-MX" altLang="es-MX" sz="1400" b="0" i="0" u="none" strike="noStrike" cap="none" normalizeH="0" baseline="0" dirty="0">
                        <a:ln>
                          <a:noFill/>
                        </a:ln>
                        <a:solidFill>
                          <a:srgbClr val="4D4D4D"/>
                        </a:solidFill>
                        <a:effectLst/>
                        <a:latin typeface="Arial" panose="020B0604020202020204" pitchFamily="34" charset="0"/>
                      </a:endParaRPr>
                    </a:p>
                  </a:txBody>
                  <a:tcPr horzOverflow="overflow">
                    <a:lnL>
                      <a:noFill/>
                    </a:lnL>
                    <a:lnR cap="flat">
                      <a:noFill/>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455329929"/>
                  </a:ext>
                </a:extLst>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06A9D06A-EB82-40AE-80A5-6875EE0AE59E}"/>
              </a:ext>
            </a:extLst>
          </p:cNvPr>
          <p:cNvSpPr>
            <a:spLocks noGrp="1" noChangeArrowheads="1"/>
          </p:cNvSpPr>
          <p:nvPr>
            <p:ph type="title"/>
          </p:nvPr>
        </p:nvSpPr>
        <p:spPr/>
        <p:txBody>
          <a:bodyPr/>
          <a:lstStyle/>
          <a:p>
            <a:r>
              <a:rPr lang="es-MX" altLang="es-MX" dirty="0"/>
              <a:t>Valor del Factor de Ajuste</a:t>
            </a:r>
          </a:p>
        </p:txBody>
      </p:sp>
      <p:sp>
        <p:nvSpPr>
          <p:cNvPr id="100355" name="Rectangle 3">
            <a:extLst>
              <a:ext uri="{FF2B5EF4-FFF2-40B4-BE49-F238E27FC236}">
                <a16:creationId xmlns:a16="http://schemas.microsoft.com/office/drawing/2014/main" id="{6054A4E7-B000-4E23-B690-17779557052C}"/>
              </a:ext>
            </a:extLst>
          </p:cNvPr>
          <p:cNvSpPr>
            <a:spLocks noGrp="1" noChangeArrowheads="1"/>
          </p:cNvSpPr>
          <p:nvPr>
            <p:ph idx="1"/>
          </p:nvPr>
        </p:nvSpPr>
        <p:spPr/>
        <p:txBody>
          <a:bodyPr/>
          <a:lstStyle/>
          <a:p>
            <a:r>
              <a:rPr lang="es-MX" altLang="es-MX" dirty="0"/>
              <a:t>Calificar las 14 características generales del sistema en una escala del 0-5</a:t>
            </a:r>
          </a:p>
          <a:p>
            <a:r>
              <a:rPr lang="es-MX" altLang="es-MX" dirty="0"/>
              <a:t>Sume las calificaciones y multiplique por .01 para calcular el factor del Grado de Influencia</a:t>
            </a:r>
          </a:p>
          <a:p>
            <a:r>
              <a:rPr lang="es-MX" altLang="es-MX" dirty="0"/>
              <a:t>Sume .65 al factor del grado de influencia para calcular el Valor del Factor de Ajuste.</a:t>
            </a:r>
            <a:endParaRPr lang="es-ES" altLang="es-MX" dirty="0"/>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F79CA91C779E94BAF39074ADA180F65" ma:contentTypeVersion="14" ma:contentTypeDescription="Create a new document." ma:contentTypeScope="" ma:versionID="2ba284a0d3b721bd5ae14b23357d60fd">
  <xsd:schema xmlns:xsd="http://www.w3.org/2001/XMLSchema" xmlns:xs="http://www.w3.org/2001/XMLSchema" xmlns:p="http://schemas.microsoft.com/office/2006/metadata/properties" xmlns:ns2="f1020bcf-9500-4749-8c84-b23cf1385772" xmlns:ns3="7a0a35da-276e-4c8e-b365-e7c47df80865" targetNamespace="http://schemas.microsoft.com/office/2006/metadata/properties" ma:root="true" ma:fieldsID="668c4d8b9475ce4783e2ffb4e29b310c" ns2:_="" ns3:_="">
    <xsd:import namespace="f1020bcf-9500-4749-8c84-b23cf1385772"/>
    <xsd:import namespace="7a0a35da-276e-4c8e-b365-e7c47df80865"/>
    <xsd:element name="properties">
      <xsd:complexType>
        <xsd:sequence>
          <xsd:element name="documentManagement">
            <xsd:complexType>
              <xsd:all>
                <xsd:element ref="ns2:MediaServiceMetadata" minOccurs="0"/>
                <xsd:element ref="ns2:MediaServiceFastMetadata" minOccurs="0"/>
                <xsd:element ref="ns2:Descripci_x00f3_n"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Estado"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020bcf-9500-4749-8c84-b23cf13857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Descripci_x00f3_n" ma:index="10" nillable="true" ma:displayName="Descripción" ma:format="Dropdown" ma:internalName="Descripci_x00f3_n">
      <xsd:simpleType>
        <xsd:restriction base="dms:Note">
          <xsd:maxLength value="255"/>
        </xsd:restriction>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7fe8c325-51f2-41db-97de-ec0d1fae0df0"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Estado" ma:index="20" nillable="true" ma:displayName="Estado" ma:description="Fase en el flujo de trabajo de la elaboración de documentos para la PA.&#10;&#10;PA = Practice Area&#10;LA = Lead Appraiser&#10;RI = Revisión interna (miembros del grupo de desarrollo)" ma:format="Dropdown" ma:internalName="Estado">
      <xsd:simpleType>
        <xsd:restriction base="dms:Choice">
          <xsd:enumeration value="Enviado a LA"/>
          <xsd:enumeration value="Aprobada por LA"/>
          <xsd:enumeration value="Pendiente de RI"/>
          <xsd:enumeration value="Con observaciones de LA"/>
          <xsd:enumeration value="Parcialmente creada"/>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a0a35da-276e-4c8e-b365-e7c47df8086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79373c78-d39d-4c83-b4a7-15850042ac80}" ma:internalName="TaxCatchAll" ma:showField="CatchAllData" ma:web="7a0a35da-276e-4c8e-b365-e7c47df8086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Descripci_x00f3_n xmlns="f1020bcf-9500-4749-8c84-b23cf1385772" xsi:nil="true"/>
    <TaxCatchAll xmlns="7a0a35da-276e-4c8e-b365-e7c47df80865" xsi:nil="true"/>
    <lcf76f155ced4ddcb4097134ff3c332f xmlns="f1020bcf-9500-4749-8c84-b23cf1385772">
      <Terms xmlns="http://schemas.microsoft.com/office/infopath/2007/PartnerControls"/>
    </lcf76f155ced4ddcb4097134ff3c332f>
    <Estado xmlns="f1020bcf-9500-4749-8c84-b23cf138577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74F82DA-3CF9-466E-B659-8EC3E54F7CEF}"/>
</file>

<file path=customXml/itemProps2.xml><?xml version="1.0" encoding="utf-8"?>
<ds:datastoreItem xmlns:ds="http://schemas.openxmlformats.org/officeDocument/2006/customXml" ds:itemID="{EB0F59D7-BA64-45C9-AC2D-B7635254298D}">
  <ds:schemaRefs>
    <ds:schemaRef ds:uri="http://www.w3.org/XML/1998/namespace"/>
    <ds:schemaRef ds:uri="http://purl.org/dc/terms/"/>
    <ds:schemaRef ds:uri="f1020bcf-9500-4749-8c84-b23cf1385772"/>
    <ds:schemaRef ds:uri="http://schemas.microsoft.com/office/2006/metadata/properties"/>
    <ds:schemaRef ds:uri="http://purl.org/dc/elements/1.1/"/>
    <ds:schemaRef ds:uri="http://purl.org/dc/dcmitype/"/>
    <ds:schemaRef ds:uri="http://schemas.microsoft.com/office/infopath/2007/PartnerControls"/>
    <ds:schemaRef ds:uri="http://schemas.microsoft.com/office/2006/documentManagement/types"/>
    <ds:schemaRef ds:uri="http://schemas.openxmlformats.org/package/2006/metadata/core-properties"/>
    <ds:schemaRef ds:uri="7a0a35da-276e-4c8e-b365-e7c47df80865"/>
  </ds:schemaRefs>
</ds:datastoreItem>
</file>

<file path=customXml/itemProps3.xml><?xml version="1.0" encoding="utf-8"?>
<ds:datastoreItem xmlns:ds="http://schemas.openxmlformats.org/officeDocument/2006/customXml" ds:itemID="{817038EA-02CC-43BD-A7ED-38493893746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604</TotalTime>
  <Words>7279</Words>
  <Application>Microsoft Office PowerPoint</Application>
  <PresentationFormat>Panorámica</PresentationFormat>
  <Paragraphs>838</Paragraphs>
  <Slides>71</Slides>
  <Notes>10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71</vt:i4>
      </vt:variant>
    </vt:vector>
  </HeadingPairs>
  <TitlesOfParts>
    <vt:vector size="79" baseType="lpstr">
      <vt:lpstr>Arial</vt:lpstr>
      <vt:lpstr>Bell Centennial Name and Number</vt:lpstr>
      <vt:lpstr>Calibri</vt:lpstr>
      <vt:lpstr>Calibri Light</vt:lpstr>
      <vt:lpstr>Times New Roman</vt:lpstr>
      <vt:lpstr>Verdana</vt:lpstr>
      <vt:lpstr>Wingdings</vt:lpstr>
      <vt:lpstr>Tema de Office</vt:lpstr>
      <vt:lpstr>Método de estimación de puntos función</vt:lpstr>
      <vt:lpstr>Definición de punto de función</vt:lpstr>
      <vt:lpstr>Definición de Puntos de Función</vt:lpstr>
      <vt:lpstr>¿Qué son los puntos de función?</vt:lpstr>
      <vt:lpstr>Tipo de datos de función</vt:lpstr>
      <vt:lpstr>Perspectiva “lógica” o del Usuario</vt:lpstr>
      <vt:lpstr>Definición de Información que el Sistema Mantiene (ILF)</vt:lpstr>
      <vt:lpstr>Definición de Información que el Sistema Mantiene (ILF)</vt:lpstr>
      <vt:lpstr>Definición de Información que el Sistema Mantiene (ILF)</vt:lpstr>
      <vt:lpstr>Definición de Información que el Sistema Mantiene (ILF)</vt:lpstr>
      <vt:lpstr>Archivo Externo de Interfaz (EIF)</vt:lpstr>
      <vt:lpstr>Archivo Externo de Interfaz (EIF)</vt:lpstr>
      <vt:lpstr>Archivo Externo de Interfaz (EIF)</vt:lpstr>
      <vt:lpstr>Reglas de Archivo Externo de interfaz (EIF)</vt:lpstr>
      <vt:lpstr>Archivos Lógicos Internos/ Archivos de Interfaz Externos</vt:lpstr>
      <vt:lpstr>Archivos Lógicos Internos/ Archivos de Interfaz Externos</vt:lpstr>
      <vt:lpstr>Tipos de Función Transaccionales</vt:lpstr>
      <vt:lpstr>Input Externos (EI)</vt:lpstr>
      <vt:lpstr>Input Externos (EI)</vt:lpstr>
      <vt:lpstr>Input Externos (EI)</vt:lpstr>
      <vt:lpstr>Input Externos (EI)</vt:lpstr>
      <vt:lpstr>Control de Entradas Externas a través del Sistema</vt:lpstr>
      <vt:lpstr>Reglas de Identificación – Inputs Externos</vt:lpstr>
      <vt:lpstr>Reglas de Identificación – Inputs Externos</vt:lpstr>
      <vt:lpstr>Inputs Externos</vt:lpstr>
      <vt:lpstr>Output Externo</vt:lpstr>
      <vt:lpstr>Reglas de identificación – Outputs Externos</vt:lpstr>
      <vt:lpstr>Consultas Externas (EQ)</vt:lpstr>
      <vt:lpstr>Consultas Externas (EQ)</vt:lpstr>
      <vt:lpstr>Reglas de Identificación – Consultas (EQ)</vt:lpstr>
      <vt:lpstr>Consultas Externas (EQ)</vt:lpstr>
      <vt:lpstr>Consultas Externas (EQ)</vt:lpstr>
      <vt:lpstr>Complejidad de la función de los datos </vt:lpstr>
      <vt:lpstr>Matriz de Complejidad para Archivos Lógicos Internos</vt:lpstr>
      <vt:lpstr>Archivos Lógicos Internos</vt:lpstr>
      <vt:lpstr>Matriz de Complejidad de Archivos de Interface Externa</vt:lpstr>
      <vt:lpstr>Archivos Lógicos Externos</vt:lpstr>
      <vt:lpstr>Complejidad Transaccional de la Función</vt:lpstr>
      <vt:lpstr>Matriz de Complejidad para Inputs Externos (EI)</vt:lpstr>
      <vt:lpstr>Ejemplo: EI</vt:lpstr>
      <vt:lpstr>Externa Inputs</vt:lpstr>
      <vt:lpstr>Matriz de Complejidad de Outputs Externos</vt:lpstr>
      <vt:lpstr>Outputs Externos – (EO)</vt:lpstr>
      <vt:lpstr>External Outputs</vt:lpstr>
      <vt:lpstr>Matriz de Complejidad para Consultas Externas</vt:lpstr>
      <vt:lpstr>Matriz de Complejidad para Consultas Externas</vt:lpstr>
      <vt:lpstr>Ejemplo: EQ</vt:lpstr>
      <vt:lpstr>External Inquiry</vt:lpstr>
      <vt:lpstr>Hoja de Cálculo para Determinar P.F </vt:lpstr>
      <vt:lpstr>Complejidad Funcional</vt:lpstr>
      <vt:lpstr>Características Generales del Sistema</vt:lpstr>
      <vt:lpstr>Características Generales del Sistema</vt:lpstr>
      <vt:lpstr>Escala de los Grados de Influencia</vt:lpstr>
      <vt:lpstr>1. Comunicación de Datos</vt:lpstr>
      <vt:lpstr>1. Comunicación de Datos</vt:lpstr>
      <vt:lpstr>2. Proceso de Distribución de Datos</vt:lpstr>
      <vt:lpstr>3. Performance</vt:lpstr>
      <vt:lpstr>4. Alto Uso de Configuración</vt:lpstr>
      <vt:lpstr>5. Indice de Transacción</vt:lpstr>
      <vt:lpstr>6. Entrada de Datos en Linea</vt:lpstr>
      <vt:lpstr>7. Eficiencia del Usuario Final</vt:lpstr>
      <vt:lpstr>7. Eficiencia del Usuario Final</vt:lpstr>
      <vt:lpstr>8. Actualización On Line</vt:lpstr>
      <vt:lpstr>9. Complejidad del Proceso </vt:lpstr>
      <vt:lpstr>10. Reutilización</vt:lpstr>
      <vt:lpstr>11. Facilidad de Instalación</vt:lpstr>
      <vt:lpstr>12. Facilidad Operacional </vt:lpstr>
      <vt:lpstr>13. Sitios Múltiples</vt:lpstr>
      <vt:lpstr>14. Facilidad del Cambio</vt:lpstr>
      <vt:lpstr>Cálculo de las influencias de las características del sistema</vt:lpstr>
      <vt:lpstr>Valor del Factor de Ajuste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Informe</dc:title>
  <dc:creator>JUAN PE ALATORRE</dc:creator>
  <cp:lastModifiedBy>Tania Monserrat López Marroquín</cp:lastModifiedBy>
  <cp:revision>4</cp:revision>
  <dcterms:created xsi:type="dcterms:W3CDTF">2023-05-15T19:23:45Z</dcterms:created>
  <dcterms:modified xsi:type="dcterms:W3CDTF">2024-01-17T17:03:07Z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0x0101005F79CA91C779E94BAF39074ADA180F65</vt:lpwstr>
  </property>
  <property fmtid="{D5CDD505-2E9C-101B-9397-08002B2CF9AE}" pid="3" name="MediaServiceImageTags">
    <vt:lpwstr/>
  </property>
</Properties>
</file>
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3"/>
  </p:notesMasterIdLst>
  <p:sldIdLst>
    <p:sldId id="256" r:id="rId5"/>
    <p:sldId id="263" r:id="rId6"/>
    <p:sldId id="257" r:id="rId7"/>
    <p:sldId id="260" r:id="rId8"/>
    <p:sldId id="344" r:id="rId9"/>
    <p:sldId id="351" r:id="rId10"/>
    <p:sldId id="352" r:id="rId11"/>
    <p:sldId id="347" r:id="rId12"/>
    <p:sldId id="348" r:id="rId13"/>
    <p:sldId id="349" r:id="rId14"/>
    <p:sldId id="350" r:id="rId15"/>
    <p:sldId id="265" r:id="rId16"/>
    <p:sldId id="343" r:id="rId17"/>
    <p:sldId id="266" r:id="rId18"/>
    <p:sldId id="264" r:id="rId19"/>
    <p:sldId id="353" r:id="rId20"/>
    <p:sldId id="267" r:id="rId21"/>
    <p:sldId id="298" r:id="rId22"/>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035108D-EC51-E5D1-DB61-E3EC8BF10967}" name="Documentación Innevo" initials="DI" userId="Documentación Innevo"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DB104F0-BC0B-438B-9298-CCD48DBCDF3C}" v="53" dt="2023-10-26T18:47:15.028"/>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Estilo medio 2 - Énfasis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616DA210-FB5B-4158-B5E0-FEB733F419BA}" styleName="Estilo claro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Estilo claro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6894" autoAdjust="0"/>
  </p:normalViewPr>
  <p:slideViewPr>
    <p:cSldViewPr snapToGrid="0">
      <p:cViewPr varScale="1">
        <p:scale>
          <a:sx n="46" d="100"/>
          <a:sy n="46" d="100"/>
        </p:scale>
        <p:origin x="43" y="5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bleStyles" Target="tableStyles.xml"/><Relationship Id="rId30"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edro Alatorre" userId="9d3befdc-a3aa-476f-8ce4-395f998ca365" providerId="ADAL" clId="{BBB9D319-D4F3-4AB4-8D92-D5EC69B20A6E}"/>
    <pc:docChg chg="modSld">
      <pc:chgData name="Pedro Alatorre" userId="9d3befdc-a3aa-476f-8ce4-395f998ca365" providerId="ADAL" clId="{BBB9D319-D4F3-4AB4-8D92-D5EC69B20A6E}" dt="2023-10-25T16:16:48.518" v="0" actId="13926"/>
      <pc:docMkLst>
        <pc:docMk/>
      </pc:docMkLst>
      <pc:sldChg chg="modSp mod">
        <pc:chgData name="Pedro Alatorre" userId="9d3befdc-a3aa-476f-8ce4-395f998ca365" providerId="ADAL" clId="{BBB9D319-D4F3-4AB4-8D92-D5EC69B20A6E}" dt="2023-10-25T16:16:48.518" v="0" actId="13926"/>
        <pc:sldMkLst>
          <pc:docMk/>
          <pc:sldMk cId="96701763" sldId="259"/>
        </pc:sldMkLst>
        <pc:spChg chg="mod">
          <ac:chgData name="Pedro Alatorre" userId="9d3befdc-a3aa-476f-8ce4-395f998ca365" providerId="ADAL" clId="{BBB9D319-D4F3-4AB4-8D92-D5EC69B20A6E}" dt="2023-10-25T16:16:48.518" v="0" actId="13926"/>
          <ac:spMkLst>
            <pc:docMk/>
            <pc:sldMk cId="96701763" sldId="259"/>
            <ac:spMk id="3" creationId="{40879679-6A87-5207-3FAD-FC0BA7508006}"/>
          </ac:spMkLst>
        </pc:spChg>
      </pc:sldChg>
    </pc:docChg>
  </pc:docChgLst>
  <pc:docChgLst>
    <pc:chgData name="Tania López" userId="77f58189-e01e-4d35-9d35-b5786e1d02a6" providerId="ADAL" clId="{6DB104F0-BC0B-438B-9298-CCD48DBCDF3C}"/>
    <pc:docChg chg="undo custSel addSld delSld modSld sldOrd">
      <pc:chgData name="Tania López" userId="77f58189-e01e-4d35-9d35-b5786e1d02a6" providerId="ADAL" clId="{6DB104F0-BC0B-438B-9298-CCD48DBCDF3C}" dt="2023-10-26T21:46:12.539" v="3430" actId="120"/>
      <pc:docMkLst>
        <pc:docMk/>
      </pc:docMkLst>
      <pc:sldChg chg="addSp delSp modSp del mod">
        <pc:chgData name="Tania López" userId="77f58189-e01e-4d35-9d35-b5786e1d02a6" providerId="ADAL" clId="{6DB104F0-BC0B-438B-9298-CCD48DBCDF3C}" dt="2023-10-24T21:47:26.070" v="12" actId="47"/>
        <pc:sldMkLst>
          <pc:docMk/>
          <pc:sldMk cId="3591639619" sldId="256"/>
        </pc:sldMkLst>
        <pc:spChg chg="del">
          <ac:chgData name="Tania López" userId="77f58189-e01e-4d35-9d35-b5786e1d02a6" providerId="ADAL" clId="{6DB104F0-BC0B-438B-9298-CCD48DBCDF3C}" dt="2023-10-24T21:47:18.089" v="0" actId="478"/>
          <ac:spMkLst>
            <pc:docMk/>
            <pc:sldMk cId="3591639619" sldId="256"/>
            <ac:spMk id="2" creationId="{00000000-0000-0000-0000-000000000000}"/>
          </ac:spMkLst>
        </pc:spChg>
        <pc:spChg chg="add mod">
          <ac:chgData name="Tania López" userId="77f58189-e01e-4d35-9d35-b5786e1d02a6" providerId="ADAL" clId="{6DB104F0-BC0B-438B-9298-CCD48DBCDF3C}" dt="2023-10-24T21:47:18.089" v="0" actId="478"/>
          <ac:spMkLst>
            <pc:docMk/>
            <pc:sldMk cId="3591639619" sldId="256"/>
            <ac:spMk id="7" creationId="{12E441C0-C935-0A0C-A411-A9887BCAE1EF}"/>
          </ac:spMkLst>
        </pc:spChg>
      </pc:sldChg>
      <pc:sldChg chg="modSp new mod">
        <pc:chgData name="Tania López" userId="77f58189-e01e-4d35-9d35-b5786e1d02a6" providerId="ADAL" clId="{6DB104F0-BC0B-438B-9298-CCD48DBCDF3C}" dt="2023-10-25T23:06:40.762" v="344" actId="20577"/>
        <pc:sldMkLst>
          <pc:docMk/>
          <pc:sldMk cId="4131606930" sldId="256"/>
        </pc:sldMkLst>
        <pc:spChg chg="mod">
          <ac:chgData name="Tania López" userId="77f58189-e01e-4d35-9d35-b5786e1d02a6" providerId="ADAL" clId="{6DB104F0-BC0B-438B-9298-CCD48DBCDF3C}" dt="2023-10-25T23:06:40.762" v="344" actId="20577"/>
          <ac:spMkLst>
            <pc:docMk/>
            <pc:sldMk cId="4131606930" sldId="256"/>
            <ac:spMk id="2" creationId="{E84CC6A3-2E06-3B4D-7329-6F99A075DF38}"/>
          </ac:spMkLst>
        </pc:spChg>
      </pc:sldChg>
      <pc:sldChg chg="modSp new mod">
        <pc:chgData name="Tania López" userId="77f58189-e01e-4d35-9d35-b5786e1d02a6" providerId="ADAL" clId="{6DB104F0-BC0B-438B-9298-CCD48DBCDF3C}" dt="2023-10-26T19:19:08.343" v="3320" actId="21"/>
        <pc:sldMkLst>
          <pc:docMk/>
          <pc:sldMk cId="667114798" sldId="257"/>
        </pc:sldMkLst>
        <pc:spChg chg="mod">
          <ac:chgData name="Tania López" userId="77f58189-e01e-4d35-9d35-b5786e1d02a6" providerId="ADAL" clId="{6DB104F0-BC0B-438B-9298-CCD48DBCDF3C}" dt="2023-10-26T16:02:42.384" v="611" actId="20577"/>
          <ac:spMkLst>
            <pc:docMk/>
            <pc:sldMk cId="667114798" sldId="257"/>
            <ac:spMk id="2" creationId="{B83EBC67-3BC5-85F6-B331-96875ECA6A44}"/>
          </ac:spMkLst>
        </pc:spChg>
        <pc:spChg chg="mod">
          <ac:chgData name="Tania López" userId="77f58189-e01e-4d35-9d35-b5786e1d02a6" providerId="ADAL" clId="{6DB104F0-BC0B-438B-9298-CCD48DBCDF3C}" dt="2023-10-26T19:19:08.343" v="3320" actId="21"/>
          <ac:spMkLst>
            <pc:docMk/>
            <pc:sldMk cId="667114798" sldId="257"/>
            <ac:spMk id="3" creationId="{D0C8DABA-34D6-400F-FADF-5ABDAAEB7D63}"/>
          </ac:spMkLst>
        </pc:spChg>
      </pc:sldChg>
      <pc:sldChg chg="addSp delSp modSp add del mod ord">
        <pc:chgData name="Tania López" userId="77f58189-e01e-4d35-9d35-b5786e1d02a6" providerId="ADAL" clId="{6DB104F0-BC0B-438B-9298-CCD48DBCDF3C}" dt="2023-10-26T16:02:24.194" v="602" actId="47"/>
        <pc:sldMkLst>
          <pc:docMk/>
          <pc:sldMk cId="459751967" sldId="258"/>
        </pc:sldMkLst>
        <pc:spChg chg="mod">
          <ac:chgData name="Tania López" userId="77f58189-e01e-4d35-9d35-b5786e1d02a6" providerId="ADAL" clId="{6DB104F0-BC0B-438B-9298-CCD48DBCDF3C}" dt="2023-10-24T22:50:45.481" v="198" actId="20577"/>
          <ac:spMkLst>
            <pc:docMk/>
            <pc:sldMk cId="459751967" sldId="258"/>
            <ac:spMk id="3" creationId="{D0C8DABA-34D6-400F-FADF-5ABDAAEB7D63}"/>
          </ac:spMkLst>
        </pc:spChg>
        <pc:spChg chg="add del">
          <ac:chgData name="Tania López" userId="77f58189-e01e-4d35-9d35-b5786e1d02a6" providerId="ADAL" clId="{6DB104F0-BC0B-438B-9298-CCD48DBCDF3C}" dt="2023-10-24T23:32:13.992" v="214" actId="22"/>
          <ac:spMkLst>
            <pc:docMk/>
            <pc:sldMk cId="459751967" sldId="258"/>
            <ac:spMk id="6" creationId="{F5CDAA55-006A-2480-7158-A3082128384D}"/>
          </ac:spMkLst>
        </pc:spChg>
        <pc:picChg chg="add mod">
          <ac:chgData name="Tania López" userId="77f58189-e01e-4d35-9d35-b5786e1d02a6" providerId="ADAL" clId="{6DB104F0-BC0B-438B-9298-CCD48DBCDF3C}" dt="2023-10-24T22:50:51.527" v="199" actId="14100"/>
          <ac:picMkLst>
            <pc:docMk/>
            <pc:sldMk cId="459751967" sldId="258"/>
            <ac:picMk id="4" creationId="{1B0DB045-9DBD-0D30-8B45-7CA539123787}"/>
          </ac:picMkLst>
        </pc:picChg>
      </pc:sldChg>
      <pc:sldChg chg="modSp new add del mod ord">
        <pc:chgData name="Tania López" userId="77f58189-e01e-4d35-9d35-b5786e1d02a6" providerId="ADAL" clId="{6DB104F0-BC0B-438B-9298-CCD48DBCDF3C}" dt="2023-10-25T23:18:04.492" v="541" actId="47"/>
        <pc:sldMkLst>
          <pc:docMk/>
          <pc:sldMk cId="96701763" sldId="259"/>
        </pc:sldMkLst>
        <pc:spChg chg="mod">
          <ac:chgData name="Tania López" userId="77f58189-e01e-4d35-9d35-b5786e1d02a6" providerId="ADAL" clId="{6DB104F0-BC0B-438B-9298-CCD48DBCDF3C}" dt="2023-10-24T23:29:22.745" v="212"/>
          <ac:spMkLst>
            <pc:docMk/>
            <pc:sldMk cId="96701763" sldId="259"/>
            <ac:spMk id="2" creationId="{4C6B5B99-467F-69EB-59DC-19B32DB3CEF8}"/>
          </ac:spMkLst>
        </pc:spChg>
        <pc:spChg chg="mod">
          <ac:chgData name="Tania López" userId="77f58189-e01e-4d35-9d35-b5786e1d02a6" providerId="ADAL" clId="{6DB104F0-BC0B-438B-9298-CCD48DBCDF3C}" dt="2023-10-24T23:07:54.016" v="201"/>
          <ac:spMkLst>
            <pc:docMk/>
            <pc:sldMk cId="96701763" sldId="259"/>
            <ac:spMk id="3" creationId="{40879679-6A87-5207-3FAD-FC0BA7508006}"/>
          </ac:spMkLst>
        </pc:spChg>
      </pc:sldChg>
      <pc:sldChg chg="modSp new mod ord">
        <pc:chgData name="Tania López" userId="77f58189-e01e-4d35-9d35-b5786e1d02a6" providerId="ADAL" clId="{6DB104F0-BC0B-438B-9298-CCD48DBCDF3C}" dt="2023-10-26T21:42:19.650" v="3425" actId="6549"/>
        <pc:sldMkLst>
          <pc:docMk/>
          <pc:sldMk cId="1450272006" sldId="260"/>
        </pc:sldMkLst>
        <pc:spChg chg="mod">
          <ac:chgData name="Tania López" userId="77f58189-e01e-4d35-9d35-b5786e1d02a6" providerId="ADAL" clId="{6DB104F0-BC0B-438B-9298-CCD48DBCDF3C}" dt="2023-10-26T18:32:54.093" v="2171" actId="20577"/>
          <ac:spMkLst>
            <pc:docMk/>
            <pc:sldMk cId="1450272006" sldId="260"/>
            <ac:spMk id="2" creationId="{6950C004-2744-B5E9-DBCC-FA234C4C3DC3}"/>
          </ac:spMkLst>
        </pc:spChg>
        <pc:spChg chg="mod">
          <ac:chgData name="Tania López" userId="77f58189-e01e-4d35-9d35-b5786e1d02a6" providerId="ADAL" clId="{6DB104F0-BC0B-438B-9298-CCD48DBCDF3C}" dt="2023-10-26T21:42:19.650" v="3425" actId="6549"/>
          <ac:spMkLst>
            <pc:docMk/>
            <pc:sldMk cId="1450272006" sldId="260"/>
            <ac:spMk id="3" creationId="{4ECA5172-4A27-94FB-1706-5D4623CD5D0E}"/>
          </ac:spMkLst>
        </pc:spChg>
      </pc:sldChg>
      <pc:sldChg chg="addSp delSp modSp new del mod">
        <pc:chgData name="Tania López" userId="77f58189-e01e-4d35-9d35-b5786e1d02a6" providerId="ADAL" clId="{6DB104F0-BC0B-438B-9298-CCD48DBCDF3C}" dt="2023-10-26T18:46:23.626" v="2777" actId="47"/>
        <pc:sldMkLst>
          <pc:docMk/>
          <pc:sldMk cId="791272125" sldId="261"/>
        </pc:sldMkLst>
        <pc:spChg chg="mod">
          <ac:chgData name="Tania López" userId="77f58189-e01e-4d35-9d35-b5786e1d02a6" providerId="ADAL" clId="{6DB104F0-BC0B-438B-9298-CCD48DBCDF3C}" dt="2023-10-24T23:34:08.661" v="254" actId="20577"/>
          <ac:spMkLst>
            <pc:docMk/>
            <pc:sldMk cId="791272125" sldId="261"/>
            <ac:spMk id="2" creationId="{C882DB4C-B577-2E90-73EC-6D1B82B071C5}"/>
          </ac:spMkLst>
        </pc:spChg>
        <pc:spChg chg="del mod">
          <ac:chgData name="Tania López" userId="77f58189-e01e-4d35-9d35-b5786e1d02a6" providerId="ADAL" clId="{6DB104F0-BC0B-438B-9298-CCD48DBCDF3C}" dt="2023-10-24T23:34:25.331" v="258" actId="478"/>
          <ac:spMkLst>
            <pc:docMk/>
            <pc:sldMk cId="791272125" sldId="261"/>
            <ac:spMk id="3" creationId="{622F94D8-710A-AFA7-BBE2-DD6FE8B112FE}"/>
          </ac:spMkLst>
        </pc:spChg>
        <pc:graphicFrameChg chg="add del mod">
          <ac:chgData name="Tania López" userId="77f58189-e01e-4d35-9d35-b5786e1d02a6" providerId="ADAL" clId="{6DB104F0-BC0B-438B-9298-CCD48DBCDF3C}" dt="2023-10-24T23:34:29.136" v="262"/>
          <ac:graphicFrameMkLst>
            <pc:docMk/>
            <pc:sldMk cId="791272125" sldId="261"/>
            <ac:graphicFrameMk id="4" creationId="{D2883985-101A-DF8C-1A5D-DCBD474B0EE4}"/>
          </ac:graphicFrameMkLst>
        </pc:graphicFrameChg>
        <pc:graphicFrameChg chg="add mod">
          <ac:chgData name="Tania López" userId="77f58189-e01e-4d35-9d35-b5786e1d02a6" providerId="ADAL" clId="{6DB104F0-BC0B-438B-9298-CCD48DBCDF3C}" dt="2023-10-24T23:34:31.006" v="265"/>
          <ac:graphicFrameMkLst>
            <pc:docMk/>
            <pc:sldMk cId="791272125" sldId="261"/>
            <ac:graphicFrameMk id="6" creationId="{188C167D-3C3C-3883-C88C-C4B036AEC231}"/>
          </ac:graphicFrameMkLst>
        </pc:graphicFrameChg>
        <pc:picChg chg="add del">
          <ac:chgData name="Tania López" userId="77f58189-e01e-4d35-9d35-b5786e1d02a6" providerId="ADAL" clId="{6DB104F0-BC0B-438B-9298-CCD48DBCDF3C}" dt="2023-10-24T23:34:30.990" v="264"/>
          <ac:picMkLst>
            <pc:docMk/>
            <pc:sldMk cId="791272125" sldId="261"/>
            <ac:picMk id="5" creationId="{BBF16582-FA96-0F7E-416A-6B2CEA6BC06E}"/>
          </ac:picMkLst>
        </pc:picChg>
      </pc:sldChg>
      <pc:sldChg chg="del">
        <pc:chgData name="Tania López" userId="77f58189-e01e-4d35-9d35-b5786e1d02a6" providerId="ADAL" clId="{6DB104F0-BC0B-438B-9298-CCD48DBCDF3C}" dt="2023-10-24T21:47:25.804" v="11" actId="47"/>
        <pc:sldMkLst>
          <pc:docMk/>
          <pc:sldMk cId="1522734716" sldId="262"/>
        </pc:sldMkLst>
      </pc:sldChg>
      <pc:sldChg chg="addSp delSp modSp new del mod">
        <pc:chgData name="Tania López" userId="77f58189-e01e-4d35-9d35-b5786e1d02a6" providerId="ADAL" clId="{6DB104F0-BC0B-438B-9298-CCD48DBCDF3C}" dt="2023-10-26T18:46:24.122" v="2778" actId="47"/>
        <pc:sldMkLst>
          <pc:docMk/>
          <pc:sldMk cId="3646396324" sldId="262"/>
        </pc:sldMkLst>
        <pc:spChg chg="mod">
          <ac:chgData name="Tania López" userId="77f58189-e01e-4d35-9d35-b5786e1d02a6" providerId="ADAL" clId="{6DB104F0-BC0B-438B-9298-CCD48DBCDF3C}" dt="2023-10-24T23:35:09.203" v="282" actId="20577"/>
          <ac:spMkLst>
            <pc:docMk/>
            <pc:sldMk cId="3646396324" sldId="262"/>
            <ac:spMk id="2" creationId="{8D40E36D-C22F-7CD2-2F8F-383EB24EF55F}"/>
          </ac:spMkLst>
        </pc:spChg>
        <pc:spChg chg="del">
          <ac:chgData name="Tania López" userId="77f58189-e01e-4d35-9d35-b5786e1d02a6" providerId="ADAL" clId="{6DB104F0-BC0B-438B-9298-CCD48DBCDF3C}" dt="2023-10-24T23:34:59.057" v="267" actId="478"/>
          <ac:spMkLst>
            <pc:docMk/>
            <pc:sldMk cId="3646396324" sldId="262"/>
            <ac:spMk id="3" creationId="{024F7684-9108-D5D1-70C2-7780C862DBD4}"/>
          </ac:spMkLst>
        </pc:spChg>
        <pc:graphicFrameChg chg="add del mod">
          <ac:chgData name="Tania López" userId="77f58189-e01e-4d35-9d35-b5786e1d02a6" providerId="ADAL" clId="{6DB104F0-BC0B-438B-9298-CCD48DBCDF3C}" dt="2023-10-24T23:35:01.695" v="269"/>
          <ac:graphicFrameMkLst>
            <pc:docMk/>
            <pc:sldMk cId="3646396324" sldId="262"/>
            <ac:graphicFrameMk id="4" creationId="{759DDF04-524A-F60D-0ADA-3A6D5B911FE0}"/>
          </ac:graphicFrameMkLst>
        </pc:graphicFrameChg>
        <pc:graphicFrameChg chg="add mod">
          <ac:chgData name="Tania López" userId="77f58189-e01e-4d35-9d35-b5786e1d02a6" providerId="ADAL" clId="{6DB104F0-BC0B-438B-9298-CCD48DBCDF3C}" dt="2023-10-24T23:35:12.626" v="283" actId="1076"/>
          <ac:graphicFrameMkLst>
            <pc:docMk/>
            <pc:sldMk cId="3646396324" sldId="262"/>
            <ac:graphicFrameMk id="5" creationId="{5EC73158-CEEF-2509-0B1D-4AA4C9E1AE32}"/>
          </ac:graphicFrameMkLst>
        </pc:graphicFrameChg>
      </pc:sldChg>
      <pc:sldChg chg="del">
        <pc:chgData name="Tania López" userId="77f58189-e01e-4d35-9d35-b5786e1d02a6" providerId="ADAL" clId="{6DB104F0-BC0B-438B-9298-CCD48DBCDF3C}" dt="2023-10-24T21:47:23.288" v="1" actId="47"/>
        <pc:sldMkLst>
          <pc:docMk/>
          <pc:sldMk cId="939295220" sldId="263"/>
        </pc:sldMkLst>
      </pc:sldChg>
      <pc:sldChg chg="modSp new mod">
        <pc:chgData name="Tania López" userId="77f58189-e01e-4d35-9d35-b5786e1d02a6" providerId="ADAL" clId="{6DB104F0-BC0B-438B-9298-CCD48DBCDF3C}" dt="2023-10-26T21:46:08.076" v="3429" actId="120"/>
        <pc:sldMkLst>
          <pc:docMk/>
          <pc:sldMk cId="3097068449" sldId="263"/>
        </pc:sldMkLst>
        <pc:spChg chg="mod">
          <ac:chgData name="Tania López" userId="77f58189-e01e-4d35-9d35-b5786e1d02a6" providerId="ADAL" clId="{6DB104F0-BC0B-438B-9298-CCD48DBCDF3C}" dt="2023-10-25T23:15:58.865" v="524" actId="20577"/>
          <ac:spMkLst>
            <pc:docMk/>
            <pc:sldMk cId="3097068449" sldId="263"/>
            <ac:spMk id="2" creationId="{B79EFD2D-96D7-4467-EA89-406FAFDBBA30}"/>
          </ac:spMkLst>
        </pc:spChg>
        <pc:spChg chg="mod">
          <ac:chgData name="Tania López" userId="77f58189-e01e-4d35-9d35-b5786e1d02a6" providerId="ADAL" clId="{6DB104F0-BC0B-438B-9298-CCD48DBCDF3C}" dt="2023-10-26T21:46:08.076" v="3429" actId="120"/>
          <ac:spMkLst>
            <pc:docMk/>
            <pc:sldMk cId="3097068449" sldId="263"/>
            <ac:spMk id="3" creationId="{26530B39-B5F1-5222-DE4A-636882D80D23}"/>
          </ac:spMkLst>
        </pc:spChg>
      </pc:sldChg>
      <pc:sldChg chg="del">
        <pc:chgData name="Tania López" userId="77f58189-e01e-4d35-9d35-b5786e1d02a6" providerId="ADAL" clId="{6DB104F0-BC0B-438B-9298-CCD48DBCDF3C}" dt="2023-10-24T21:47:23.587" v="2" actId="47"/>
        <pc:sldMkLst>
          <pc:docMk/>
          <pc:sldMk cId="967073581" sldId="264"/>
        </pc:sldMkLst>
      </pc:sldChg>
      <pc:sldChg chg="addSp delSp modSp new mod ord">
        <pc:chgData name="Tania López" userId="77f58189-e01e-4d35-9d35-b5786e1d02a6" providerId="ADAL" clId="{6DB104F0-BC0B-438B-9298-CCD48DBCDF3C}" dt="2023-10-26T18:39:10.823" v="2333" actId="20577"/>
        <pc:sldMkLst>
          <pc:docMk/>
          <pc:sldMk cId="3796591929" sldId="264"/>
        </pc:sldMkLst>
        <pc:spChg chg="mod">
          <ac:chgData name="Tania López" userId="77f58189-e01e-4d35-9d35-b5786e1d02a6" providerId="ADAL" clId="{6DB104F0-BC0B-438B-9298-CCD48DBCDF3C}" dt="2023-10-26T18:38:11.991" v="2280" actId="20577"/>
          <ac:spMkLst>
            <pc:docMk/>
            <pc:sldMk cId="3796591929" sldId="264"/>
            <ac:spMk id="2" creationId="{9EC4BDEF-8EB6-52D9-BA6B-927F02713BCA}"/>
          </ac:spMkLst>
        </pc:spChg>
        <pc:spChg chg="mod">
          <ac:chgData name="Tania López" userId="77f58189-e01e-4d35-9d35-b5786e1d02a6" providerId="ADAL" clId="{6DB104F0-BC0B-438B-9298-CCD48DBCDF3C}" dt="2023-10-26T18:39:10.823" v="2333" actId="20577"/>
          <ac:spMkLst>
            <pc:docMk/>
            <pc:sldMk cId="3796591929" sldId="264"/>
            <ac:spMk id="3" creationId="{58538503-E1D0-119F-1C0B-18222940ECE6}"/>
          </ac:spMkLst>
        </pc:spChg>
        <pc:graphicFrameChg chg="add del mod modGraphic">
          <ac:chgData name="Tania López" userId="77f58189-e01e-4d35-9d35-b5786e1d02a6" providerId="ADAL" clId="{6DB104F0-BC0B-438B-9298-CCD48DBCDF3C}" dt="2023-10-26T18:38:36.011" v="2282" actId="478"/>
          <ac:graphicFrameMkLst>
            <pc:docMk/>
            <pc:sldMk cId="3796591929" sldId="264"/>
            <ac:graphicFrameMk id="4" creationId="{F4B317AC-266F-32E2-58E2-2A03596DB7EA}"/>
          </ac:graphicFrameMkLst>
        </pc:graphicFrameChg>
      </pc:sldChg>
      <pc:sldChg chg="addSp delSp modSp new mod">
        <pc:chgData name="Tania López" userId="77f58189-e01e-4d35-9d35-b5786e1d02a6" providerId="ADAL" clId="{6DB104F0-BC0B-438B-9298-CCD48DBCDF3C}" dt="2023-10-26T18:34:40.589" v="2235"/>
        <pc:sldMkLst>
          <pc:docMk/>
          <pc:sldMk cId="1417173344" sldId="265"/>
        </pc:sldMkLst>
        <pc:spChg chg="mod">
          <ac:chgData name="Tania López" userId="77f58189-e01e-4d35-9d35-b5786e1d02a6" providerId="ADAL" clId="{6DB104F0-BC0B-438B-9298-CCD48DBCDF3C}" dt="2023-10-26T18:33:24.867" v="2190" actId="20577"/>
          <ac:spMkLst>
            <pc:docMk/>
            <pc:sldMk cId="1417173344" sldId="265"/>
            <ac:spMk id="2" creationId="{3240C8BF-9479-6D6C-99D4-B7536CB8E3A9}"/>
          </ac:spMkLst>
        </pc:spChg>
        <pc:spChg chg="mod">
          <ac:chgData name="Tania López" userId="77f58189-e01e-4d35-9d35-b5786e1d02a6" providerId="ADAL" clId="{6DB104F0-BC0B-438B-9298-CCD48DBCDF3C}" dt="2023-10-26T18:34:40.589" v="2235"/>
          <ac:spMkLst>
            <pc:docMk/>
            <pc:sldMk cId="1417173344" sldId="265"/>
            <ac:spMk id="3" creationId="{7AE69113-3C01-1F89-D2B6-F2949F911763}"/>
          </ac:spMkLst>
        </pc:spChg>
        <pc:spChg chg="add del mod">
          <ac:chgData name="Tania López" userId="77f58189-e01e-4d35-9d35-b5786e1d02a6" providerId="ADAL" clId="{6DB104F0-BC0B-438B-9298-CCD48DBCDF3C}" dt="2023-10-26T16:40:08.966" v="961"/>
          <ac:spMkLst>
            <pc:docMk/>
            <pc:sldMk cId="1417173344" sldId="265"/>
            <ac:spMk id="4" creationId="{F8776DE1-A4FC-BC9A-2DD5-9D4E7442A228}"/>
          </ac:spMkLst>
        </pc:spChg>
      </pc:sldChg>
      <pc:sldChg chg="del">
        <pc:chgData name="Tania López" userId="77f58189-e01e-4d35-9d35-b5786e1d02a6" providerId="ADAL" clId="{6DB104F0-BC0B-438B-9298-CCD48DBCDF3C}" dt="2023-10-24T21:47:23.870" v="3" actId="47"/>
        <pc:sldMkLst>
          <pc:docMk/>
          <pc:sldMk cId="3068521344" sldId="265"/>
        </pc:sldMkLst>
      </pc:sldChg>
      <pc:sldChg chg="addSp delSp modSp new mod">
        <pc:chgData name="Tania López" userId="77f58189-e01e-4d35-9d35-b5786e1d02a6" providerId="ADAL" clId="{6DB104F0-BC0B-438B-9298-CCD48DBCDF3C}" dt="2023-10-26T18:36:54.544" v="2271" actId="20577"/>
        <pc:sldMkLst>
          <pc:docMk/>
          <pc:sldMk cId="717435251" sldId="266"/>
        </pc:sldMkLst>
        <pc:spChg chg="mod">
          <ac:chgData name="Tania López" userId="77f58189-e01e-4d35-9d35-b5786e1d02a6" providerId="ADAL" clId="{6DB104F0-BC0B-438B-9298-CCD48DBCDF3C}" dt="2023-10-26T16:34:03.688" v="727" actId="20577"/>
          <ac:spMkLst>
            <pc:docMk/>
            <pc:sldMk cId="717435251" sldId="266"/>
            <ac:spMk id="2" creationId="{9F24FD33-7BDD-219E-A59C-F6682B98187E}"/>
          </ac:spMkLst>
        </pc:spChg>
        <pc:spChg chg="del mod">
          <ac:chgData name="Tania López" userId="77f58189-e01e-4d35-9d35-b5786e1d02a6" providerId="ADAL" clId="{6DB104F0-BC0B-438B-9298-CCD48DBCDF3C}" dt="2023-10-26T16:34:15.193" v="728" actId="478"/>
          <ac:spMkLst>
            <pc:docMk/>
            <pc:sldMk cId="717435251" sldId="266"/>
            <ac:spMk id="3" creationId="{873E84CD-8D07-7F2D-9670-751E941695E3}"/>
          </ac:spMkLst>
        </pc:spChg>
        <pc:spChg chg="add del mod">
          <ac:chgData name="Tania López" userId="77f58189-e01e-4d35-9d35-b5786e1d02a6" providerId="ADAL" clId="{6DB104F0-BC0B-438B-9298-CCD48DBCDF3C}" dt="2023-10-26T16:34:19.588" v="729" actId="3680"/>
          <ac:spMkLst>
            <pc:docMk/>
            <pc:sldMk cId="717435251" sldId="266"/>
            <ac:spMk id="5" creationId="{45B70E20-2257-9989-6EC7-7419B30791B4}"/>
          </ac:spMkLst>
        </pc:spChg>
        <pc:spChg chg="add mod">
          <ac:chgData name="Tania López" userId="77f58189-e01e-4d35-9d35-b5786e1d02a6" providerId="ADAL" clId="{6DB104F0-BC0B-438B-9298-CCD48DBCDF3C}" dt="2023-10-26T16:37:33.760" v="834" actId="20577"/>
          <ac:spMkLst>
            <pc:docMk/>
            <pc:sldMk cId="717435251" sldId="266"/>
            <ac:spMk id="7" creationId="{8CB4EE5A-DAAB-D121-F5BF-856BDDCCACF4}"/>
          </ac:spMkLst>
        </pc:spChg>
        <pc:graphicFrameChg chg="add mod ord modGraphic">
          <ac:chgData name="Tania López" userId="77f58189-e01e-4d35-9d35-b5786e1d02a6" providerId="ADAL" clId="{6DB104F0-BC0B-438B-9298-CCD48DBCDF3C}" dt="2023-10-26T18:36:54.544" v="2271" actId="20577"/>
          <ac:graphicFrameMkLst>
            <pc:docMk/>
            <pc:sldMk cId="717435251" sldId="266"/>
            <ac:graphicFrameMk id="6" creationId="{4073E791-77D7-7770-EFB4-B6FFB8F15D7F}"/>
          </ac:graphicFrameMkLst>
        </pc:graphicFrameChg>
        <pc:graphicFrameChg chg="add del">
          <ac:chgData name="Tania López" userId="77f58189-e01e-4d35-9d35-b5786e1d02a6" providerId="ADAL" clId="{6DB104F0-BC0B-438B-9298-CCD48DBCDF3C}" dt="2023-10-26T16:38:23.137" v="843"/>
          <ac:graphicFrameMkLst>
            <pc:docMk/>
            <pc:sldMk cId="717435251" sldId="266"/>
            <ac:graphicFrameMk id="8" creationId="{1E87DB32-831B-F699-A286-B29232114BB3}"/>
          </ac:graphicFrameMkLst>
        </pc:graphicFrameChg>
      </pc:sldChg>
      <pc:sldChg chg="del">
        <pc:chgData name="Tania López" userId="77f58189-e01e-4d35-9d35-b5786e1d02a6" providerId="ADAL" clId="{6DB104F0-BC0B-438B-9298-CCD48DBCDF3C}" dt="2023-10-24T21:47:24.121" v="4" actId="47"/>
        <pc:sldMkLst>
          <pc:docMk/>
          <pc:sldMk cId="3808432513" sldId="266"/>
        </pc:sldMkLst>
      </pc:sldChg>
      <pc:sldChg chg="addSp modSp new mod">
        <pc:chgData name="Tania López" userId="77f58189-e01e-4d35-9d35-b5786e1d02a6" providerId="ADAL" clId="{6DB104F0-BC0B-438B-9298-CCD48DBCDF3C}" dt="2023-10-26T18:53:57.694" v="3314" actId="790"/>
        <pc:sldMkLst>
          <pc:docMk/>
          <pc:sldMk cId="943788210" sldId="267"/>
        </pc:sldMkLst>
        <pc:spChg chg="mod">
          <ac:chgData name="Tania López" userId="77f58189-e01e-4d35-9d35-b5786e1d02a6" providerId="ADAL" clId="{6DB104F0-BC0B-438B-9298-CCD48DBCDF3C}" dt="2023-10-26T18:46:49.570" v="2820" actId="20577"/>
          <ac:spMkLst>
            <pc:docMk/>
            <pc:sldMk cId="943788210" sldId="267"/>
            <ac:spMk id="2" creationId="{8B118176-7D46-16C0-925B-80C58507D98D}"/>
          </ac:spMkLst>
        </pc:spChg>
        <pc:spChg chg="mod">
          <ac:chgData name="Tania López" userId="77f58189-e01e-4d35-9d35-b5786e1d02a6" providerId="ADAL" clId="{6DB104F0-BC0B-438B-9298-CCD48DBCDF3C}" dt="2023-10-26T18:44:47.758" v="2681" actId="1076"/>
          <ac:spMkLst>
            <pc:docMk/>
            <pc:sldMk cId="943788210" sldId="267"/>
            <ac:spMk id="3" creationId="{1E5A5D4D-CE7B-81A3-5E6E-1F677D180C4B}"/>
          </ac:spMkLst>
        </pc:spChg>
        <pc:spChg chg="add mod">
          <ac:chgData name="Tania López" userId="77f58189-e01e-4d35-9d35-b5786e1d02a6" providerId="ADAL" clId="{6DB104F0-BC0B-438B-9298-CCD48DBCDF3C}" dt="2023-10-26T18:53:57.694" v="3314" actId="790"/>
          <ac:spMkLst>
            <pc:docMk/>
            <pc:sldMk cId="943788210" sldId="267"/>
            <ac:spMk id="4" creationId="{64A591CF-048B-8C58-9C6C-CE3EC7FD0CF7}"/>
          </ac:spMkLst>
        </pc:spChg>
      </pc:sldChg>
      <pc:sldChg chg="add del">
        <pc:chgData name="Tania López" userId="77f58189-e01e-4d35-9d35-b5786e1d02a6" providerId="ADAL" clId="{6DB104F0-BC0B-438B-9298-CCD48DBCDF3C}" dt="2023-10-26T16:36:37.427" v="832" actId="47"/>
        <pc:sldMkLst>
          <pc:docMk/>
          <pc:sldMk cId="2027435824" sldId="267"/>
        </pc:sldMkLst>
      </pc:sldChg>
      <pc:sldChg chg="del">
        <pc:chgData name="Tania López" userId="77f58189-e01e-4d35-9d35-b5786e1d02a6" providerId="ADAL" clId="{6DB104F0-BC0B-438B-9298-CCD48DBCDF3C}" dt="2023-10-24T21:47:24.436" v="5" actId="47"/>
        <pc:sldMkLst>
          <pc:docMk/>
          <pc:sldMk cId="3786270076" sldId="267"/>
        </pc:sldMkLst>
      </pc:sldChg>
      <pc:sldChg chg="del">
        <pc:chgData name="Tania López" userId="77f58189-e01e-4d35-9d35-b5786e1d02a6" providerId="ADAL" clId="{6DB104F0-BC0B-438B-9298-CCD48DBCDF3C}" dt="2023-10-24T21:47:24.671" v="6" actId="47"/>
        <pc:sldMkLst>
          <pc:docMk/>
          <pc:sldMk cId="2501312562" sldId="268"/>
        </pc:sldMkLst>
      </pc:sldChg>
      <pc:sldChg chg="del">
        <pc:chgData name="Tania López" userId="77f58189-e01e-4d35-9d35-b5786e1d02a6" providerId="ADAL" clId="{6DB104F0-BC0B-438B-9298-CCD48DBCDF3C}" dt="2023-10-24T21:47:24.892" v="7" actId="47"/>
        <pc:sldMkLst>
          <pc:docMk/>
          <pc:sldMk cId="92542267" sldId="269"/>
        </pc:sldMkLst>
      </pc:sldChg>
      <pc:sldChg chg="del">
        <pc:chgData name="Tania López" userId="77f58189-e01e-4d35-9d35-b5786e1d02a6" providerId="ADAL" clId="{6DB104F0-BC0B-438B-9298-CCD48DBCDF3C}" dt="2023-10-24T21:47:25.112" v="8" actId="47"/>
        <pc:sldMkLst>
          <pc:docMk/>
          <pc:sldMk cId="611865832" sldId="270"/>
        </pc:sldMkLst>
      </pc:sldChg>
      <pc:sldChg chg="del">
        <pc:chgData name="Tania López" userId="77f58189-e01e-4d35-9d35-b5786e1d02a6" providerId="ADAL" clId="{6DB104F0-BC0B-438B-9298-CCD48DBCDF3C}" dt="2023-10-24T21:47:25.348" v="9" actId="47"/>
        <pc:sldMkLst>
          <pc:docMk/>
          <pc:sldMk cId="184574413" sldId="271"/>
        </pc:sldMkLst>
      </pc:sldChg>
      <pc:sldChg chg="del">
        <pc:chgData name="Tania López" userId="77f58189-e01e-4d35-9d35-b5786e1d02a6" providerId="ADAL" clId="{6DB104F0-BC0B-438B-9298-CCD48DBCDF3C}" dt="2023-10-24T21:47:25.583" v="10" actId="47"/>
        <pc:sldMkLst>
          <pc:docMk/>
          <pc:sldMk cId="380594163" sldId="272"/>
        </pc:sldMkLst>
      </pc:sldChg>
      <pc:sldChg chg="modSp add mod modNotes modNotesTx">
        <pc:chgData name="Tania López" userId="77f58189-e01e-4d35-9d35-b5786e1d02a6" providerId="ADAL" clId="{6DB104F0-BC0B-438B-9298-CCD48DBCDF3C}" dt="2023-10-26T18:47:05.111" v="2847" actId="6549"/>
        <pc:sldMkLst>
          <pc:docMk/>
          <pc:sldMk cId="0" sldId="298"/>
        </pc:sldMkLst>
        <pc:spChg chg="mod">
          <ac:chgData name="Tania López" userId="77f58189-e01e-4d35-9d35-b5786e1d02a6" providerId="ADAL" clId="{6DB104F0-BC0B-438B-9298-CCD48DBCDF3C}" dt="2023-10-26T18:47:01.327" v="2846" actId="20577"/>
          <ac:spMkLst>
            <pc:docMk/>
            <pc:sldMk cId="0" sldId="298"/>
            <ac:spMk id="2" creationId="{00000000-0000-0000-0000-000000000000}"/>
          </ac:spMkLst>
        </pc:spChg>
        <pc:spChg chg="mod">
          <ac:chgData name="Tania López" userId="77f58189-e01e-4d35-9d35-b5786e1d02a6" providerId="ADAL" clId="{6DB104F0-BC0B-438B-9298-CCD48DBCDF3C}" dt="2023-10-26T18:46:31.892" v="2781" actId="27636"/>
          <ac:spMkLst>
            <pc:docMk/>
            <pc:sldMk cId="0" sldId="298"/>
            <ac:spMk id="3" creationId="{00000000-0000-0000-0000-000000000000}"/>
          </ac:spMkLst>
        </pc:spChg>
      </pc:sldChg>
      <pc:sldChg chg="modSp add del mod modNotesTx">
        <pc:chgData name="Tania López" userId="77f58189-e01e-4d35-9d35-b5786e1d02a6" providerId="ADAL" clId="{6DB104F0-BC0B-438B-9298-CCD48DBCDF3C}" dt="2023-10-26T18:52:02.620" v="3306" actId="47"/>
        <pc:sldMkLst>
          <pc:docMk/>
          <pc:sldMk cId="0" sldId="299"/>
        </pc:sldMkLst>
        <pc:spChg chg="mod">
          <ac:chgData name="Tania López" userId="77f58189-e01e-4d35-9d35-b5786e1d02a6" providerId="ADAL" clId="{6DB104F0-BC0B-438B-9298-CCD48DBCDF3C}" dt="2023-10-26T18:47:20.306" v="2850"/>
          <ac:spMkLst>
            <pc:docMk/>
            <pc:sldMk cId="0" sldId="299"/>
            <ac:spMk id="2" creationId="{00000000-0000-0000-0000-000000000000}"/>
          </ac:spMkLst>
        </pc:spChg>
        <pc:spChg chg="mod">
          <ac:chgData name="Tania López" userId="77f58189-e01e-4d35-9d35-b5786e1d02a6" providerId="ADAL" clId="{6DB104F0-BC0B-438B-9298-CCD48DBCDF3C}" dt="2023-10-26T18:48:46.637" v="2937" actId="20577"/>
          <ac:spMkLst>
            <pc:docMk/>
            <pc:sldMk cId="0" sldId="299"/>
            <ac:spMk id="3" creationId="{00000000-0000-0000-0000-000000000000}"/>
          </ac:spMkLst>
        </pc:spChg>
      </pc:sldChg>
      <pc:sldChg chg="addSp delSp modSp add del mod ord">
        <pc:chgData name="Tania López" userId="77f58189-e01e-4d35-9d35-b5786e1d02a6" providerId="ADAL" clId="{6DB104F0-BC0B-438B-9298-CCD48DBCDF3C}" dt="2023-10-26T17:01:42.325" v="1212" actId="47"/>
        <pc:sldMkLst>
          <pc:docMk/>
          <pc:sldMk cId="0" sldId="342"/>
        </pc:sldMkLst>
        <pc:spChg chg="add del mod">
          <ac:chgData name="Tania López" userId="77f58189-e01e-4d35-9d35-b5786e1d02a6" providerId="ADAL" clId="{6DB104F0-BC0B-438B-9298-CCD48DBCDF3C}" dt="2023-10-26T16:38:33.421" v="846" actId="478"/>
          <ac:spMkLst>
            <pc:docMk/>
            <pc:sldMk cId="0" sldId="342"/>
            <ac:spMk id="3" creationId="{92266276-502F-7EDE-53F5-0F97C93858B1}"/>
          </ac:spMkLst>
        </pc:spChg>
        <pc:spChg chg="mod">
          <ac:chgData name="Tania López" userId="77f58189-e01e-4d35-9d35-b5786e1d02a6" providerId="ADAL" clId="{6DB104F0-BC0B-438B-9298-CCD48DBCDF3C}" dt="2023-10-26T16:38:16.042" v="841" actId="20577"/>
          <ac:spMkLst>
            <pc:docMk/>
            <pc:sldMk cId="0" sldId="342"/>
            <ac:spMk id="9218" creationId="{00000000-0000-0000-0000-000000000000}"/>
          </ac:spMkLst>
        </pc:spChg>
        <pc:spChg chg="del">
          <ac:chgData name="Tania López" userId="77f58189-e01e-4d35-9d35-b5786e1d02a6" providerId="ADAL" clId="{6DB104F0-BC0B-438B-9298-CCD48DBCDF3C}" dt="2023-10-26T16:38:28.548" v="844" actId="478"/>
          <ac:spMkLst>
            <pc:docMk/>
            <pc:sldMk cId="0" sldId="342"/>
            <ac:spMk id="9219" creationId="{00000000-0000-0000-0000-000000000000}"/>
          </ac:spMkLst>
        </pc:spChg>
        <pc:graphicFrameChg chg="add mod modGraphic">
          <ac:chgData name="Tania López" userId="77f58189-e01e-4d35-9d35-b5786e1d02a6" providerId="ADAL" clId="{6DB104F0-BC0B-438B-9298-CCD48DBCDF3C}" dt="2023-10-26T16:39:29.200" v="953" actId="20577"/>
          <ac:graphicFrameMkLst>
            <pc:docMk/>
            <pc:sldMk cId="0" sldId="342"/>
            <ac:graphicFrameMk id="4" creationId="{913CFB02-B2B5-2D2D-678A-DF2CA22443E1}"/>
          </ac:graphicFrameMkLst>
        </pc:graphicFrameChg>
      </pc:sldChg>
      <pc:sldChg chg="modSp new mod">
        <pc:chgData name="Tania López" userId="77f58189-e01e-4d35-9d35-b5786e1d02a6" providerId="ADAL" clId="{6DB104F0-BC0B-438B-9298-CCD48DBCDF3C}" dt="2023-10-26T18:33:36.710" v="2194" actId="20577"/>
        <pc:sldMkLst>
          <pc:docMk/>
          <pc:sldMk cId="2698111336" sldId="343"/>
        </pc:sldMkLst>
        <pc:spChg chg="mod">
          <ac:chgData name="Tania López" userId="77f58189-e01e-4d35-9d35-b5786e1d02a6" providerId="ADAL" clId="{6DB104F0-BC0B-438B-9298-CCD48DBCDF3C}" dt="2023-10-26T16:40:05.019" v="958" actId="20577"/>
          <ac:spMkLst>
            <pc:docMk/>
            <pc:sldMk cId="2698111336" sldId="343"/>
            <ac:spMk id="2" creationId="{CA7FBC92-4E57-D806-EAB3-FB7EBB47405F}"/>
          </ac:spMkLst>
        </pc:spChg>
        <pc:spChg chg="mod">
          <ac:chgData name="Tania López" userId="77f58189-e01e-4d35-9d35-b5786e1d02a6" providerId="ADAL" clId="{6DB104F0-BC0B-438B-9298-CCD48DBCDF3C}" dt="2023-10-26T18:33:36.710" v="2194" actId="20577"/>
          <ac:spMkLst>
            <pc:docMk/>
            <pc:sldMk cId="2698111336" sldId="343"/>
            <ac:spMk id="3" creationId="{AB4DDB43-85A8-240D-2588-E93C7AC1C530}"/>
          </ac:spMkLst>
        </pc:spChg>
      </pc:sldChg>
      <pc:sldChg chg="new del">
        <pc:chgData name="Tania López" userId="77f58189-e01e-4d35-9d35-b5786e1d02a6" providerId="ADAL" clId="{6DB104F0-BC0B-438B-9298-CCD48DBCDF3C}" dt="2023-10-26T16:39:55.660" v="955" actId="680"/>
        <pc:sldMkLst>
          <pc:docMk/>
          <pc:sldMk cId="3050601772" sldId="343"/>
        </pc:sldMkLst>
      </pc:sldChg>
      <pc:sldChg chg="modSp add del mod">
        <pc:chgData name="Tania López" userId="77f58189-e01e-4d35-9d35-b5786e1d02a6" providerId="ADAL" clId="{6DB104F0-BC0B-438B-9298-CCD48DBCDF3C}" dt="2023-10-26T16:42:48.583" v="995" actId="47"/>
        <pc:sldMkLst>
          <pc:docMk/>
          <pc:sldMk cId="0" sldId="344"/>
        </pc:sldMkLst>
        <pc:spChg chg="mod">
          <ac:chgData name="Tania López" userId="77f58189-e01e-4d35-9d35-b5786e1d02a6" providerId="ADAL" clId="{6DB104F0-BC0B-438B-9298-CCD48DBCDF3C}" dt="2023-10-26T16:40:53.187" v="973" actId="27636"/>
          <ac:spMkLst>
            <pc:docMk/>
            <pc:sldMk cId="0" sldId="344"/>
            <ac:spMk id="11267" creationId="{00000000-0000-0000-0000-000000000000}"/>
          </ac:spMkLst>
        </pc:spChg>
      </pc:sldChg>
      <pc:sldChg chg="modSp new del mod">
        <pc:chgData name="Tania López" userId="77f58189-e01e-4d35-9d35-b5786e1d02a6" providerId="ADAL" clId="{6DB104F0-BC0B-438B-9298-CCD48DBCDF3C}" dt="2023-10-26T17:01:43.426" v="1213" actId="47"/>
        <pc:sldMkLst>
          <pc:docMk/>
          <pc:sldMk cId="1089586557" sldId="344"/>
        </pc:sldMkLst>
        <pc:spChg chg="mod">
          <ac:chgData name="Tania López" userId="77f58189-e01e-4d35-9d35-b5786e1d02a6" providerId="ADAL" clId="{6DB104F0-BC0B-438B-9298-CCD48DBCDF3C}" dt="2023-10-26T16:43:16.831" v="1019" actId="20577"/>
          <ac:spMkLst>
            <pc:docMk/>
            <pc:sldMk cId="1089586557" sldId="344"/>
            <ac:spMk id="2" creationId="{6EBF55BD-1A5E-D4CE-77E0-CE751AAE3713}"/>
          </ac:spMkLst>
        </pc:spChg>
        <pc:spChg chg="mod">
          <ac:chgData name="Tania López" userId="77f58189-e01e-4d35-9d35-b5786e1d02a6" providerId="ADAL" clId="{6DB104F0-BC0B-438B-9298-CCD48DBCDF3C}" dt="2023-10-26T16:43:37.897" v="1023" actId="33524"/>
          <ac:spMkLst>
            <pc:docMk/>
            <pc:sldMk cId="1089586557" sldId="344"/>
            <ac:spMk id="3" creationId="{EF3D5CB6-4B3C-9A0A-21D8-C81E88ACA25D}"/>
          </ac:spMkLst>
        </pc:spChg>
      </pc:sldChg>
      <pc:sldChg chg="modSp new mod">
        <pc:chgData name="Tania López" userId="77f58189-e01e-4d35-9d35-b5786e1d02a6" providerId="ADAL" clId="{6DB104F0-BC0B-438B-9298-CCD48DBCDF3C}" dt="2023-10-26T21:46:12.539" v="3430" actId="120"/>
        <pc:sldMkLst>
          <pc:docMk/>
          <pc:sldMk cId="1605939230" sldId="344"/>
        </pc:sldMkLst>
        <pc:spChg chg="mod">
          <ac:chgData name="Tania López" userId="77f58189-e01e-4d35-9d35-b5786e1d02a6" providerId="ADAL" clId="{6DB104F0-BC0B-438B-9298-CCD48DBCDF3C}" dt="2023-10-26T17:03:10.285" v="1261" actId="20577"/>
          <ac:spMkLst>
            <pc:docMk/>
            <pc:sldMk cId="1605939230" sldId="344"/>
            <ac:spMk id="2" creationId="{9D263183-C875-6142-272A-635751F10831}"/>
          </ac:spMkLst>
        </pc:spChg>
        <pc:spChg chg="mod">
          <ac:chgData name="Tania López" userId="77f58189-e01e-4d35-9d35-b5786e1d02a6" providerId="ADAL" clId="{6DB104F0-BC0B-438B-9298-CCD48DBCDF3C}" dt="2023-10-26T21:46:12.539" v="3430" actId="120"/>
          <ac:spMkLst>
            <pc:docMk/>
            <pc:sldMk cId="1605939230" sldId="344"/>
            <ac:spMk id="3" creationId="{C97D4410-38FE-9225-E6EC-70BC59065B8B}"/>
          </ac:spMkLst>
        </pc:spChg>
      </pc:sldChg>
      <pc:sldChg chg="addSp delSp modSp new del mod">
        <pc:chgData name="Tania López" userId="77f58189-e01e-4d35-9d35-b5786e1d02a6" providerId="ADAL" clId="{6DB104F0-BC0B-438B-9298-CCD48DBCDF3C}" dt="2023-10-26T18:29:13.564" v="2118" actId="47"/>
        <pc:sldMkLst>
          <pc:docMk/>
          <pc:sldMk cId="2821845282" sldId="345"/>
        </pc:sldMkLst>
        <pc:spChg chg="mod">
          <ac:chgData name="Tania López" userId="77f58189-e01e-4d35-9d35-b5786e1d02a6" providerId="ADAL" clId="{6DB104F0-BC0B-438B-9298-CCD48DBCDF3C}" dt="2023-10-26T17:10:25.570" v="1368"/>
          <ac:spMkLst>
            <pc:docMk/>
            <pc:sldMk cId="2821845282" sldId="345"/>
            <ac:spMk id="2" creationId="{D7F9B75E-A731-F2B5-696C-806F97DEEE65}"/>
          </ac:spMkLst>
        </pc:spChg>
        <pc:spChg chg="del">
          <ac:chgData name="Tania López" userId="77f58189-e01e-4d35-9d35-b5786e1d02a6" providerId="ADAL" clId="{6DB104F0-BC0B-438B-9298-CCD48DBCDF3C}" dt="2023-10-26T17:11:11.238" v="1369" actId="3680"/>
          <ac:spMkLst>
            <pc:docMk/>
            <pc:sldMk cId="2821845282" sldId="345"/>
            <ac:spMk id="3" creationId="{F3DF12D3-D216-16FC-CD91-7E635B2579BA}"/>
          </ac:spMkLst>
        </pc:spChg>
        <pc:spChg chg="add del mod">
          <ac:chgData name="Tania López" userId="77f58189-e01e-4d35-9d35-b5786e1d02a6" providerId="ADAL" clId="{6DB104F0-BC0B-438B-9298-CCD48DBCDF3C}" dt="2023-10-26T17:11:37.828" v="1372" actId="478"/>
          <ac:spMkLst>
            <pc:docMk/>
            <pc:sldMk cId="2821845282" sldId="345"/>
            <ac:spMk id="6" creationId="{96BA1336-806B-7C08-8C0C-A543FBB2CF65}"/>
          </ac:spMkLst>
        </pc:spChg>
        <pc:graphicFrameChg chg="add del mod ord modGraphic">
          <ac:chgData name="Tania López" userId="77f58189-e01e-4d35-9d35-b5786e1d02a6" providerId="ADAL" clId="{6DB104F0-BC0B-438B-9298-CCD48DBCDF3C}" dt="2023-10-26T17:19:56.391" v="1557" actId="2165"/>
          <ac:graphicFrameMkLst>
            <pc:docMk/>
            <pc:sldMk cId="2821845282" sldId="345"/>
            <ac:graphicFrameMk id="4" creationId="{9E271A2F-6BEF-B5E1-F883-B189DD659749}"/>
          </ac:graphicFrameMkLst>
        </pc:graphicFrameChg>
      </pc:sldChg>
      <pc:sldChg chg="modSp add del mod">
        <pc:chgData name="Tania López" userId="77f58189-e01e-4d35-9d35-b5786e1d02a6" providerId="ADAL" clId="{6DB104F0-BC0B-438B-9298-CCD48DBCDF3C}" dt="2023-10-26T18:29:27.436" v="2123" actId="47"/>
        <pc:sldMkLst>
          <pc:docMk/>
          <pc:sldMk cId="2170112925" sldId="346"/>
        </pc:sldMkLst>
        <pc:graphicFrameChg chg="mod modGraphic">
          <ac:chgData name="Tania López" userId="77f58189-e01e-4d35-9d35-b5786e1d02a6" providerId="ADAL" clId="{6DB104F0-BC0B-438B-9298-CCD48DBCDF3C}" dt="2023-10-26T17:21:27.953" v="1588" actId="20577"/>
          <ac:graphicFrameMkLst>
            <pc:docMk/>
            <pc:sldMk cId="2170112925" sldId="346"/>
            <ac:graphicFrameMk id="4" creationId="{9E271A2F-6BEF-B5E1-F883-B189DD659749}"/>
          </ac:graphicFrameMkLst>
        </pc:graphicFrameChg>
      </pc:sldChg>
      <pc:sldChg chg="modSp new mod">
        <pc:chgData name="Tania López" userId="77f58189-e01e-4d35-9d35-b5786e1d02a6" providerId="ADAL" clId="{6DB104F0-BC0B-438B-9298-CCD48DBCDF3C}" dt="2023-10-26T18:52:19.829" v="3307" actId="790"/>
        <pc:sldMkLst>
          <pc:docMk/>
          <pc:sldMk cId="2138848956" sldId="347"/>
        </pc:sldMkLst>
        <pc:spChg chg="mod">
          <ac:chgData name="Tania López" userId="77f58189-e01e-4d35-9d35-b5786e1d02a6" providerId="ADAL" clId="{6DB104F0-BC0B-438B-9298-CCD48DBCDF3C}" dt="2023-10-26T18:13:01.636" v="1638" actId="20577"/>
          <ac:spMkLst>
            <pc:docMk/>
            <pc:sldMk cId="2138848956" sldId="347"/>
            <ac:spMk id="2" creationId="{19D2DC2A-44F8-5D88-FC53-3CD94ACA98DB}"/>
          </ac:spMkLst>
        </pc:spChg>
        <pc:spChg chg="mod">
          <ac:chgData name="Tania López" userId="77f58189-e01e-4d35-9d35-b5786e1d02a6" providerId="ADAL" clId="{6DB104F0-BC0B-438B-9298-CCD48DBCDF3C}" dt="2023-10-26T18:52:19.829" v="3307" actId="790"/>
          <ac:spMkLst>
            <pc:docMk/>
            <pc:sldMk cId="2138848956" sldId="347"/>
            <ac:spMk id="3" creationId="{20537863-64C2-2C3B-35D1-5FEE643D232B}"/>
          </ac:spMkLst>
        </pc:spChg>
      </pc:sldChg>
      <pc:sldChg chg="modSp new mod">
        <pc:chgData name="Tania López" userId="77f58189-e01e-4d35-9d35-b5786e1d02a6" providerId="ADAL" clId="{6DB104F0-BC0B-438B-9298-CCD48DBCDF3C}" dt="2023-10-26T18:19:22.010" v="1958" actId="313"/>
        <pc:sldMkLst>
          <pc:docMk/>
          <pc:sldMk cId="3425659044" sldId="348"/>
        </pc:sldMkLst>
        <pc:spChg chg="mod">
          <ac:chgData name="Tania López" userId="77f58189-e01e-4d35-9d35-b5786e1d02a6" providerId="ADAL" clId="{6DB104F0-BC0B-438B-9298-CCD48DBCDF3C}" dt="2023-10-26T18:15:50.665" v="1668" actId="20577"/>
          <ac:spMkLst>
            <pc:docMk/>
            <pc:sldMk cId="3425659044" sldId="348"/>
            <ac:spMk id="2" creationId="{D59CD888-5505-833C-8B78-792ED4E26EF2}"/>
          </ac:spMkLst>
        </pc:spChg>
        <pc:spChg chg="mod">
          <ac:chgData name="Tania López" userId="77f58189-e01e-4d35-9d35-b5786e1d02a6" providerId="ADAL" clId="{6DB104F0-BC0B-438B-9298-CCD48DBCDF3C}" dt="2023-10-26T18:19:22.010" v="1958" actId="313"/>
          <ac:spMkLst>
            <pc:docMk/>
            <pc:sldMk cId="3425659044" sldId="348"/>
            <ac:spMk id="3" creationId="{9D634019-5092-2CCA-C1CC-04AF1964BC48}"/>
          </ac:spMkLst>
        </pc:spChg>
      </pc:sldChg>
      <pc:sldChg chg="addSp delSp modSp new mod">
        <pc:chgData name="Tania López" userId="77f58189-e01e-4d35-9d35-b5786e1d02a6" providerId="ADAL" clId="{6DB104F0-BC0B-438B-9298-CCD48DBCDF3C}" dt="2023-10-26T18:25:02.701" v="2108" actId="20577"/>
        <pc:sldMkLst>
          <pc:docMk/>
          <pc:sldMk cId="251995193" sldId="349"/>
        </pc:sldMkLst>
        <pc:spChg chg="mod">
          <ac:chgData name="Tania López" userId="77f58189-e01e-4d35-9d35-b5786e1d02a6" providerId="ADAL" clId="{6DB104F0-BC0B-438B-9298-CCD48DBCDF3C}" dt="2023-10-26T18:21:29.981" v="1982" actId="20577"/>
          <ac:spMkLst>
            <pc:docMk/>
            <pc:sldMk cId="251995193" sldId="349"/>
            <ac:spMk id="2" creationId="{08A0AE3C-9AD6-667B-2C62-73D510340BEE}"/>
          </ac:spMkLst>
        </pc:spChg>
        <pc:spChg chg="del">
          <ac:chgData name="Tania López" userId="77f58189-e01e-4d35-9d35-b5786e1d02a6" providerId="ADAL" clId="{6DB104F0-BC0B-438B-9298-CCD48DBCDF3C}" dt="2023-10-26T18:21:16.423" v="1960" actId="3680"/>
          <ac:spMkLst>
            <pc:docMk/>
            <pc:sldMk cId="251995193" sldId="349"/>
            <ac:spMk id="3" creationId="{F73CA75C-5B1C-7BAE-F234-6BDC5A949522}"/>
          </ac:spMkLst>
        </pc:spChg>
        <pc:graphicFrameChg chg="add mod ord modGraphic">
          <ac:chgData name="Tania López" userId="77f58189-e01e-4d35-9d35-b5786e1d02a6" providerId="ADAL" clId="{6DB104F0-BC0B-438B-9298-CCD48DBCDF3C}" dt="2023-10-26T18:25:02.701" v="2108" actId="20577"/>
          <ac:graphicFrameMkLst>
            <pc:docMk/>
            <pc:sldMk cId="251995193" sldId="349"/>
            <ac:graphicFrameMk id="4" creationId="{F4F0907F-5F36-6A65-0991-F934A902BF1B}"/>
          </ac:graphicFrameMkLst>
        </pc:graphicFrameChg>
      </pc:sldChg>
      <pc:sldChg chg="modSp new mod">
        <pc:chgData name="Tania López" userId="77f58189-e01e-4d35-9d35-b5786e1d02a6" providerId="ADAL" clId="{6DB104F0-BC0B-438B-9298-CCD48DBCDF3C}" dt="2023-10-26T18:52:50.881" v="3308" actId="790"/>
        <pc:sldMkLst>
          <pc:docMk/>
          <pc:sldMk cId="759885736" sldId="350"/>
        </pc:sldMkLst>
        <pc:spChg chg="mod">
          <ac:chgData name="Tania López" userId="77f58189-e01e-4d35-9d35-b5786e1d02a6" providerId="ADAL" clId="{6DB104F0-BC0B-438B-9298-CCD48DBCDF3C}" dt="2023-10-26T18:29:36.707" v="2124"/>
          <ac:spMkLst>
            <pc:docMk/>
            <pc:sldMk cId="759885736" sldId="350"/>
            <ac:spMk id="2" creationId="{4DBC0245-3FE7-67A3-AC63-63F0AC5DA6F7}"/>
          </ac:spMkLst>
        </pc:spChg>
        <pc:spChg chg="mod">
          <ac:chgData name="Tania López" userId="77f58189-e01e-4d35-9d35-b5786e1d02a6" providerId="ADAL" clId="{6DB104F0-BC0B-438B-9298-CCD48DBCDF3C}" dt="2023-10-26T18:52:50.881" v="3308" actId="790"/>
          <ac:spMkLst>
            <pc:docMk/>
            <pc:sldMk cId="759885736" sldId="350"/>
            <ac:spMk id="3" creationId="{7DE6673B-A3B2-435A-7102-4142CD3F25F7}"/>
          </ac:spMkLst>
        </pc:spChg>
      </pc:sldChg>
      <pc:sldChg chg="addSp delSp modSp add mod">
        <pc:chgData name="Tania López" userId="77f58189-e01e-4d35-9d35-b5786e1d02a6" providerId="ADAL" clId="{6DB104F0-BC0B-438B-9298-CCD48DBCDF3C}" dt="2023-10-26T18:29:11.172" v="2117"/>
        <pc:sldMkLst>
          <pc:docMk/>
          <pc:sldMk cId="3621971893" sldId="351"/>
        </pc:sldMkLst>
        <pc:spChg chg="add del mod">
          <ac:chgData name="Tania López" userId="77f58189-e01e-4d35-9d35-b5786e1d02a6" providerId="ADAL" clId="{6DB104F0-BC0B-438B-9298-CCD48DBCDF3C}" dt="2023-10-26T18:28:59.917" v="2115" actId="3680"/>
          <ac:spMkLst>
            <pc:docMk/>
            <pc:sldMk cId="3621971893" sldId="351"/>
            <ac:spMk id="5" creationId="{9ACE5329-02A3-8A05-E399-5748BEFC3868}"/>
          </ac:spMkLst>
        </pc:spChg>
        <pc:graphicFrameChg chg="del">
          <ac:chgData name="Tania López" userId="77f58189-e01e-4d35-9d35-b5786e1d02a6" providerId="ADAL" clId="{6DB104F0-BC0B-438B-9298-CCD48DBCDF3C}" dt="2023-10-26T18:28:55.864" v="2114" actId="478"/>
          <ac:graphicFrameMkLst>
            <pc:docMk/>
            <pc:sldMk cId="3621971893" sldId="351"/>
            <ac:graphicFrameMk id="4" creationId="{9E271A2F-6BEF-B5E1-F883-B189DD659749}"/>
          </ac:graphicFrameMkLst>
        </pc:graphicFrameChg>
        <pc:graphicFrameChg chg="add mod ord modGraphic">
          <ac:chgData name="Tania López" userId="77f58189-e01e-4d35-9d35-b5786e1d02a6" providerId="ADAL" clId="{6DB104F0-BC0B-438B-9298-CCD48DBCDF3C}" dt="2023-10-26T18:29:11.172" v="2117"/>
          <ac:graphicFrameMkLst>
            <pc:docMk/>
            <pc:sldMk cId="3621971893" sldId="351"/>
            <ac:graphicFrameMk id="6" creationId="{D4F56801-2CAB-1AA4-4121-7DAC9E011CB0}"/>
          </ac:graphicFrameMkLst>
        </pc:graphicFrameChg>
      </pc:sldChg>
      <pc:sldChg chg="modSp add mod">
        <pc:chgData name="Tania López" userId="77f58189-e01e-4d35-9d35-b5786e1d02a6" providerId="ADAL" clId="{6DB104F0-BC0B-438B-9298-CCD48DBCDF3C}" dt="2023-10-26T18:29:25.560" v="2122"/>
        <pc:sldMkLst>
          <pc:docMk/>
          <pc:sldMk cId="1503159931" sldId="352"/>
        </pc:sldMkLst>
        <pc:graphicFrameChg chg="mod modGraphic">
          <ac:chgData name="Tania López" userId="77f58189-e01e-4d35-9d35-b5786e1d02a6" providerId="ADAL" clId="{6DB104F0-BC0B-438B-9298-CCD48DBCDF3C}" dt="2023-10-26T18:29:25.560" v="2122"/>
          <ac:graphicFrameMkLst>
            <pc:docMk/>
            <pc:sldMk cId="1503159931" sldId="352"/>
            <ac:graphicFrameMk id="6" creationId="{D4F56801-2CAB-1AA4-4121-7DAC9E011CB0}"/>
          </ac:graphicFrameMkLst>
        </pc:graphicFrameChg>
      </pc:sldChg>
      <pc:sldChg chg="add">
        <pc:chgData name="Tania López" userId="77f58189-e01e-4d35-9d35-b5786e1d02a6" providerId="ADAL" clId="{6DB104F0-BC0B-438B-9298-CCD48DBCDF3C}" dt="2023-10-26T18:38:27.752" v="2281" actId="2890"/>
        <pc:sldMkLst>
          <pc:docMk/>
          <pc:sldMk cId="252895482" sldId="353"/>
        </pc:sldMkLst>
      </pc:sldChg>
      <pc:sldChg chg="new del">
        <pc:chgData name="Tania López" userId="77f58189-e01e-4d35-9d35-b5786e1d02a6" providerId="ADAL" clId="{6DB104F0-BC0B-438B-9298-CCD48DBCDF3C}" dt="2023-10-26T18:46:33.945" v="2783" actId="47"/>
        <pc:sldMkLst>
          <pc:docMk/>
          <pc:sldMk cId="430443619" sldId="354"/>
        </pc:sldMkLst>
      </pc:sldChg>
      <pc:sldChg chg="modSp new del mod">
        <pc:chgData name="Tania López" userId="77f58189-e01e-4d35-9d35-b5786e1d02a6" providerId="ADAL" clId="{6DB104F0-BC0B-438B-9298-CCD48DBCDF3C}" dt="2023-10-26T18:52:02.605" v="3305" actId="47"/>
        <pc:sldMkLst>
          <pc:docMk/>
          <pc:sldMk cId="631741333" sldId="354"/>
        </pc:sldMkLst>
        <pc:spChg chg="mod">
          <ac:chgData name="Tania López" userId="77f58189-e01e-4d35-9d35-b5786e1d02a6" providerId="ADAL" clId="{6DB104F0-BC0B-438B-9298-CCD48DBCDF3C}" dt="2023-10-26T18:50:21.448" v="2953" actId="20577"/>
          <ac:spMkLst>
            <pc:docMk/>
            <pc:sldMk cId="631741333" sldId="354"/>
            <ac:spMk id="2" creationId="{D94C8DD1-03FF-30B9-1D3F-6A49D3B0DD37}"/>
          </ac:spMkLst>
        </pc:spChg>
        <pc:spChg chg="mod">
          <ac:chgData name="Tania López" userId="77f58189-e01e-4d35-9d35-b5786e1d02a6" providerId="ADAL" clId="{6DB104F0-BC0B-438B-9298-CCD48DBCDF3C}" dt="2023-10-26T18:52:00.143" v="3304" actId="20577"/>
          <ac:spMkLst>
            <pc:docMk/>
            <pc:sldMk cId="631741333" sldId="354"/>
            <ac:spMk id="3" creationId="{FCA16C5D-8866-633B-EB8C-61CD18C6C908}"/>
          </ac:spMkLst>
        </pc:spChg>
      </pc:sldChg>
      <pc:sldChg chg="modSp new del mod">
        <pc:chgData name="Tania López" userId="77f58189-e01e-4d35-9d35-b5786e1d02a6" providerId="ADAL" clId="{6DB104F0-BC0B-438B-9298-CCD48DBCDF3C}" dt="2023-10-26T18:48:17.208" v="2878" actId="47"/>
        <pc:sldMkLst>
          <pc:docMk/>
          <pc:sldMk cId="1571996687" sldId="354"/>
        </pc:sldMkLst>
        <pc:spChg chg="mod">
          <ac:chgData name="Tania López" userId="77f58189-e01e-4d35-9d35-b5786e1d02a6" providerId="ADAL" clId="{6DB104F0-BC0B-438B-9298-CCD48DBCDF3C}" dt="2023-10-26T18:47:58.761" v="2877" actId="20577"/>
          <ac:spMkLst>
            <pc:docMk/>
            <pc:sldMk cId="1571996687" sldId="354"/>
            <ac:spMk id="2" creationId="{246DB623-A4CF-3A10-9865-E3E96449725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dirty="0"/>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06B517B-BA37-4EA1-96B0-79C9BB076268}" type="datetimeFigureOut">
              <a:rPr lang="es-MX" smtClean="0"/>
              <a:t>26/10/2023</a:t>
            </a:fld>
            <a:endParaRPr lang="es-MX" dirty="0"/>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dirty="0"/>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dirty="0"/>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960C16-F48E-4A39-A39D-712CE0F1270B}" type="slidenum">
              <a:rPr lang="es-MX" smtClean="0"/>
              <a:t>‹Nº›</a:t>
            </a:fld>
            <a:endParaRPr lang="es-MX" dirty="0"/>
          </a:p>
        </p:txBody>
      </p:sp>
    </p:spTree>
    <p:extLst>
      <p:ext uri="{BB962C8B-B14F-4D97-AF65-F5344CB8AC3E}">
        <p14:creationId xmlns:p14="http://schemas.microsoft.com/office/powerpoint/2010/main" val="17172774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fld id="{44960C16-F48E-4A39-A39D-712CE0F1270B}" type="slidenum">
              <a:rPr lang="es-MX" smtClean="0"/>
              <a:t>3</a:t>
            </a:fld>
            <a:endParaRPr lang="es-MX" dirty="0"/>
          </a:p>
        </p:txBody>
      </p:sp>
    </p:spTree>
    <p:extLst>
      <p:ext uri="{BB962C8B-B14F-4D97-AF65-F5344CB8AC3E}">
        <p14:creationId xmlns:p14="http://schemas.microsoft.com/office/powerpoint/2010/main" val="20711713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3 Marcador de número de diapositiva"/>
          <p:cNvSpPr>
            <a:spLocks noGrp="1"/>
          </p:cNvSpPr>
          <p:nvPr>
            <p:ph type="sldNum" sz="quarter" idx="10"/>
          </p:nvPr>
        </p:nvSpPr>
        <p:spPr/>
        <p:txBody>
          <a:bodyPr/>
          <a:lstStyle/>
          <a:p>
            <a:fld id="{9329043C-FEF2-431C-9F0C-14AC7BFF84EB}" type="slidenum">
              <a:rPr lang="es-MX" smtClean="0"/>
              <a:pPr/>
              <a:t>18</a:t>
            </a:fld>
            <a:endParaRPr lang="es-MX"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p:cNvSpPr>
            <a:spLocks noGrp="1"/>
          </p:cNvSpPr>
          <p:nvPr>
            <p:ph type="dt" sz="half" idx="10"/>
          </p:nvPr>
        </p:nvSpPr>
        <p:spPr/>
        <p:txBody>
          <a:bodyPr/>
          <a:lstStyle/>
          <a:p>
            <a:fld id="{A66DAB19-D868-4620-A06A-DD1486530B4C}" type="datetimeFigureOut">
              <a:rPr lang="es-MX" smtClean="0"/>
              <a:t>26/10/2023</a:t>
            </a:fld>
            <a:endParaRPr lang="es-MX" dirty="0"/>
          </a:p>
        </p:txBody>
      </p:sp>
      <p:sp>
        <p:nvSpPr>
          <p:cNvPr id="5" name="Marcador de pie de página 4"/>
          <p:cNvSpPr>
            <a:spLocks noGrp="1"/>
          </p:cNvSpPr>
          <p:nvPr>
            <p:ph type="ftr" sz="quarter" idx="11"/>
          </p:nvPr>
        </p:nvSpPr>
        <p:spPr/>
        <p:txBody>
          <a:bodyPr/>
          <a:lstStyle/>
          <a:p>
            <a:endParaRPr lang="es-MX" dirty="0"/>
          </a:p>
        </p:txBody>
      </p:sp>
      <p:sp>
        <p:nvSpPr>
          <p:cNvPr id="6" name="Marcador de número de diapositiva 5"/>
          <p:cNvSpPr>
            <a:spLocks noGrp="1"/>
          </p:cNvSpPr>
          <p:nvPr>
            <p:ph type="sldNum" sz="quarter" idx="12"/>
          </p:nvPr>
        </p:nvSpPr>
        <p:spPr/>
        <p:txBody>
          <a:bodyPr/>
          <a:lstStyle/>
          <a:p>
            <a:fld id="{BB9BA771-16A8-4BE6-AB28-974A037EDCF7}" type="slidenum">
              <a:rPr lang="es-MX" smtClean="0"/>
              <a:t>‹Nº›</a:t>
            </a:fld>
            <a:endParaRPr lang="es-MX" dirty="0"/>
          </a:p>
        </p:txBody>
      </p:sp>
    </p:spTree>
    <p:extLst>
      <p:ext uri="{BB962C8B-B14F-4D97-AF65-F5344CB8AC3E}">
        <p14:creationId xmlns:p14="http://schemas.microsoft.com/office/powerpoint/2010/main" val="10699886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MX"/>
          </a:p>
        </p:txBody>
      </p:sp>
      <p:sp>
        <p:nvSpPr>
          <p:cNvPr id="3" name="Marcador de contenido 2"/>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p:cNvSpPr>
            <a:spLocks noGrp="1"/>
          </p:cNvSpPr>
          <p:nvPr>
            <p:ph type="dt" sz="half" idx="10"/>
          </p:nvPr>
        </p:nvSpPr>
        <p:spPr/>
        <p:txBody>
          <a:bodyPr/>
          <a:lstStyle/>
          <a:p>
            <a:fld id="{A66DAB19-D868-4620-A06A-DD1486530B4C}" type="datetimeFigureOut">
              <a:rPr lang="es-MX" smtClean="0"/>
              <a:t>26/10/2023</a:t>
            </a:fld>
            <a:endParaRPr lang="es-MX" dirty="0"/>
          </a:p>
        </p:txBody>
      </p:sp>
      <p:sp>
        <p:nvSpPr>
          <p:cNvPr id="5" name="Marcador de pie de página 4"/>
          <p:cNvSpPr>
            <a:spLocks noGrp="1"/>
          </p:cNvSpPr>
          <p:nvPr>
            <p:ph type="ftr" sz="quarter" idx="11"/>
          </p:nvPr>
        </p:nvSpPr>
        <p:spPr/>
        <p:txBody>
          <a:bodyPr/>
          <a:lstStyle/>
          <a:p>
            <a:endParaRPr lang="es-MX" dirty="0"/>
          </a:p>
        </p:txBody>
      </p:sp>
      <p:sp>
        <p:nvSpPr>
          <p:cNvPr id="6" name="Marcador de número de diapositiva 5"/>
          <p:cNvSpPr>
            <a:spLocks noGrp="1"/>
          </p:cNvSpPr>
          <p:nvPr>
            <p:ph type="sldNum" sz="quarter" idx="12"/>
          </p:nvPr>
        </p:nvSpPr>
        <p:spPr/>
        <p:txBody>
          <a:bodyPr/>
          <a:lstStyle/>
          <a:p>
            <a:fld id="{BB9BA771-16A8-4BE6-AB28-974A037EDCF7}" type="slidenum">
              <a:rPr lang="es-MX" smtClean="0"/>
              <a:t>‹Nº›</a:t>
            </a:fld>
            <a:endParaRPr lang="es-MX" dirty="0"/>
          </a:p>
        </p:txBody>
      </p:sp>
    </p:spTree>
    <p:extLst>
      <p:ext uri="{BB962C8B-B14F-4D97-AF65-F5344CB8AC3E}">
        <p14:creationId xmlns:p14="http://schemas.microsoft.com/office/powerpoint/2010/main" val="2294769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el estilo de texto del patrón</a:t>
            </a:r>
          </a:p>
        </p:txBody>
      </p:sp>
      <p:sp>
        <p:nvSpPr>
          <p:cNvPr id="4" name="Marcador de fecha 3"/>
          <p:cNvSpPr>
            <a:spLocks noGrp="1"/>
          </p:cNvSpPr>
          <p:nvPr>
            <p:ph type="dt" sz="half" idx="10"/>
          </p:nvPr>
        </p:nvSpPr>
        <p:spPr/>
        <p:txBody>
          <a:bodyPr/>
          <a:lstStyle/>
          <a:p>
            <a:fld id="{A66DAB19-D868-4620-A06A-DD1486530B4C}" type="datetimeFigureOut">
              <a:rPr lang="es-MX" smtClean="0"/>
              <a:t>26/10/2023</a:t>
            </a:fld>
            <a:endParaRPr lang="es-MX" dirty="0"/>
          </a:p>
        </p:txBody>
      </p:sp>
      <p:sp>
        <p:nvSpPr>
          <p:cNvPr id="5" name="Marcador de pie de página 4"/>
          <p:cNvSpPr>
            <a:spLocks noGrp="1"/>
          </p:cNvSpPr>
          <p:nvPr>
            <p:ph type="ftr" sz="quarter" idx="11"/>
          </p:nvPr>
        </p:nvSpPr>
        <p:spPr/>
        <p:txBody>
          <a:bodyPr/>
          <a:lstStyle/>
          <a:p>
            <a:endParaRPr lang="es-MX" dirty="0"/>
          </a:p>
        </p:txBody>
      </p:sp>
      <p:sp>
        <p:nvSpPr>
          <p:cNvPr id="6" name="Marcador de número de diapositiva 5"/>
          <p:cNvSpPr>
            <a:spLocks noGrp="1"/>
          </p:cNvSpPr>
          <p:nvPr>
            <p:ph type="sldNum" sz="quarter" idx="12"/>
          </p:nvPr>
        </p:nvSpPr>
        <p:spPr/>
        <p:txBody>
          <a:bodyPr/>
          <a:lstStyle/>
          <a:p>
            <a:fld id="{BB9BA771-16A8-4BE6-AB28-974A037EDCF7}" type="slidenum">
              <a:rPr lang="es-MX" smtClean="0"/>
              <a:t>‹Nº›</a:t>
            </a:fld>
            <a:endParaRPr lang="es-MX" dirty="0"/>
          </a:p>
        </p:txBody>
      </p:sp>
    </p:spTree>
    <p:extLst>
      <p:ext uri="{BB962C8B-B14F-4D97-AF65-F5344CB8AC3E}">
        <p14:creationId xmlns:p14="http://schemas.microsoft.com/office/powerpoint/2010/main" val="37359988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MX"/>
          </a:p>
        </p:txBody>
      </p:sp>
      <p:sp>
        <p:nvSpPr>
          <p:cNvPr id="3" name="Marcador de contenido 2"/>
          <p:cNvSpPr>
            <a:spLocks noGrp="1"/>
          </p:cNvSpPr>
          <p:nvPr>
            <p:ph sz="half" idx="1"/>
          </p:nvPr>
        </p:nvSpPr>
        <p:spPr>
          <a:xfrm>
            <a:off x="838200" y="1825625"/>
            <a:ext cx="5181600" cy="4351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p:cNvSpPr>
            <a:spLocks noGrp="1"/>
          </p:cNvSpPr>
          <p:nvPr>
            <p:ph sz="half" idx="2"/>
          </p:nvPr>
        </p:nvSpPr>
        <p:spPr>
          <a:xfrm>
            <a:off x="6172200" y="1825625"/>
            <a:ext cx="5181600" cy="4351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p:cNvSpPr>
            <a:spLocks noGrp="1"/>
          </p:cNvSpPr>
          <p:nvPr>
            <p:ph type="dt" sz="half" idx="10"/>
          </p:nvPr>
        </p:nvSpPr>
        <p:spPr/>
        <p:txBody>
          <a:bodyPr/>
          <a:lstStyle/>
          <a:p>
            <a:fld id="{A66DAB19-D868-4620-A06A-DD1486530B4C}" type="datetimeFigureOut">
              <a:rPr lang="es-MX" smtClean="0"/>
              <a:t>26/10/2023</a:t>
            </a:fld>
            <a:endParaRPr lang="es-MX" dirty="0"/>
          </a:p>
        </p:txBody>
      </p:sp>
      <p:sp>
        <p:nvSpPr>
          <p:cNvPr id="6" name="Marcador de pie de página 5"/>
          <p:cNvSpPr>
            <a:spLocks noGrp="1"/>
          </p:cNvSpPr>
          <p:nvPr>
            <p:ph type="ftr" sz="quarter" idx="11"/>
          </p:nvPr>
        </p:nvSpPr>
        <p:spPr/>
        <p:txBody>
          <a:bodyPr/>
          <a:lstStyle/>
          <a:p>
            <a:endParaRPr lang="es-MX" dirty="0"/>
          </a:p>
        </p:txBody>
      </p:sp>
      <p:sp>
        <p:nvSpPr>
          <p:cNvPr id="7" name="Marcador de número de diapositiva 6"/>
          <p:cNvSpPr>
            <a:spLocks noGrp="1"/>
          </p:cNvSpPr>
          <p:nvPr>
            <p:ph type="sldNum" sz="quarter" idx="12"/>
          </p:nvPr>
        </p:nvSpPr>
        <p:spPr/>
        <p:txBody>
          <a:bodyPr/>
          <a:lstStyle/>
          <a:p>
            <a:fld id="{BB9BA771-16A8-4BE6-AB28-974A037EDCF7}" type="slidenum">
              <a:rPr lang="es-MX" smtClean="0"/>
              <a:t>‹Nº›</a:t>
            </a:fld>
            <a:endParaRPr lang="es-MX" dirty="0"/>
          </a:p>
        </p:txBody>
      </p:sp>
    </p:spTree>
    <p:extLst>
      <p:ext uri="{BB962C8B-B14F-4D97-AF65-F5344CB8AC3E}">
        <p14:creationId xmlns:p14="http://schemas.microsoft.com/office/powerpoint/2010/main" val="37990109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p:cNvSpPr>
            <a:spLocks noGrp="1"/>
          </p:cNvSpPr>
          <p:nvPr>
            <p:ph type="dt" sz="half" idx="10"/>
          </p:nvPr>
        </p:nvSpPr>
        <p:spPr/>
        <p:txBody>
          <a:bodyPr/>
          <a:lstStyle/>
          <a:p>
            <a:fld id="{A66DAB19-D868-4620-A06A-DD1486530B4C}" type="datetimeFigureOut">
              <a:rPr lang="es-MX" smtClean="0"/>
              <a:t>26/10/2023</a:t>
            </a:fld>
            <a:endParaRPr lang="es-MX" dirty="0"/>
          </a:p>
        </p:txBody>
      </p:sp>
      <p:sp>
        <p:nvSpPr>
          <p:cNvPr id="8" name="Marcador de pie de página 7"/>
          <p:cNvSpPr>
            <a:spLocks noGrp="1"/>
          </p:cNvSpPr>
          <p:nvPr>
            <p:ph type="ftr" sz="quarter" idx="11"/>
          </p:nvPr>
        </p:nvSpPr>
        <p:spPr/>
        <p:txBody>
          <a:bodyPr/>
          <a:lstStyle/>
          <a:p>
            <a:endParaRPr lang="es-MX" dirty="0"/>
          </a:p>
        </p:txBody>
      </p:sp>
      <p:sp>
        <p:nvSpPr>
          <p:cNvPr id="9" name="Marcador de número de diapositiva 8"/>
          <p:cNvSpPr>
            <a:spLocks noGrp="1"/>
          </p:cNvSpPr>
          <p:nvPr>
            <p:ph type="sldNum" sz="quarter" idx="12"/>
          </p:nvPr>
        </p:nvSpPr>
        <p:spPr/>
        <p:txBody>
          <a:bodyPr/>
          <a:lstStyle/>
          <a:p>
            <a:fld id="{BB9BA771-16A8-4BE6-AB28-974A037EDCF7}" type="slidenum">
              <a:rPr lang="es-MX" smtClean="0"/>
              <a:t>‹Nº›</a:t>
            </a:fld>
            <a:endParaRPr lang="es-MX" dirty="0"/>
          </a:p>
        </p:txBody>
      </p:sp>
    </p:spTree>
    <p:extLst>
      <p:ext uri="{BB962C8B-B14F-4D97-AF65-F5344CB8AC3E}">
        <p14:creationId xmlns:p14="http://schemas.microsoft.com/office/powerpoint/2010/main" val="3267077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MX"/>
          </a:p>
        </p:txBody>
      </p:sp>
      <p:sp>
        <p:nvSpPr>
          <p:cNvPr id="3" name="Marcador de fecha 2"/>
          <p:cNvSpPr>
            <a:spLocks noGrp="1"/>
          </p:cNvSpPr>
          <p:nvPr>
            <p:ph type="dt" sz="half" idx="10"/>
          </p:nvPr>
        </p:nvSpPr>
        <p:spPr/>
        <p:txBody>
          <a:bodyPr/>
          <a:lstStyle/>
          <a:p>
            <a:fld id="{A66DAB19-D868-4620-A06A-DD1486530B4C}" type="datetimeFigureOut">
              <a:rPr lang="es-MX" smtClean="0"/>
              <a:t>26/10/2023</a:t>
            </a:fld>
            <a:endParaRPr lang="es-MX" dirty="0"/>
          </a:p>
        </p:txBody>
      </p:sp>
      <p:sp>
        <p:nvSpPr>
          <p:cNvPr id="4" name="Marcador de pie de página 3"/>
          <p:cNvSpPr>
            <a:spLocks noGrp="1"/>
          </p:cNvSpPr>
          <p:nvPr>
            <p:ph type="ftr" sz="quarter" idx="11"/>
          </p:nvPr>
        </p:nvSpPr>
        <p:spPr/>
        <p:txBody>
          <a:bodyPr/>
          <a:lstStyle/>
          <a:p>
            <a:endParaRPr lang="es-MX" dirty="0"/>
          </a:p>
        </p:txBody>
      </p:sp>
      <p:sp>
        <p:nvSpPr>
          <p:cNvPr id="5" name="Marcador de número de diapositiva 4"/>
          <p:cNvSpPr>
            <a:spLocks noGrp="1"/>
          </p:cNvSpPr>
          <p:nvPr>
            <p:ph type="sldNum" sz="quarter" idx="12"/>
          </p:nvPr>
        </p:nvSpPr>
        <p:spPr/>
        <p:txBody>
          <a:bodyPr/>
          <a:lstStyle/>
          <a:p>
            <a:fld id="{BB9BA771-16A8-4BE6-AB28-974A037EDCF7}" type="slidenum">
              <a:rPr lang="es-MX" smtClean="0"/>
              <a:t>‹Nº›</a:t>
            </a:fld>
            <a:endParaRPr lang="es-MX" dirty="0"/>
          </a:p>
        </p:txBody>
      </p:sp>
    </p:spTree>
    <p:extLst>
      <p:ext uri="{BB962C8B-B14F-4D97-AF65-F5344CB8AC3E}">
        <p14:creationId xmlns:p14="http://schemas.microsoft.com/office/powerpoint/2010/main" val="20804914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A66DAB19-D868-4620-A06A-DD1486530B4C}" type="datetimeFigureOut">
              <a:rPr lang="es-MX" smtClean="0"/>
              <a:t>26/10/2023</a:t>
            </a:fld>
            <a:endParaRPr lang="es-MX" dirty="0"/>
          </a:p>
        </p:txBody>
      </p:sp>
      <p:sp>
        <p:nvSpPr>
          <p:cNvPr id="3" name="Marcador de pie de página 2"/>
          <p:cNvSpPr>
            <a:spLocks noGrp="1"/>
          </p:cNvSpPr>
          <p:nvPr>
            <p:ph type="ftr" sz="quarter" idx="11"/>
          </p:nvPr>
        </p:nvSpPr>
        <p:spPr/>
        <p:txBody>
          <a:bodyPr/>
          <a:lstStyle/>
          <a:p>
            <a:endParaRPr lang="es-MX" dirty="0"/>
          </a:p>
        </p:txBody>
      </p:sp>
      <p:sp>
        <p:nvSpPr>
          <p:cNvPr id="4" name="Marcador de número de diapositiva 3"/>
          <p:cNvSpPr>
            <a:spLocks noGrp="1"/>
          </p:cNvSpPr>
          <p:nvPr>
            <p:ph type="sldNum" sz="quarter" idx="12"/>
          </p:nvPr>
        </p:nvSpPr>
        <p:spPr/>
        <p:txBody>
          <a:bodyPr/>
          <a:lstStyle/>
          <a:p>
            <a:fld id="{BB9BA771-16A8-4BE6-AB28-974A037EDCF7}" type="slidenum">
              <a:rPr lang="es-MX" smtClean="0"/>
              <a:t>‹Nº›</a:t>
            </a:fld>
            <a:endParaRPr lang="es-MX" dirty="0"/>
          </a:p>
        </p:txBody>
      </p:sp>
    </p:spTree>
    <p:extLst>
      <p:ext uri="{BB962C8B-B14F-4D97-AF65-F5344CB8AC3E}">
        <p14:creationId xmlns:p14="http://schemas.microsoft.com/office/powerpoint/2010/main" val="17501955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el estilo de texto del patrón</a:t>
            </a:r>
          </a:p>
        </p:txBody>
      </p:sp>
      <p:sp>
        <p:nvSpPr>
          <p:cNvPr id="5" name="Marcador de fecha 4"/>
          <p:cNvSpPr>
            <a:spLocks noGrp="1"/>
          </p:cNvSpPr>
          <p:nvPr>
            <p:ph type="dt" sz="half" idx="10"/>
          </p:nvPr>
        </p:nvSpPr>
        <p:spPr/>
        <p:txBody>
          <a:bodyPr/>
          <a:lstStyle/>
          <a:p>
            <a:fld id="{A66DAB19-D868-4620-A06A-DD1486530B4C}" type="datetimeFigureOut">
              <a:rPr lang="es-MX" smtClean="0"/>
              <a:t>26/10/2023</a:t>
            </a:fld>
            <a:endParaRPr lang="es-MX" dirty="0"/>
          </a:p>
        </p:txBody>
      </p:sp>
      <p:sp>
        <p:nvSpPr>
          <p:cNvPr id="6" name="Marcador de pie de página 5"/>
          <p:cNvSpPr>
            <a:spLocks noGrp="1"/>
          </p:cNvSpPr>
          <p:nvPr>
            <p:ph type="ftr" sz="quarter" idx="11"/>
          </p:nvPr>
        </p:nvSpPr>
        <p:spPr/>
        <p:txBody>
          <a:bodyPr/>
          <a:lstStyle/>
          <a:p>
            <a:endParaRPr lang="es-MX" dirty="0"/>
          </a:p>
        </p:txBody>
      </p:sp>
      <p:sp>
        <p:nvSpPr>
          <p:cNvPr id="7" name="Marcador de número de diapositiva 6"/>
          <p:cNvSpPr>
            <a:spLocks noGrp="1"/>
          </p:cNvSpPr>
          <p:nvPr>
            <p:ph type="sldNum" sz="quarter" idx="12"/>
          </p:nvPr>
        </p:nvSpPr>
        <p:spPr/>
        <p:txBody>
          <a:bodyPr/>
          <a:lstStyle/>
          <a:p>
            <a:fld id="{BB9BA771-16A8-4BE6-AB28-974A037EDCF7}" type="slidenum">
              <a:rPr lang="es-MX" smtClean="0"/>
              <a:t>‹Nº›</a:t>
            </a:fld>
            <a:endParaRPr lang="es-MX" dirty="0"/>
          </a:p>
        </p:txBody>
      </p:sp>
    </p:spTree>
    <p:extLst>
      <p:ext uri="{BB962C8B-B14F-4D97-AF65-F5344CB8AC3E}">
        <p14:creationId xmlns:p14="http://schemas.microsoft.com/office/powerpoint/2010/main" val="5810247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dirty="0"/>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el estilo de texto del patrón</a:t>
            </a:r>
          </a:p>
        </p:txBody>
      </p:sp>
      <p:sp>
        <p:nvSpPr>
          <p:cNvPr id="5" name="Marcador de fecha 4"/>
          <p:cNvSpPr>
            <a:spLocks noGrp="1"/>
          </p:cNvSpPr>
          <p:nvPr>
            <p:ph type="dt" sz="half" idx="10"/>
          </p:nvPr>
        </p:nvSpPr>
        <p:spPr/>
        <p:txBody>
          <a:bodyPr/>
          <a:lstStyle/>
          <a:p>
            <a:fld id="{A66DAB19-D868-4620-A06A-DD1486530B4C}" type="datetimeFigureOut">
              <a:rPr lang="es-MX" smtClean="0"/>
              <a:t>26/10/2023</a:t>
            </a:fld>
            <a:endParaRPr lang="es-MX" dirty="0"/>
          </a:p>
        </p:txBody>
      </p:sp>
      <p:sp>
        <p:nvSpPr>
          <p:cNvPr id="6" name="Marcador de pie de página 5"/>
          <p:cNvSpPr>
            <a:spLocks noGrp="1"/>
          </p:cNvSpPr>
          <p:nvPr>
            <p:ph type="ftr" sz="quarter" idx="11"/>
          </p:nvPr>
        </p:nvSpPr>
        <p:spPr/>
        <p:txBody>
          <a:bodyPr/>
          <a:lstStyle/>
          <a:p>
            <a:endParaRPr lang="es-MX" dirty="0"/>
          </a:p>
        </p:txBody>
      </p:sp>
      <p:sp>
        <p:nvSpPr>
          <p:cNvPr id="7" name="Marcador de número de diapositiva 6"/>
          <p:cNvSpPr>
            <a:spLocks noGrp="1"/>
          </p:cNvSpPr>
          <p:nvPr>
            <p:ph type="sldNum" sz="quarter" idx="12"/>
          </p:nvPr>
        </p:nvSpPr>
        <p:spPr/>
        <p:txBody>
          <a:bodyPr/>
          <a:lstStyle/>
          <a:p>
            <a:fld id="{BB9BA771-16A8-4BE6-AB28-974A037EDCF7}" type="slidenum">
              <a:rPr lang="es-MX" smtClean="0"/>
              <a:t>‹Nº›</a:t>
            </a:fld>
            <a:endParaRPr lang="es-MX" dirty="0"/>
          </a:p>
        </p:txBody>
      </p:sp>
    </p:spTree>
    <p:extLst>
      <p:ext uri="{BB962C8B-B14F-4D97-AF65-F5344CB8AC3E}">
        <p14:creationId xmlns:p14="http://schemas.microsoft.com/office/powerpoint/2010/main" val="35849081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MX"/>
          </a:p>
        </p:txBody>
      </p:sp>
      <p:sp>
        <p:nvSpPr>
          <p:cNvPr id="3" name="Marcador de texto vertical 2"/>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p:cNvSpPr>
            <a:spLocks noGrp="1"/>
          </p:cNvSpPr>
          <p:nvPr>
            <p:ph type="dt" sz="half" idx="10"/>
          </p:nvPr>
        </p:nvSpPr>
        <p:spPr/>
        <p:txBody>
          <a:bodyPr/>
          <a:lstStyle/>
          <a:p>
            <a:fld id="{A66DAB19-D868-4620-A06A-DD1486530B4C}" type="datetimeFigureOut">
              <a:rPr lang="es-MX" smtClean="0"/>
              <a:t>26/10/2023</a:t>
            </a:fld>
            <a:endParaRPr lang="es-MX" dirty="0"/>
          </a:p>
        </p:txBody>
      </p:sp>
      <p:sp>
        <p:nvSpPr>
          <p:cNvPr id="5" name="Marcador de pie de página 4"/>
          <p:cNvSpPr>
            <a:spLocks noGrp="1"/>
          </p:cNvSpPr>
          <p:nvPr>
            <p:ph type="ftr" sz="quarter" idx="11"/>
          </p:nvPr>
        </p:nvSpPr>
        <p:spPr/>
        <p:txBody>
          <a:bodyPr/>
          <a:lstStyle/>
          <a:p>
            <a:endParaRPr lang="es-MX" dirty="0"/>
          </a:p>
        </p:txBody>
      </p:sp>
      <p:sp>
        <p:nvSpPr>
          <p:cNvPr id="6" name="Marcador de número de diapositiva 5"/>
          <p:cNvSpPr>
            <a:spLocks noGrp="1"/>
          </p:cNvSpPr>
          <p:nvPr>
            <p:ph type="sldNum" sz="quarter" idx="12"/>
          </p:nvPr>
        </p:nvSpPr>
        <p:spPr/>
        <p:txBody>
          <a:bodyPr/>
          <a:lstStyle/>
          <a:p>
            <a:fld id="{BB9BA771-16A8-4BE6-AB28-974A037EDCF7}" type="slidenum">
              <a:rPr lang="es-MX" smtClean="0"/>
              <a:t>‹Nº›</a:t>
            </a:fld>
            <a:endParaRPr lang="es-MX" dirty="0"/>
          </a:p>
        </p:txBody>
      </p:sp>
    </p:spTree>
    <p:extLst>
      <p:ext uri="{BB962C8B-B14F-4D97-AF65-F5344CB8AC3E}">
        <p14:creationId xmlns:p14="http://schemas.microsoft.com/office/powerpoint/2010/main" val="25591150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p:cNvSpPr>
            <a:spLocks noGrp="1"/>
          </p:cNvSpPr>
          <p:nvPr>
            <p:ph type="dt" sz="half" idx="10"/>
          </p:nvPr>
        </p:nvSpPr>
        <p:spPr/>
        <p:txBody>
          <a:bodyPr/>
          <a:lstStyle/>
          <a:p>
            <a:fld id="{A66DAB19-D868-4620-A06A-DD1486530B4C}" type="datetimeFigureOut">
              <a:rPr lang="es-MX" smtClean="0"/>
              <a:t>26/10/2023</a:t>
            </a:fld>
            <a:endParaRPr lang="es-MX" dirty="0"/>
          </a:p>
        </p:txBody>
      </p:sp>
      <p:sp>
        <p:nvSpPr>
          <p:cNvPr id="5" name="Marcador de pie de página 4"/>
          <p:cNvSpPr>
            <a:spLocks noGrp="1"/>
          </p:cNvSpPr>
          <p:nvPr>
            <p:ph type="ftr" sz="quarter" idx="11"/>
          </p:nvPr>
        </p:nvSpPr>
        <p:spPr/>
        <p:txBody>
          <a:bodyPr/>
          <a:lstStyle/>
          <a:p>
            <a:endParaRPr lang="es-MX" dirty="0"/>
          </a:p>
        </p:txBody>
      </p:sp>
      <p:sp>
        <p:nvSpPr>
          <p:cNvPr id="6" name="Marcador de número de diapositiva 5"/>
          <p:cNvSpPr>
            <a:spLocks noGrp="1"/>
          </p:cNvSpPr>
          <p:nvPr>
            <p:ph type="sldNum" sz="quarter" idx="12"/>
          </p:nvPr>
        </p:nvSpPr>
        <p:spPr/>
        <p:txBody>
          <a:bodyPr/>
          <a:lstStyle/>
          <a:p>
            <a:fld id="{BB9BA771-16A8-4BE6-AB28-974A037EDCF7}" type="slidenum">
              <a:rPr lang="es-MX" smtClean="0"/>
              <a:t>‹Nº›</a:t>
            </a:fld>
            <a:endParaRPr lang="es-MX" dirty="0"/>
          </a:p>
        </p:txBody>
      </p:sp>
    </p:spTree>
    <p:extLst>
      <p:ext uri="{BB962C8B-B14F-4D97-AF65-F5344CB8AC3E}">
        <p14:creationId xmlns:p14="http://schemas.microsoft.com/office/powerpoint/2010/main" val="999399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66DAB19-D868-4620-A06A-DD1486530B4C}" type="datetimeFigureOut">
              <a:rPr lang="es-MX" smtClean="0"/>
              <a:t>26/10/2023</a:t>
            </a:fld>
            <a:endParaRPr lang="es-MX" dirty="0"/>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dirty="0"/>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B9BA771-16A8-4BE6-AB28-974A037EDCF7}" type="slidenum">
              <a:rPr lang="es-MX" smtClean="0"/>
              <a:t>‹Nº›</a:t>
            </a:fld>
            <a:endParaRPr lang="es-MX" dirty="0"/>
          </a:p>
        </p:txBody>
      </p:sp>
    </p:spTree>
    <p:extLst>
      <p:ext uri="{BB962C8B-B14F-4D97-AF65-F5344CB8AC3E}">
        <p14:creationId xmlns:p14="http://schemas.microsoft.com/office/powerpoint/2010/main" val="25460983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84CC6A3-2E06-3B4D-7329-6F99A075DF38}"/>
              </a:ext>
            </a:extLst>
          </p:cNvPr>
          <p:cNvSpPr>
            <a:spLocks noGrp="1"/>
          </p:cNvSpPr>
          <p:nvPr>
            <p:ph type="ctrTitle"/>
          </p:nvPr>
        </p:nvSpPr>
        <p:spPr/>
        <p:txBody>
          <a:bodyPr>
            <a:normAutofit/>
          </a:bodyPr>
          <a:lstStyle/>
          <a:p>
            <a:r>
              <a:rPr lang="es-MX" dirty="0"/>
              <a:t>Método de estimación de puntos de casos de uso</a:t>
            </a:r>
          </a:p>
        </p:txBody>
      </p:sp>
      <p:sp>
        <p:nvSpPr>
          <p:cNvPr id="3" name="Subtítulo 2">
            <a:extLst>
              <a:ext uri="{FF2B5EF4-FFF2-40B4-BE49-F238E27FC236}">
                <a16:creationId xmlns:a16="http://schemas.microsoft.com/office/drawing/2014/main" id="{22FAA13E-EBC7-B270-0B5C-10A9AD111760}"/>
              </a:ext>
            </a:extLst>
          </p:cNvPr>
          <p:cNvSpPr>
            <a:spLocks noGrp="1"/>
          </p:cNvSpPr>
          <p:nvPr>
            <p:ph type="subTitle" idx="1"/>
          </p:nvPr>
        </p:nvSpPr>
        <p:spPr/>
        <p:txBody>
          <a:bodyPr/>
          <a:lstStyle/>
          <a:p>
            <a:endParaRPr lang="es-MX" dirty="0"/>
          </a:p>
        </p:txBody>
      </p:sp>
    </p:spTree>
    <p:extLst>
      <p:ext uri="{BB962C8B-B14F-4D97-AF65-F5344CB8AC3E}">
        <p14:creationId xmlns:p14="http://schemas.microsoft.com/office/powerpoint/2010/main" val="41316069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79EFD2D-96D7-4467-EA89-406FAFDBBA30}"/>
              </a:ext>
            </a:extLst>
          </p:cNvPr>
          <p:cNvSpPr>
            <a:spLocks noGrp="1"/>
          </p:cNvSpPr>
          <p:nvPr>
            <p:ph type="title"/>
          </p:nvPr>
        </p:nvSpPr>
        <p:spPr/>
        <p:txBody>
          <a:bodyPr/>
          <a:lstStyle/>
          <a:p>
            <a:r>
              <a:rPr lang="es-MX" dirty="0"/>
              <a:t>Puntos de casos de uso</a:t>
            </a:r>
          </a:p>
        </p:txBody>
      </p:sp>
      <p:sp>
        <p:nvSpPr>
          <p:cNvPr id="3" name="Marcador de contenido 2">
            <a:extLst>
              <a:ext uri="{FF2B5EF4-FFF2-40B4-BE49-F238E27FC236}">
                <a16:creationId xmlns:a16="http://schemas.microsoft.com/office/drawing/2014/main" id="{26530B39-B5F1-5222-DE4A-636882D80D23}"/>
              </a:ext>
            </a:extLst>
          </p:cNvPr>
          <p:cNvSpPr>
            <a:spLocks noGrp="1"/>
          </p:cNvSpPr>
          <p:nvPr>
            <p:ph idx="1"/>
          </p:nvPr>
        </p:nvSpPr>
        <p:spPr/>
        <p:txBody>
          <a:bodyPr>
            <a:normAutofit/>
          </a:bodyPr>
          <a:lstStyle/>
          <a:p>
            <a:r>
              <a:rPr lang="es-MX" dirty="0"/>
              <a:t>Es un método de estimación a partir del modelo de caso de uso, que consiste en actores y casos de uso. El número y el peso de los casos de uso identificados representan el componente más importante para el cálculo de los llamados puntos de caso de uso sin ajustar. El tamaño de un sistema se calcula a partir de los puntos de caso de uso sin ajustar, ajustándolos según el factor de complejidad técnico obtenido tras considerar las propiedades técnicas del sistema.</a:t>
            </a:r>
          </a:p>
          <a:p>
            <a:pPr algn="just"/>
            <a:endParaRPr lang="es-MX" dirty="0"/>
          </a:p>
        </p:txBody>
      </p:sp>
    </p:spTree>
    <p:extLst>
      <p:ext uri="{BB962C8B-B14F-4D97-AF65-F5344CB8AC3E}">
        <p14:creationId xmlns:p14="http://schemas.microsoft.com/office/powerpoint/2010/main" val="30970684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83EBC67-3BC5-85F6-B331-96875ECA6A44}"/>
              </a:ext>
            </a:extLst>
          </p:cNvPr>
          <p:cNvSpPr>
            <a:spLocks noGrp="1"/>
          </p:cNvSpPr>
          <p:nvPr>
            <p:ph type="title"/>
          </p:nvPr>
        </p:nvSpPr>
        <p:spPr/>
        <p:txBody>
          <a:bodyPr/>
          <a:lstStyle/>
          <a:p>
            <a:r>
              <a:rPr lang="es-MX" dirty="0"/>
              <a:t>Puntos de casos de uso</a:t>
            </a:r>
          </a:p>
        </p:txBody>
      </p:sp>
      <p:sp>
        <p:nvSpPr>
          <p:cNvPr id="3" name="Marcador de contenido 2">
            <a:extLst>
              <a:ext uri="{FF2B5EF4-FFF2-40B4-BE49-F238E27FC236}">
                <a16:creationId xmlns:a16="http://schemas.microsoft.com/office/drawing/2014/main" id="{D0C8DABA-34D6-400F-FADF-5ABDAAEB7D63}"/>
              </a:ext>
            </a:extLst>
          </p:cNvPr>
          <p:cNvSpPr>
            <a:spLocks noGrp="1"/>
          </p:cNvSpPr>
          <p:nvPr>
            <p:ph idx="1"/>
          </p:nvPr>
        </p:nvSpPr>
        <p:spPr/>
        <p:txBody>
          <a:bodyPr/>
          <a:lstStyle/>
          <a:p>
            <a:pPr eaLnBrk="1" hangingPunct="1">
              <a:buFont typeface="Wingdings" pitchFamily="2" charset="2"/>
              <a:buNone/>
            </a:pPr>
            <a:r>
              <a:rPr lang="es-MX" dirty="0"/>
              <a:t>Los puntos de casos de uso se basan en 3 factores principales.</a:t>
            </a:r>
          </a:p>
          <a:p>
            <a:pPr eaLnBrk="1" hangingPunct="1"/>
            <a:r>
              <a:rPr lang="es-MX" dirty="0"/>
              <a:t>Complejidades: </a:t>
            </a:r>
          </a:p>
          <a:p>
            <a:pPr lvl="1" eaLnBrk="1" hangingPunct="1"/>
            <a:r>
              <a:rPr lang="es-MX" dirty="0"/>
              <a:t>Simple</a:t>
            </a:r>
          </a:p>
          <a:p>
            <a:pPr lvl="1" eaLnBrk="1" hangingPunct="1"/>
            <a:r>
              <a:rPr lang="es-MX" dirty="0"/>
              <a:t>Promedio</a:t>
            </a:r>
          </a:p>
          <a:p>
            <a:pPr lvl="1" eaLnBrk="1" hangingPunct="1"/>
            <a:r>
              <a:rPr lang="es-MX" dirty="0"/>
              <a:t>Complejo</a:t>
            </a:r>
          </a:p>
          <a:p>
            <a:pPr eaLnBrk="1" hangingPunct="1"/>
            <a:r>
              <a:rPr lang="es-MX" dirty="0"/>
              <a:t>Factores Técnicos de Ajuste</a:t>
            </a:r>
          </a:p>
          <a:p>
            <a:pPr eaLnBrk="1" hangingPunct="1"/>
            <a:r>
              <a:rPr lang="es-MX" dirty="0"/>
              <a:t>Factores Ambientales de Ajuste</a:t>
            </a:r>
          </a:p>
          <a:p>
            <a:pPr lvl="1" eaLnBrk="1" hangingPunct="1"/>
            <a:endParaRPr lang="es-MX" dirty="0"/>
          </a:p>
          <a:p>
            <a:pPr eaLnBrk="1" hangingPunct="1"/>
            <a:endParaRPr lang="es-ES" dirty="0"/>
          </a:p>
        </p:txBody>
      </p:sp>
    </p:spTree>
    <p:extLst>
      <p:ext uri="{BB962C8B-B14F-4D97-AF65-F5344CB8AC3E}">
        <p14:creationId xmlns:p14="http://schemas.microsoft.com/office/powerpoint/2010/main" val="6671147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950C004-2744-B5E9-DBCC-FA234C4C3DC3}"/>
              </a:ext>
            </a:extLst>
          </p:cNvPr>
          <p:cNvSpPr>
            <a:spLocks noGrp="1"/>
          </p:cNvSpPr>
          <p:nvPr>
            <p:ph type="title"/>
          </p:nvPr>
        </p:nvSpPr>
        <p:spPr/>
        <p:txBody>
          <a:bodyPr/>
          <a:lstStyle/>
          <a:p>
            <a:r>
              <a:rPr lang="es-MX" dirty="0"/>
              <a:t>Factor técnicos y ambientales</a:t>
            </a:r>
          </a:p>
        </p:txBody>
      </p:sp>
      <p:sp>
        <p:nvSpPr>
          <p:cNvPr id="3" name="Marcador de contenido 2">
            <a:extLst>
              <a:ext uri="{FF2B5EF4-FFF2-40B4-BE49-F238E27FC236}">
                <a16:creationId xmlns:a16="http://schemas.microsoft.com/office/drawing/2014/main" id="{4ECA5172-4A27-94FB-1706-5D4623CD5D0E}"/>
              </a:ext>
            </a:extLst>
          </p:cNvPr>
          <p:cNvSpPr>
            <a:spLocks noGrp="1"/>
          </p:cNvSpPr>
          <p:nvPr>
            <p:ph idx="1"/>
          </p:nvPr>
        </p:nvSpPr>
        <p:spPr/>
        <p:txBody>
          <a:bodyPr/>
          <a:lstStyle/>
          <a:p>
            <a:r>
              <a:rPr lang="es-MX" dirty="0"/>
              <a:t>Los factores de complejidad técnica y ambientales son indicadores que nos ayudan a ajustar la estimación de acuerdo a los factores </a:t>
            </a:r>
            <a:r>
              <a:rPr lang="es-MX" b="1" dirty="0"/>
              <a:t>inherentes al proyecto</a:t>
            </a:r>
            <a:r>
              <a:rPr lang="es-MX" dirty="0"/>
              <a:t>.</a:t>
            </a:r>
            <a:endParaRPr lang="es-ES" dirty="0"/>
          </a:p>
          <a:p>
            <a:endParaRPr lang="es-MX" dirty="0"/>
          </a:p>
        </p:txBody>
      </p:sp>
    </p:spTree>
    <p:extLst>
      <p:ext uri="{BB962C8B-B14F-4D97-AF65-F5344CB8AC3E}">
        <p14:creationId xmlns:p14="http://schemas.microsoft.com/office/powerpoint/2010/main" val="14502720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D263183-C875-6142-272A-635751F10831}"/>
              </a:ext>
            </a:extLst>
          </p:cNvPr>
          <p:cNvSpPr>
            <a:spLocks noGrp="1"/>
          </p:cNvSpPr>
          <p:nvPr>
            <p:ph type="title"/>
          </p:nvPr>
        </p:nvSpPr>
        <p:spPr/>
        <p:txBody>
          <a:bodyPr/>
          <a:lstStyle/>
          <a:p>
            <a:r>
              <a:rPr lang="es-MX" dirty="0"/>
              <a:t>Factores técnicos</a:t>
            </a:r>
          </a:p>
        </p:txBody>
      </p:sp>
      <p:sp>
        <p:nvSpPr>
          <p:cNvPr id="3" name="Marcador de contenido 2">
            <a:extLst>
              <a:ext uri="{FF2B5EF4-FFF2-40B4-BE49-F238E27FC236}">
                <a16:creationId xmlns:a16="http://schemas.microsoft.com/office/drawing/2014/main" id="{C97D4410-38FE-9225-E6EC-70BC59065B8B}"/>
              </a:ext>
            </a:extLst>
          </p:cNvPr>
          <p:cNvSpPr>
            <a:spLocks noGrp="1"/>
          </p:cNvSpPr>
          <p:nvPr>
            <p:ph idx="1"/>
          </p:nvPr>
        </p:nvSpPr>
        <p:spPr/>
        <p:txBody>
          <a:bodyPr/>
          <a:lstStyle/>
          <a:p>
            <a:r>
              <a:rPr lang="es-MX" dirty="0"/>
              <a:t>En general, se trata de una evaluación de los requisitos no funcionales.</a:t>
            </a:r>
          </a:p>
          <a:p>
            <a:r>
              <a:rPr lang="es-MX" dirty="0"/>
              <a:t>Los factores no tienen el mismo impacto en el cálculo de la estimación; cada factor tiene un multiplicador</a:t>
            </a:r>
            <a:r>
              <a:rPr lang="es-MX" baseline="0" dirty="0"/>
              <a:t> que representa su peso relativo de los factores.</a:t>
            </a:r>
            <a:endParaRPr lang="es-MX" dirty="0"/>
          </a:p>
        </p:txBody>
      </p:sp>
    </p:spTree>
    <p:extLst>
      <p:ext uri="{BB962C8B-B14F-4D97-AF65-F5344CB8AC3E}">
        <p14:creationId xmlns:p14="http://schemas.microsoft.com/office/powerpoint/2010/main" val="16059392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7F9B75E-A731-F2B5-696C-806F97DEEE65}"/>
              </a:ext>
            </a:extLst>
          </p:cNvPr>
          <p:cNvSpPr>
            <a:spLocks noGrp="1"/>
          </p:cNvSpPr>
          <p:nvPr>
            <p:ph type="title"/>
          </p:nvPr>
        </p:nvSpPr>
        <p:spPr/>
        <p:txBody>
          <a:bodyPr/>
          <a:lstStyle/>
          <a:p>
            <a:r>
              <a:rPr lang="es-MX" dirty="0"/>
              <a:t>Factores técnicos</a:t>
            </a:r>
          </a:p>
        </p:txBody>
      </p:sp>
      <p:graphicFrame>
        <p:nvGraphicFramePr>
          <p:cNvPr id="6" name="Tabla 6">
            <a:extLst>
              <a:ext uri="{FF2B5EF4-FFF2-40B4-BE49-F238E27FC236}">
                <a16:creationId xmlns:a16="http://schemas.microsoft.com/office/drawing/2014/main" id="{D4F56801-2CAB-1AA4-4121-7DAC9E011CB0}"/>
              </a:ext>
            </a:extLst>
          </p:cNvPr>
          <p:cNvGraphicFramePr>
            <a:graphicFrameLocks noGrp="1"/>
          </p:cNvGraphicFramePr>
          <p:nvPr>
            <p:ph idx="1"/>
            <p:extLst>
              <p:ext uri="{D42A27DB-BD31-4B8C-83A1-F6EECF244321}">
                <p14:modId xmlns:p14="http://schemas.microsoft.com/office/powerpoint/2010/main" val="946111662"/>
              </p:ext>
            </p:extLst>
          </p:nvPr>
        </p:nvGraphicFramePr>
        <p:xfrm>
          <a:off x="838200" y="1825625"/>
          <a:ext cx="10515597" cy="3774440"/>
        </p:xfrm>
        <a:graphic>
          <a:graphicData uri="http://schemas.openxmlformats.org/drawingml/2006/table">
            <a:tbl>
              <a:tblPr firstRow="1" bandRow="1">
                <a:tableStyleId>{5C22544A-7EE6-4342-B048-85BDC9FD1C3A}</a:tableStyleId>
              </a:tblPr>
              <a:tblGrid>
                <a:gridCol w="3505199">
                  <a:extLst>
                    <a:ext uri="{9D8B030D-6E8A-4147-A177-3AD203B41FA5}">
                      <a16:colId xmlns:a16="http://schemas.microsoft.com/office/drawing/2014/main" val="1796800605"/>
                    </a:ext>
                  </a:extLst>
                </a:gridCol>
                <a:gridCol w="3505199">
                  <a:extLst>
                    <a:ext uri="{9D8B030D-6E8A-4147-A177-3AD203B41FA5}">
                      <a16:colId xmlns:a16="http://schemas.microsoft.com/office/drawing/2014/main" val="91448770"/>
                    </a:ext>
                  </a:extLst>
                </a:gridCol>
                <a:gridCol w="3505199">
                  <a:extLst>
                    <a:ext uri="{9D8B030D-6E8A-4147-A177-3AD203B41FA5}">
                      <a16:colId xmlns:a16="http://schemas.microsoft.com/office/drawing/2014/main" val="494880607"/>
                    </a:ext>
                  </a:extLst>
                </a:gridCol>
              </a:tblGrid>
              <a:tr h="370840">
                <a:tc>
                  <a:txBody>
                    <a:bodyPr/>
                    <a:lstStyle/>
                    <a:p>
                      <a:pPr algn="ctr"/>
                      <a:r>
                        <a:rPr lang="es-MX" dirty="0"/>
                        <a:t>Factor técnico</a:t>
                      </a:r>
                    </a:p>
                  </a:txBody>
                  <a:tcPr anchor="ctr"/>
                </a:tc>
                <a:tc>
                  <a:txBody>
                    <a:bodyPr/>
                    <a:lstStyle/>
                    <a:p>
                      <a:pPr algn="ctr"/>
                      <a:r>
                        <a:rPr lang="es-MX" dirty="0"/>
                        <a:t>Descripción</a:t>
                      </a:r>
                    </a:p>
                  </a:txBody>
                  <a:tcPr anchor="ctr"/>
                </a:tc>
                <a:tc>
                  <a:txBody>
                    <a:bodyPr/>
                    <a:lstStyle/>
                    <a:p>
                      <a:pPr algn="ctr"/>
                      <a:r>
                        <a:rPr lang="es-MX" dirty="0"/>
                        <a:t>Peso</a:t>
                      </a:r>
                    </a:p>
                  </a:txBody>
                  <a:tcPr anchor="ctr"/>
                </a:tc>
                <a:extLst>
                  <a:ext uri="{0D108BD9-81ED-4DB2-BD59-A6C34878D82A}">
                    <a16:rowId xmlns:a16="http://schemas.microsoft.com/office/drawing/2014/main" val="1465912656"/>
                  </a:ext>
                </a:extLst>
              </a:tr>
              <a:tr h="370840">
                <a:tc>
                  <a:txBody>
                    <a:bodyPr/>
                    <a:lstStyle/>
                    <a:p>
                      <a:pPr algn="ctr"/>
                      <a:r>
                        <a:rPr lang="es-MX" dirty="0"/>
                        <a:t>T1</a:t>
                      </a:r>
                    </a:p>
                  </a:txBody>
                  <a:tcPr anchor="ctr"/>
                </a:tc>
                <a:tc>
                  <a:txBody>
                    <a:bodyPr/>
                    <a:lstStyle/>
                    <a:p>
                      <a:pPr algn="l"/>
                      <a:r>
                        <a:rPr lang="es-MX" dirty="0"/>
                        <a:t>Sistema distribuido requerido</a:t>
                      </a:r>
                    </a:p>
                  </a:txBody>
                  <a:tcPr anchor="ctr"/>
                </a:tc>
                <a:tc>
                  <a:txBody>
                    <a:bodyPr/>
                    <a:lstStyle/>
                    <a:p>
                      <a:pPr algn="ctr"/>
                      <a:r>
                        <a:rPr lang="es-MX" dirty="0"/>
                        <a:t>2</a:t>
                      </a:r>
                    </a:p>
                  </a:txBody>
                  <a:tcPr anchor="ctr"/>
                </a:tc>
                <a:extLst>
                  <a:ext uri="{0D108BD9-81ED-4DB2-BD59-A6C34878D82A}">
                    <a16:rowId xmlns:a16="http://schemas.microsoft.com/office/drawing/2014/main" val="2813790396"/>
                  </a:ext>
                </a:extLst>
              </a:tr>
              <a:tr h="370840">
                <a:tc>
                  <a:txBody>
                    <a:bodyPr/>
                    <a:lstStyle/>
                    <a:p>
                      <a:pPr algn="ctr"/>
                      <a:r>
                        <a:rPr lang="es-MX" dirty="0"/>
                        <a:t>T2</a:t>
                      </a:r>
                    </a:p>
                  </a:txBody>
                  <a:tcPr anchor="ctr"/>
                </a:tc>
                <a:tc>
                  <a:txBody>
                    <a:bodyPr/>
                    <a:lstStyle/>
                    <a:p>
                      <a:pPr algn="l"/>
                      <a:r>
                        <a:rPr lang="es-ES" dirty="0"/>
                        <a:t>El tiempo de respuesta es importante</a:t>
                      </a:r>
                      <a:endParaRPr lang="es-MX" dirty="0"/>
                    </a:p>
                  </a:txBody>
                  <a:tcPr anchor="ctr"/>
                </a:tc>
                <a:tc>
                  <a:txBody>
                    <a:bodyPr/>
                    <a:lstStyle/>
                    <a:p>
                      <a:pPr algn="ctr"/>
                      <a:r>
                        <a:rPr lang="es-MX" dirty="0"/>
                        <a:t>1</a:t>
                      </a:r>
                    </a:p>
                  </a:txBody>
                  <a:tcPr anchor="ctr"/>
                </a:tc>
                <a:extLst>
                  <a:ext uri="{0D108BD9-81ED-4DB2-BD59-A6C34878D82A}">
                    <a16:rowId xmlns:a16="http://schemas.microsoft.com/office/drawing/2014/main" val="1017131251"/>
                  </a:ext>
                </a:extLst>
              </a:tr>
              <a:tr h="370840">
                <a:tc>
                  <a:txBody>
                    <a:bodyPr/>
                    <a:lstStyle/>
                    <a:p>
                      <a:pPr algn="ctr"/>
                      <a:r>
                        <a:rPr lang="es-MX" dirty="0"/>
                        <a:t>T3</a:t>
                      </a:r>
                    </a:p>
                  </a:txBody>
                  <a:tcPr anchor="ctr"/>
                </a:tc>
                <a:tc>
                  <a:txBody>
                    <a:bodyPr/>
                    <a:lstStyle/>
                    <a:p>
                      <a:pPr algn="l"/>
                      <a:r>
                        <a:rPr lang="es-MX" dirty="0"/>
                        <a:t>Eficiencia del usuario final</a:t>
                      </a:r>
                    </a:p>
                  </a:txBody>
                  <a:tcPr anchor="ctr"/>
                </a:tc>
                <a:tc>
                  <a:txBody>
                    <a:bodyPr/>
                    <a:lstStyle/>
                    <a:p>
                      <a:pPr algn="ctr"/>
                      <a:r>
                        <a:rPr lang="es-MX" dirty="0"/>
                        <a:t>1</a:t>
                      </a:r>
                    </a:p>
                  </a:txBody>
                  <a:tcPr anchor="ctr"/>
                </a:tc>
                <a:extLst>
                  <a:ext uri="{0D108BD9-81ED-4DB2-BD59-A6C34878D82A}">
                    <a16:rowId xmlns:a16="http://schemas.microsoft.com/office/drawing/2014/main" val="2893241298"/>
                  </a:ext>
                </a:extLst>
              </a:tr>
              <a:tr h="370840">
                <a:tc>
                  <a:txBody>
                    <a:bodyPr/>
                    <a:lstStyle/>
                    <a:p>
                      <a:pPr algn="ctr"/>
                      <a:r>
                        <a:rPr lang="es-MX" dirty="0"/>
                        <a:t>T4</a:t>
                      </a:r>
                    </a:p>
                  </a:txBody>
                  <a:tcPr anchor="ctr"/>
                </a:tc>
                <a:tc>
                  <a:txBody>
                    <a:bodyPr/>
                    <a:lstStyle/>
                    <a:p>
                      <a:pPr algn="l"/>
                      <a:r>
                        <a:rPr lang="es-MX" dirty="0"/>
                        <a:t>Procesamiento interno complejo requerido</a:t>
                      </a:r>
                    </a:p>
                  </a:txBody>
                  <a:tcPr anchor="ctr"/>
                </a:tc>
                <a:tc>
                  <a:txBody>
                    <a:bodyPr/>
                    <a:lstStyle/>
                    <a:p>
                      <a:pPr algn="ctr"/>
                      <a:r>
                        <a:rPr lang="es-MX" dirty="0"/>
                        <a:t>1</a:t>
                      </a:r>
                    </a:p>
                  </a:txBody>
                  <a:tcPr anchor="ctr"/>
                </a:tc>
                <a:extLst>
                  <a:ext uri="{0D108BD9-81ED-4DB2-BD59-A6C34878D82A}">
                    <a16:rowId xmlns:a16="http://schemas.microsoft.com/office/drawing/2014/main" val="2981474549"/>
                  </a:ext>
                </a:extLst>
              </a:tr>
              <a:tr h="370840">
                <a:tc>
                  <a:txBody>
                    <a:bodyPr/>
                    <a:lstStyle/>
                    <a:p>
                      <a:pPr algn="ctr"/>
                      <a:r>
                        <a:rPr lang="es-MX" dirty="0"/>
                        <a:t>T5</a:t>
                      </a:r>
                    </a:p>
                  </a:txBody>
                  <a:tcPr anchor="ctr"/>
                </a:tc>
                <a:tc>
                  <a:txBody>
                    <a:bodyPr/>
                    <a:lstStyle/>
                    <a:p>
                      <a:pPr algn="l"/>
                      <a:r>
                        <a:rPr lang="es-ES" dirty="0"/>
                        <a:t>El código reutilizable debe ser un foco</a:t>
                      </a:r>
                      <a:endParaRPr lang="es-MX" dirty="0"/>
                    </a:p>
                  </a:txBody>
                  <a:tcPr anchor="ctr"/>
                </a:tc>
                <a:tc>
                  <a:txBody>
                    <a:bodyPr/>
                    <a:lstStyle/>
                    <a:p>
                      <a:pPr algn="ctr"/>
                      <a:r>
                        <a:rPr lang="es-MX" dirty="0"/>
                        <a:t>1</a:t>
                      </a:r>
                    </a:p>
                  </a:txBody>
                  <a:tcPr anchor="ctr"/>
                </a:tc>
                <a:extLst>
                  <a:ext uri="{0D108BD9-81ED-4DB2-BD59-A6C34878D82A}">
                    <a16:rowId xmlns:a16="http://schemas.microsoft.com/office/drawing/2014/main" val="3616997211"/>
                  </a:ext>
                </a:extLst>
              </a:tr>
              <a:tr h="370840">
                <a:tc>
                  <a:txBody>
                    <a:bodyPr/>
                    <a:lstStyle/>
                    <a:p>
                      <a:pPr algn="ctr"/>
                      <a:r>
                        <a:rPr lang="es-MX" dirty="0"/>
                        <a:t>T6</a:t>
                      </a:r>
                    </a:p>
                  </a:txBody>
                  <a:tcPr anchor="ctr"/>
                </a:tc>
                <a:tc>
                  <a:txBody>
                    <a:bodyPr/>
                    <a:lstStyle/>
                    <a:p>
                      <a:pPr algn="l"/>
                      <a:r>
                        <a:rPr lang="es-MX" dirty="0"/>
                        <a:t>Fácil instalación</a:t>
                      </a:r>
                    </a:p>
                  </a:txBody>
                  <a:tcPr anchor="ctr"/>
                </a:tc>
                <a:tc>
                  <a:txBody>
                    <a:bodyPr/>
                    <a:lstStyle/>
                    <a:p>
                      <a:pPr algn="ctr"/>
                      <a:r>
                        <a:rPr lang="es-MX" dirty="0"/>
                        <a:t>0.5</a:t>
                      </a:r>
                    </a:p>
                  </a:txBody>
                  <a:tcPr anchor="ctr"/>
                </a:tc>
                <a:extLst>
                  <a:ext uri="{0D108BD9-81ED-4DB2-BD59-A6C34878D82A}">
                    <a16:rowId xmlns:a16="http://schemas.microsoft.com/office/drawing/2014/main" val="2762061898"/>
                  </a:ext>
                </a:extLst>
              </a:tr>
              <a:tr h="370840">
                <a:tc>
                  <a:txBody>
                    <a:bodyPr/>
                    <a:lstStyle/>
                    <a:p>
                      <a:pPr algn="ctr"/>
                      <a:r>
                        <a:rPr lang="es-MX" dirty="0"/>
                        <a:t>T7</a:t>
                      </a:r>
                    </a:p>
                  </a:txBody>
                  <a:tcPr anchor="ctr"/>
                </a:tc>
                <a:tc>
                  <a:txBody>
                    <a:bodyPr/>
                    <a:lstStyle/>
                    <a:p>
                      <a:pPr algn="l"/>
                      <a:r>
                        <a:rPr lang="es-MX" dirty="0"/>
                        <a:t>Usabilidad</a:t>
                      </a:r>
                    </a:p>
                  </a:txBody>
                  <a:tcPr anchor="ctr"/>
                </a:tc>
                <a:tc>
                  <a:txBody>
                    <a:bodyPr/>
                    <a:lstStyle/>
                    <a:p>
                      <a:pPr algn="ctr"/>
                      <a:r>
                        <a:rPr lang="es-MX" dirty="0"/>
                        <a:t>0.5</a:t>
                      </a:r>
                    </a:p>
                  </a:txBody>
                  <a:tcPr anchor="ctr"/>
                </a:tc>
                <a:extLst>
                  <a:ext uri="{0D108BD9-81ED-4DB2-BD59-A6C34878D82A}">
                    <a16:rowId xmlns:a16="http://schemas.microsoft.com/office/drawing/2014/main" val="187036010"/>
                  </a:ext>
                </a:extLst>
              </a:tr>
            </a:tbl>
          </a:graphicData>
        </a:graphic>
      </p:graphicFrame>
    </p:spTree>
    <p:extLst>
      <p:ext uri="{BB962C8B-B14F-4D97-AF65-F5344CB8AC3E}">
        <p14:creationId xmlns:p14="http://schemas.microsoft.com/office/powerpoint/2010/main" val="36219718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7F9B75E-A731-F2B5-696C-806F97DEEE65}"/>
              </a:ext>
            </a:extLst>
          </p:cNvPr>
          <p:cNvSpPr>
            <a:spLocks noGrp="1"/>
          </p:cNvSpPr>
          <p:nvPr>
            <p:ph type="title"/>
          </p:nvPr>
        </p:nvSpPr>
        <p:spPr/>
        <p:txBody>
          <a:bodyPr/>
          <a:lstStyle/>
          <a:p>
            <a:r>
              <a:rPr lang="es-MX" dirty="0"/>
              <a:t>Factores técnicos</a:t>
            </a:r>
          </a:p>
        </p:txBody>
      </p:sp>
      <p:graphicFrame>
        <p:nvGraphicFramePr>
          <p:cNvPr id="6" name="Tabla 6">
            <a:extLst>
              <a:ext uri="{FF2B5EF4-FFF2-40B4-BE49-F238E27FC236}">
                <a16:creationId xmlns:a16="http://schemas.microsoft.com/office/drawing/2014/main" id="{D4F56801-2CAB-1AA4-4121-7DAC9E011CB0}"/>
              </a:ext>
            </a:extLst>
          </p:cNvPr>
          <p:cNvGraphicFramePr>
            <a:graphicFrameLocks noGrp="1"/>
          </p:cNvGraphicFramePr>
          <p:nvPr>
            <p:ph idx="1"/>
            <p:extLst>
              <p:ext uri="{D42A27DB-BD31-4B8C-83A1-F6EECF244321}">
                <p14:modId xmlns:p14="http://schemas.microsoft.com/office/powerpoint/2010/main" val="3944587150"/>
              </p:ext>
            </p:extLst>
          </p:nvPr>
        </p:nvGraphicFramePr>
        <p:xfrm>
          <a:off x="838200" y="1825625"/>
          <a:ext cx="10515597" cy="3235960"/>
        </p:xfrm>
        <a:graphic>
          <a:graphicData uri="http://schemas.openxmlformats.org/drawingml/2006/table">
            <a:tbl>
              <a:tblPr firstRow="1" bandRow="1">
                <a:tableStyleId>{5C22544A-7EE6-4342-B048-85BDC9FD1C3A}</a:tableStyleId>
              </a:tblPr>
              <a:tblGrid>
                <a:gridCol w="3505199">
                  <a:extLst>
                    <a:ext uri="{9D8B030D-6E8A-4147-A177-3AD203B41FA5}">
                      <a16:colId xmlns:a16="http://schemas.microsoft.com/office/drawing/2014/main" val="1796800605"/>
                    </a:ext>
                  </a:extLst>
                </a:gridCol>
                <a:gridCol w="3505199">
                  <a:extLst>
                    <a:ext uri="{9D8B030D-6E8A-4147-A177-3AD203B41FA5}">
                      <a16:colId xmlns:a16="http://schemas.microsoft.com/office/drawing/2014/main" val="91448770"/>
                    </a:ext>
                  </a:extLst>
                </a:gridCol>
                <a:gridCol w="3505199">
                  <a:extLst>
                    <a:ext uri="{9D8B030D-6E8A-4147-A177-3AD203B41FA5}">
                      <a16:colId xmlns:a16="http://schemas.microsoft.com/office/drawing/2014/main" val="494880607"/>
                    </a:ext>
                  </a:extLst>
                </a:gridCol>
              </a:tblGrid>
              <a:tr h="370840">
                <a:tc>
                  <a:txBody>
                    <a:bodyPr/>
                    <a:lstStyle/>
                    <a:p>
                      <a:pPr algn="ctr"/>
                      <a:r>
                        <a:rPr lang="es-MX" dirty="0"/>
                        <a:t>Factor técnico</a:t>
                      </a:r>
                    </a:p>
                  </a:txBody>
                  <a:tcPr anchor="ctr"/>
                </a:tc>
                <a:tc>
                  <a:txBody>
                    <a:bodyPr/>
                    <a:lstStyle/>
                    <a:p>
                      <a:pPr algn="ctr"/>
                      <a:r>
                        <a:rPr lang="es-MX" dirty="0"/>
                        <a:t>Descripción</a:t>
                      </a:r>
                    </a:p>
                  </a:txBody>
                  <a:tcPr anchor="ctr"/>
                </a:tc>
                <a:tc>
                  <a:txBody>
                    <a:bodyPr/>
                    <a:lstStyle/>
                    <a:p>
                      <a:pPr algn="ctr"/>
                      <a:r>
                        <a:rPr lang="es-MX" dirty="0"/>
                        <a:t>Peso</a:t>
                      </a:r>
                    </a:p>
                  </a:txBody>
                  <a:tcPr anchor="ctr"/>
                </a:tc>
                <a:extLst>
                  <a:ext uri="{0D108BD9-81ED-4DB2-BD59-A6C34878D82A}">
                    <a16:rowId xmlns:a16="http://schemas.microsoft.com/office/drawing/2014/main" val="1465912656"/>
                  </a:ext>
                </a:extLst>
              </a:tr>
              <a:tr h="370840">
                <a:tc>
                  <a:txBody>
                    <a:bodyPr/>
                    <a:lstStyle/>
                    <a:p>
                      <a:pPr algn="ctr"/>
                      <a:r>
                        <a:rPr lang="es-MX" dirty="0"/>
                        <a:t>T8</a:t>
                      </a:r>
                    </a:p>
                  </a:txBody>
                  <a:tcPr anchor="ctr"/>
                </a:tc>
                <a:tc>
                  <a:txBody>
                    <a:bodyPr/>
                    <a:lstStyle/>
                    <a:p>
                      <a:pPr algn="l"/>
                      <a:r>
                        <a:rPr lang="es-MX" dirty="0"/>
                        <a:t>Soporte multiplataforma</a:t>
                      </a:r>
                    </a:p>
                  </a:txBody>
                  <a:tcPr anchor="ctr"/>
                </a:tc>
                <a:tc>
                  <a:txBody>
                    <a:bodyPr/>
                    <a:lstStyle/>
                    <a:p>
                      <a:pPr algn="ctr"/>
                      <a:r>
                        <a:rPr lang="es-MX" dirty="0"/>
                        <a:t>2</a:t>
                      </a:r>
                    </a:p>
                  </a:txBody>
                  <a:tcPr anchor="ctr"/>
                </a:tc>
                <a:extLst>
                  <a:ext uri="{0D108BD9-81ED-4DB2-BD59-A6C34878D82A}">
                    <a16:rowId xmlns:a16="http://schemas.microsoft.com/office/drawing/2014/main" val="2813790396"/>
                  </a:ext>
                </a:extLst>
              </a:tr>
              <a:tr h="370840">
                <a:tc>
                  <a:txBody>
                    <a:bodyPr/>
                    <a:lstStyle/>
                    <a:p>
                      <a:pPr algn="ctr"/>
                      <a:r>
                        <a:rPr lang="es-MX" dirty="0"/>
                        <a:t>T9</a:t>
                      </a:r>
                    </a:p>
                  </a:txBody>
                  <a:tcPr anchor="ctr"/>
                </a:tc>
                <a:tc>
                  <a:txBody>
                    <a:bodyPr/>
                    <a:lstStyle/>
                    <a:p>
                      <a:pPr algn="l"/>
                      <a:r>
                        <a:rPr lang="es-MX" dirty="0"/>
                        <a:t>Fácil de cambiar</a:t>
                      </a:r>
                    </a:p>
                  </a:txBody>
                  <a:tcPr anchor="ctr"/>
                </a:tc>
                <a:tc>
                  <a:txBody>
                    <a:bodyPr/>
                    <a:lstStyle/>
                    <a:p>
                      <a:pPr algn="ctr"/>
                      <a:r>
                        <a:rPr lang="es-MX" dirty="0"/>
                        <a:t>1</a:t>
                      </a:r>
                    </a:p>
                  </a:txBody>
                  <a:tcPr anchor="ctr"/>
                </a:tc>
                <a:extLst>
                  <a:ext uri="{0D108BD9-81ED-4DB2-BD59-A6C34878D82A}">
                    <a16:rowId xmlns:a16="http://schemas.microsoft.com/office/drawing/2014/main" val="1017131251"/>
                  </a:ext>
                </a:extLst>
              </a:tr>
              <a:tr h="370840">
                <a:tc>
                  <a:txBody>
                    <a:bodyPr/>
                    <a:lstStyle/>
                    <a:p>
                      <a:pPr algn="ctr"/>
                      <a:r>
                        <a:rPr lang="es-MX" dirty="0"/>
                        <a:t>T10</a:t>
                      </a:r>
                    </a:p>
                  </a:txBody>
                  <a:tcPr anchor="ctr"/>
                </a:tc>
                <a:tc>
                  <a:txBody>
                    <a:bodyPr/>
                    <a:lstStyle/>
                    <a:p>
                      <a:pPr algn="l"/>
                      <a:r>
                        <a:rPr lang="es-MX" dirty="0"/>
                        <a:t>Altamente concurrente</a:t>
                      </a:r>
                    </a:p>
                  </a:txBody>
                  <a:tcPr anchor="ctr"/>
                </a:tc>
                <a:tc>
                  <a:txBody>
                    <a:bodyPr/>
                    <a:lstStyle/>
                    <a:p>
                      <a:pPr algn="ctr"/>
                      <a:r>
                        <a:rPr lang="es-MX" dirty="0"/>
                        <a:t>1</a:t>
                      </a:r>
                    </a:p>
                  </a:txBody>
                  <a:tcPr anchor="ctr"/>
                </a:tc>
                <a:extLst>
                  <a:ext uri="{0D108BD9-81ED-4DB2-BD59-A6C34878D82A}">
                    <a16:rowId xmlns:a16="http://schemas.microsoft.com/office/drawing/2014/main" val="2893241298"/>
                  </a:ext>
                </a:extLst>
              </a:tr>
              <a:tr h="370840">
                <a:tc>
                  <a:txBody>
                    <a:bodyPr/>
                    <a:lstStyle/>
                    <a:p>
                      <a:pPr algn="ctr"/>
                      <a:r>
                        <a:rPr lang="es-MX" dirty="0"/>
                        <a:t>T11</a:t>
                      </a:r>
                    </a:p>
                  </a:txBody>
                  <a:tcPr anchor="ctr"/>
                </a:tc>
                <a:tc>
                  <a:txBody>
                    <a:bodyPr/>
                    <a:lstStyle/>
                    <a:p>
                      <a:pPr algn="l"/>
                      <a:r>
                        <a:rPr lang="es-MX" dirty="0"/>
                        <a:t>Seguridad personalizada</a:t>
                      </a:r>
                    </a:p>
                  </a:txBody>
                  <a:tcPr anchor="ctr"/>
                </a:tc>
                <a:tc>
                  <a:txBody>
                    <a:bodyPr/>
                    <a:lstStyle/>
                    <a:p>
                      <a:pPr algn="ctr"/>
                      <a:r>
                        <a:rPr lang="es-MX" dirty="0"/>
                        <a:t>1</a:t>
                      </a:r>
                    </a:p>
                  </a:txBody>
                  <a:tcPr anchor="ctr"/>
                </a:tc>
                <a:extLst>
                  <a:ext uri="{0D108BD9-81ED-4DB2-BD59-A6C34878D82A}">
                    <a16:rowId xmlns:a16="http://schemas.microsoft.com/office/drawing/2014/main" val="2981474549"/>
                  </a:ext>
                </a:extLst>
              </a:tr>
              <a:tr h="370840">
                <a:tc>
                  <a:txBody>
                    <a:bodyPr/>
                    <a:lstStyle/>
                    <a:p>
                      <a:pPr algn="ctr"/>
                      <a:r>
                        <a:rPr lang="es-MX" dirty="0"/>
                        <a:t>T12</a:t>
                      </a:r>
                    </a:p>
                  </a:txBody>
                  <a:tcPr anchor="ctr"/>
                </a:tc>
                <a:tc>
                  <a:txBody>
                    <a:bodyPr/>
                    <a:lstStyle/>
                    <a:p>
                      <a:pPr algn="l"/>
                      <a:r>
                        <a:rPr lang="es-MX" dirty="0"/>
                        <a:t>Dependencia del código de terceros</a:t>
                      </a:r>
                    </a:p>
                  </a:txBody>
                  <a:tcPr anchor="ctr"/>
                </a:tc>
                <a:tc>
                  <a:txBody>
                    <a:bodyPr/>
                    <a:lstStyle/>
                    <a:p>
                      <a:pPr algn="ctr"/>
                      <a:r>
                        <a:rPr lang="es-MX" dirty="0"/>
                        <a:t>1</a:t>
                      </a:r>
                    </a:p>
                  </a:txBody>
                  <a:tcPr anchor="ctr"/>
                </a:tc>
                <a:extLst>
                  <a:ext uri="{0D108BD9-81ED-4DB2-BD59-A6C34878D82A}">
                    <a16:rowId xmlns:a16="http://schemas.microsoft.com/office/drawing/2014/main" val="3616997211"/>
                  </a:ext>
                </a:extLst>
              </a:tr>
              <a:tr h="370840">
                <a:tc>
                  <a:txBody>
                    <a:bodyPr/>
                    <a:lstStyle/>
                    <a:p>
                      <a:pPr algn="ctr"/>
                      <a:r>
                        <a:rPr lang="es-MX" dirty="0"/>
                        <a:t>T13</a:t>
                      </a:r>
                    </a:p>
                  </a:txBody>
                  <a:tcPr anchor="ctr"/>
                </a:tc>
                <a:tc>
                  <a:txBody>
                    <a:bodyPr/>
                    <a:lstStyle/>
                    <a:p>
                      <a:pPr algn="l"/>
                      <a:r>
                        <a:rPr lang="es-MX" dirty="0"/>
                        <a:t>Entrenamiento de usuario</a:t>
                      </a:r>
                    </a:p>
                  </a:txBody>
                  <a:tcPr anchor="ctr"/>
                </a:tc>
                <a:tc>
                  <a:txBody>
                    <a:bodyPr/>
                    <a:lstStyle/>
                    <a:p>
                      <a:pPr algn="ctr"/>
                      <a:r>
                        <a:rPr lang="es-MX" dirty="0"/>
                        <a:t>1</a:t>
                      </a:r>
                    </a:p>
                  </a:txBody>
                  <a:tcPr anchor="ctr"/>
                </a:tc>
                <a:extLst>
                  <a:ext uri="{0D108BD9-81ED-4DB2-BD59-A6C34878D82A}">
                    <a16:rowId xmlns:a16="http://schemas.microsoft.com/office/drawing/2014/main" val="2762061898"/>
                  </a:ext>
                </a:extLst>
              </a:tr>
              <a:tr h="370840">
                <a:tc>
                  <a:txBody>
                    <a:bodyPr/>
                    <a:lstStyle/>
                    <a:p>
                      <a:pPr algn="ctr"/>
                      <a:r>
                        <a:rPr lang="es-MX" dirty="0"/>
                        <a:t>T8</a:t>
                      </a:r>
                    </a:p>
                  </a:txBody>
                  <a:tcPr anchor="ctr"/>
                </a:tc>
                <a:tc>
                  <a:txBody>
                    <a:bodyPr/>
                    <a:lstStyle/>
                    <a:p>
                      <a:pPr algn="l"/>
                      <a:r>
                        <a:rPr lang="es-MX" dirty="0"/>
                        <a:t>Soporte multiplataforma</a:t>
                      </a:r>
                    </a:p>
                  </a:txBody>
                  <a:tcPr anchor="ctr"/>
                </a:tc>
                <a:tc>
                  <a:txBody>
                    <a:bodyPr/>
                    <a:lstStyle/>
                    <a:p>
                      <a:pPr algn="ctr"/>
                      <a:r>
                        <a:rPr lang="es-MX" dirty="0"/>
                        <a:t>2</a:t>
                      </a:r>
                    </a:p>
                  </a:txBody>
                  <a:tcPr anchor="ctr"/>
                </a:tc>
                <a:extLst>
                  <a:ext uri="{0D108BD9-81ED-4DB2-BD59-A6C34878D82A}">
                    <a16:rowId xmlns:a16="http://schemas.microsoft.com/office/drawing/2014/main" val="187036010"/>
                  </a:ext>
                </a:extLst>
              </a:tr>
            </a:tbl>
          </a:graphicData>
        </a:graphic>
      </p:graphicFrame>
    </p:spTree>
    <p:extLst>
      <p:ext uri="{BB962C8B-B14F-4D97-AF65-F5344CB8AC3E}">
        <p14:creationId xmlns:p14="http://schemas.microsoft.com/office/powerpoint/2010/main" val="15031599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9D2DC2A-44F8-5D88-FC53-3CD94ACA98DB}"/>
              </a:ext>
            </a:extLst>
          </p:cNvPr>
          <p:cNvSpPr>
            <a:spLocks noGrp="1"/>
          </p:cNvSpPr>
          <p:nvPr>
            <p:ph type="title"/>
          </p:nvPr>
        </p:nvSpPr>
        <p:spPr/>
        <p:txBody>
          <a:bodyPr/>
          <a:lstStyle/>
          <a:p>
            <a:r>
              <a:rPr lang="es-MX" dirty="0"/>
              <a:t>Factores técnicos</a:t>
            </a:r>
          </a:p>
        </p:txBody>
      </p:sp>
      <p:sp>
        <p:nvSpPr>
          <p:cNvPr id="3" name="Marcador de contenido 2">
            <a:extLst>
              <a:ext uri="{FF2B5EF4-FFF2-40B4-BE49-F238E27FC236}">
                <a16:creationId xmlns:a16="http://schemas.microsoft.com/office/drawing/2014/main" id="{20537863-64C2-2C3B-35D1-5FEE643D232B}"/>
              </a:ext>
            </a:extLst>
          </p:cNvPr>
          <p:cNvSpPr>
            <a:spLocks noGrp="1"/>
          </p:cNvSpPr>
          <p:nvPr>
            <p:ph idx="1"/>
          </p:nvPr>
        </p:nvSpPr>
        <p:spPr/>
        <p:txBody>
          <a:bodyPr/>
          <a:lstStyle/>
          <a:p>
            <a:r>
              <a:rPr lang="es-MX" dirty="0"/>
              <a:t>Para calcular el TCF (Technical </a:t>
            </a:r>
            <a:r>
              <a:rPr lang="en-US" dirty="0"/>
              <a:t>Complexity</a:t>
            </a:r>
            <a:r>
              <a:rPr lang="es-MX" dirty="0"/>
              <a:t> Factor) hay que realizar lo siguiente:</a:t>
            </a:r>
          </a:p>
          <a:p>
            <a:pPr lvl="1"/>
            <a:r>
              <a:rPr lang="es-MX" dirty="0"/>
              <a:t>Asignar a cada factor la magnitud relativa de 0 (irrelevante) a 5 (críticamente importante) según las características técnicas del software.</a:t>
            </a:r>
          </a:p>
          <a:p>
            <a:pPr lvl="1"/>
            <a:r>
              <a:rPr lang="es-MX" dirty="0"/>
              <a:t>Sumar los valores obtenidos de todos los factores.</a:t>
            </a:r>
          </a:p>
          <a:p>
            <a:pPr lvl="1"/>
            <a:r>
              <a:rPr lang="es-MX" dirty="0"/>
              <a:t>Dividir entre 100 la suma y sumarle 0.6.</a:t>
            </a:r>
          </a:p>
          <a:p>
            <a:r>
              <a:rPr lang="es-MX" dirty="0"/>
              <a:t>Por ejemplo, si la suma de los valores fue 28 el factor de complejidad técnica seria:</a:t>
            </a:r>
          </a:p>
          <a:p>
            <a:pPr lvl="1"/>
            <a:r>
              <a:rPr lang="es-MX" dirty="0"/>
              <a:t>TCF = 0.6 + 0.28 = 0.88</a:t>
            </a:r>
          </a:p>
          <a:p>
            <a:endParaRPr lang="es-MX" dirty="0"/>
          </a:p>
        </p:txBody>
      </p:sp>
    </p:spTree>
    <p:extLst>
      <p:ext uri="{BB962C8B-B14F-4D97-AF65-F5344CB8AC3E}">
        <p14:creationId xmlns:p14="http://schemas.microsoft.com/office/powerpoint/2010/main" val="21388489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59CD888-5505-833C-8B78-792ED4E26EF2}"/>
              </a:ext>
            </a:extLst>
          </p:cNvPr>
          <p:cNvSpPr>
            <a:spLocks noGrp="1"/>
          </p:cNvSpPr>
          <p:nvPr>
            <p:ph type="title"/>
          </p:nvPr>
        </p:nvSpPr>
        <p:spPr/>
        <p:txBody>
          <a:bodyPr/>
          <a:lstStyle/>
          <a:p>
            <a:r>
              <a:rPr lang="es-MX" dirty="0"/>
              <a:t>Factores ambientales</a:t>
            </a:r>
          </a:p>
        </p:txBody>
      </p:sp>
      <p:sp>
        <p:nvSpPr>
          <p:cNvPr id="3" name="Marcador de contenido 2">
            <a:extLst>
              <a:ext uri="{FF2B5EF4-FFF2-40B4-BE49-F238E27FC236}">
                <a16:creationId xmlns:a16="http://schemas.microsoft.com/office/drawing/2014/main" id="{9D634019-5092-2CCA-C1CC-04AF1964BC48}"/>
              </a:ext>
            </a:extLst>
          </p:cNvPr>
          <p:cNvSpPr>
            <a:spLocks noGrp="1"/>
          </p:cNvSpPr>
          <p:nvPr>
            <p:ph idx="1"/>
          </p:nvPr>
        </p:nvSpPr>
        <p:spPr/>
        <p:txBody>
          <a:bodyPr/>
          <a:lstStyle/>
          <a:p>
            <a:r>
              <a:rPr lang="es-ES" dirty="0"/>
              <a:t>Los factores ambientales se centran principalmente en las capacidades del equipo.</a:t>
            </a:r>
          </a:p>
          <a:p>
            <a:r>
              <a:rPr lang="es-ES" dirty="0"/>
              <a:t>Los factores sobre los cuáles se realiza la evaluación están relacionados con las habilidades y experiencia del grupo de personas involucradas con el desarrollo del proyecto.</a:t>
            </a:r>
          </a:p>
          <a:p>
            <a:r>
              <a:rPr lang="es-ES" dirty="0"/>
              <a:t>Cada uno de estos factores de debe calificar con un valor de 0 a 5.</a:t>
            </a:r>
            <a:endParaRPr lang="es-MX" dirty="0"/>
          </a:p>
        </p:txBody>
      </p:sp>
    </p:spTree>
    <p:extLst>
      <p:ext uri="{BB962C8B-B14F-4D97-AF65-F5344CB8AC3E}">
        <p14:creationId xmlns:p14="http://schemas.microsoft.com/office/powerpoint/2010/main" val="34256590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8A0AE3C-9AD6-667B-2C62-73D510340BEE}"/>
              </a:ext>
            </a:extLst>
          </p:cNvPr>
          <p:cNvSpPr>
            <a:spLocks noGrp="1"/>
          </p:cNvSpPr>
          <p:nvPr>
            <p:ph type="title"/>
          </p:nvPr>
        </p:nvSpPr>
        <p:spPr/>
        <p:txBody>
          <a:bodyPr/>
          <a:lstStyle/>
          <a:p>
            <a:r>
              <a:rPr lang="es-MX" dirty="0"/>
              <a:t>Factores ambientales</a:t>
            </a:r>
          </a:p>
        </p:txBody>
      </p:sp>
      <p:graphicFrame>
        <p:nvGraphicFramePr>
          <p:cNvPr id="4" name="Tabla 4">
            <a:extLst>
              <a:ext uri="{FF2B5EF4-FFF2-40B4-BE49-F238E27FC236}">
                <a16:creationId xmlns:a16="http://schemas.microsoft.com/office/drawing/2014/main" id="{F4F0907F-5F36-6A65-0991-F934A902BF1B}"/>
              </a:ext>
            </a:extLst>
          </p:cNvPr>
          <p:cNvGraphicFramePr>
            <a:graphicFrameLocks noGrp="1"/>
          </p:cNvGraphicFramePr>
          <p:nvPr>
            <p:ph idx="1"/>
            <p:extLst>
              <p:ext uri="{D42A27DB-BD31-4B8C-83A1-F6EECF244321}">
                <p14:modId xmlns:p14="http://schemas.microsoft.com/office/powerpoint/2010/main" val="1988946118"/>
              </p:ext>
            </p:extLst>
          </p:nvPr>
        </p:nvGraphicFramePr>
        <p:xfrm>
          <a:off x="838200" y="2025131"/>
          <a:ext cx="10515597" cy="3606800"/>
        </p:xfrm>
        <a:graphic>
          <a:graphicData uri="http://schemas.openxmlformats.org/drawingml/2006/table">
            <a:tbl>
              <a:tblPr firstRow="1" bandRow="1">
                <a:tableStyleId>{5C22544A-7EE6-4342-B048-85BDC9FD1C3A}</a:tableStyleId>
              </a:tblPr>
              <a:tblGrid>
                <a:gridCol w="3505199">
                  <a:extLst>
                    <a:ext uri="{9D8B030D-6E8A-4147-A177-3AD203B41FA5}">
                      <a16:colId xmlns:a16="http://schemas.microsoft.com/office/drawing/2014/main" val="1201174658"/>
                    </a:ext>
                  </a:extLst>
                </a:gridCol>
                <a:gridCol w="3505199">
                  <a:extLst>
                    <a:ext uri="{9D8B030D-6E8A-4147-A177-3AD203B41FA5}">
                      <a16:colId xmlns:a16="http://schemas.microsoft.com/office/drawing/2014/main" val="4150044197"/>
                    </a:ext>
                  </a:extLst>
                </a:gridCol>
                <a:gridCol w="3505199">
                  <a:extLst>
                    <a:ext uri="{9D8B030D-6E8A-4147-A177-3AD203B41FA5}">
                      <a16:colId xmlns:a16="http://schemas.microsoft.com/office/drawing/2014/main" val="1263750376"/>
                    </a:ext>
                  </a:extLst>
                </a:gridCol>
              </a:tblGrid>
              <a:tr h="370840">
                <a:tc>
                  <a:txBody>
                    <a:bodyPr/>
                    <a:lstStyle/>
                    <a:p>
                      <a:r>
                        <a:rPr lang="es-MX" dirty="0"/>
                        <a:t>Factor ambiental</a:t>
                      </a:r>
                    </a:p>
                  </a:txBody>
                  <a:tcPr/>
                </a:tc>
                <a:tc>
                  <a:txBody>
                    <a:bodyPr/>
                    <a:lstStyle/>
                    <a:p>
                      <a:r>
                        <a:rPr lang="es-MX" dirty="0"/>
                        <a:t>Descripción</a:t>
                      </a:r>
                    </a:p>
                  </a:txBody>
                  <a:tcPr/>
                </a:tc>
                <a:tc>
                  <a:txBody>
                    <a:bodyPr/>
                    <a:lstStyle/>
                    <a:p>
                      <a:r>
                        <a:rPr lang="es-MX" dirty="0"/>
                        <a:t>Peso</a:t>
                      </a:r>
                    </a:p>
                  </a:txBody>
                  <a:tcPr/>
                </a:tc>
                <a:extLst>
                  <a:ext uri="{0D108BD9-81ED-4DB2-BD59-A6C34878D82A}">
                    <a16:rowId xmlns:a16="http://schemas.microsoft.com/office/drawing/2014/main" val="4241872447"/>
                  </a:ext>
                </a:extLst>
              </a:tr>
              <a:tr h="370840">
                <a:tc>
                  <a:txBody>
                    <a:bodyPr/>
                    <a:lstStyle/>
                    <a:p>
                      <a:pPr algn="ctr"/>
                      <a:r>
                        <a:rPr lang="es-MX" dirty="0"/>
                        <a:t>E1</a:t>
                      </a:r>
                    </a:p>
                  </a:txBody>
                  <a:tcPr anchor="ctr"/>
                </a:tc>
                <a:tc>
                  <a:txBody>
                    <a:bodyPr/>
                    <a:lstStyle/>
                    <a:p>
                      <a:pPr algn="l"/>
                      <a:r>
                        <a:rPr lang="es-MX" dirty="0"/>
                        <a:t>Familiaridad con el proyecto</a:t>
                      </a:r>
                    </a:p>
                  </a:txBody>
                  <a:tcPr anchor="ctr"/>
                </a:tc>
                <a:tc>
                  <a:txBody>
                    <a:bodyPr/>
                    <a:lstStyle/>
                    <a:p>
                      <a:pPr algn="ctr"/>
                      <a:r>
                        <a:rPr lang="es-MX" dirty="0"/>
                        <a:t>1.5</a:t>
                      </a:r>
                    </a:p>
                  </a:txBody>
                  <a:tcPr anchor="ctr"/>
                </a:tc>
                <a:extLst>
                  <a:ext uri="{0D108BD9-81ED-4DB2-BD59-A6C34878D82A}">
                    <a16:rowId xmlns:a16="http://schemas.microsoft.com/office/drawing/2014/main" val="3862988825"/>
                  </a:ext>
                </a:extLst>
              </a:tr>
              <a:tr h="370840">
                <a:tc>
                  <a:txBody>
                    <a:bodyPr/>
                    <a:lstStyle/>
                    <a:p>
                      <a:pPr algn="ctr"/>
                      <a:r>
                        <a:rPr lang="es-MX" dirty="0"/>
                        <a:t>E2</a:t>
                      </a:r>
                    </a:p>
                  </a:txBody>
                  <a:tcPr anchor="ctr"/>
                </a:tc>
                <a:tc>
                  <a:txBody>
                    <a:bodyPr/>
                    <a:lstStyle/>
                    <a:p>
                      <a:pPr algn="l"/>
                      <a:r>
                        <a:rPr lang="es-MX" dirty="0"/>
                        <a:t>Experiencia de aplicación</a:t>
                      </a:r>
                    </a:p>
                  </a:txBody>
                  <a:tcPr anchor="ctr"/>
                </a:tc>
                <a:tc>
                  <a:txBody>
                    <a:bodyPr/>
                    <a:lstStyle/>
                    <a:p>
                      <a:pPr algn="ctr"/>
                      <a:r>
                        <a:rPr lang="es-MX" dirty="0"/>
                        <a:t>0.5</a:t>
                      </a:r>
                    </a:p>
                  </a:txBody>
                  <a:tcPr anchor="ctr"/>
                </a:tc>
                <a:extLst>
                  <a:ext uri="{0D108BD9-81ED-4DB2-BD59-A6C34878D82A}">
                    <a16:rowId xmlns:a16="http://schemas.microsoft.com/office/drawing/2014/main" val="2551981821"/>
                  </a:ext>
                </a:extLst>
              </a:tr>
              <a:tr h="370840">
                <a:tc>
                  <a:txBody>
                    <a:bodyPr/>
                    <a:lstStyle/>
                    <a:p>
                      <a:pPr algn="ctr"/>
                      <a:r>
                        <a:rPr lang="es-MX" dirty="0"/>
                        <a:t>E3</a:t>
                      </a:r>
                    </a:p>
                  </a:txBody>
                  <a:tcPr anchor="ctr"/>
                </a:tc>
                <a:tc>
                  <a:txBody>
                    <a:bodyPr/>
                    <a:lstStyle/>
                    <a:p>
                      <a:pPr algn="l"/>
                      <a:r>
                        <a:rPr lang="es-ES" dirty="0"/>
                        <a:t>Experiencia en programación orientada a objetos</a:t>
                      </a:r>
                      <a:endParaRPr lang="es-MX" dirty="0"/>
                    </a:p>
                  </a:txBody>
                  <a:tcPr anchor="ctr"/>
                </a:tc>
                <a:tc>
                  <a:txBody>
                    <a:bodyPr/>
                    <a:lstStyle/>
                    <a:p>
                      <a:pPr algn="ctr"/>
                      <a:r>
                        <a:rPr lang="es-MX" dirty="0"/>
                        <a:t>1</a:t>
                      </a:r>
                    </a:p>
                  </a:txBody>
                  <a:tcPr anchor="ctr"/>
                </a:tc>
                <a:extLst>
                  <a:ext uri="{0D108BD9-81ED-4DB2-BD59-A6C34878D82A}">
                    <a16:rowId xmlns:a16="http://schemas.microsoft.com/office/drawing/2014/main" val="2196534865"/>
                  </a:ext>
                </a:extLst>
              </a:tr>
              <a:tr h="370840">
                <a:tc>
                  <a:txBody>
                    <a:bodyPr/>
                    <a:lstStyle/>
                    <a:p>
                      <a:pPr algn="ctr"/>
                      <a:r>
                        <a:rPr lang="es-MX" dirty="0"/>
                        <a:t>E4</a:t>
                      </a:r>
                    </a:p>
                  </a:txBody>
                  <a:tcPr anchor="ctr"/>
                </a:tc>
                <a:tc>
                  <a:txBody>
                    <a:bodyPr/>
                    <a:lstStyle/>
                    <a:p>
                      <a:pPr algn="l"/>
                      <a:r>
                        <a:rPr lang="es-MX" dirty="0"/>
                        <a:t>Capacidad del analista principal</a:t>
                      </a:r>
                    </a:p>
                  </a:txBody>
                  <a:tcPr anchor="ctr"/>
                </a:tc>
                <a:tc>
                  <a:txBody>
                    <a:bodyPr/>
                    <a:lstStyle/>
                    <a:p>
                      <a:pPr algn="ctr"/>
                      <a:r>
                        <a:rPr lang="es-MX" dirty="0"/>
                        <a:t>0.5</a:t>
                      </a:r>
                    </a:p>
                  </a:txBody>
                  <a:tcPr anchor="ctr"/>
                </a:tc>
                <a:extLst>
                  <a:ext uri="{0D108BD9-81ED-4DB2-BD59-A6C34878D82A}">
                    <a16:rowId xmlns:a16="http://schemas.microsoft.com/office/drawing/2014/main" val="1595176632"/>
                  </a:ext>
                </a:extLst>
              </a:tr>
              <a:tr h="370840">
                <a:tc>
                  <a:txBody>
                    <a:bodyPr/>
                    <a:lstStyle/>
                    <a:p>
                      <a:pPr algn="ctr"/>
                      <a:r>
                        <a:rPr lang="es-MX" dirty="0"/>
                        <a:t>E5</a:t>
                      </a:r>
                    </a:p>
                  </a:txBody>
                  <a:tcPr anchor="ctr"/>
                </a:tc>
                <a:tc>
                  <a:txBody>
                    <a:bodyPr/>
                    <a:lstStyle/>
                    <a:p>
                      <a:pPr algn="l"/>
                      <a:r>
                        <a:rPr lang="es-MX" dirty="0"/>
                        <a:t>Motivación</a:t>
                      </a:r>
                    </a:p>
                  </a:txBody>
                  <a:tcPr anchor="ctr"/>
                </a:tc>
                <a:tc>
                  <a:txBody>
                    <a:bodyPr/>
                    <a:lstStyle/>
                    <a:p>
                      <a:pPr algn="ctr"/>
                      <a:r>
                        <a:rPr lang="es-MX" dirty="0"/>
                        <a:t>1</a:t>
                      </a:r>
                    </a:p>
                  </a:txBody>
                  <a:tcPr anchor="ctr"/>
                </a:tc>
                <a:extLst>
                  <a:ext uri="{0D108BD9-81ED-4DB2-BD59-A6C34878D82A}">
                    <a16:rowId xmlns:a16="http://schemas.microsoft.com/office/drawing/2014/main" val="203174491"/>
                  </a:ext>
                </a:extLst>
              </a:tr>
              <a:tr h="370840">
                <a:tc>
                  <a:txBody>
                    <a:bodyPr/>
                    <a:lstStyle/>
                    <a:p>
                      <a:pPr algn="ctr"/>
                      <a:r>
                        <a:rPr lang="es-MX" dirty="0"/>
                        <a:t>E6</a:t>
                      </a:r>
                    </a:p>
                  </a:txBody>
                  <a:tcPr anchor="ctr"/>
                </a:tc>
                <a:tc>
                  <a:txBody>
                    <a:bodyPr/>
                    <a:lstStyle/>
                    <a:p>
                      <a:pPr algn="l"/>
                      <a:r>
                        <a:rPr lang="es-MX" dirty="0"/>
                        <a:t>Estabilidad de los requisitos</a:t>
                      </a:r>
                    </a:p>
                  </a:txBody>
                  <a:tcPr anchor="ctr"/>
                </a:tc>
                <a:tc>
                  <a:txBody>
                    <a:bodyPr/>
                    <a:lstStyle/>
                    <a:p>
                      <a:pPr algn="ctr"/>
                      <a:r>
                        <a:rPr lang="es-MX" dirty="0"/>
                        <a:t>2</a:t>
                      </a:r>
                    </a:p>
                  </a:txBody>
                  <a:tcPr anchor="ctr"/>
                </a:tc>
                <a:extLst>
                  <a:ext uri="{0D108BD9-81ED-4DB2-BD59-A6C34878D82A}">
                    <a16:rowId xmlns:a16="http://schemas.microsoft.com/office/drawing/2014/main" val="1701825761"/>
                  </a:ext>
                </a:extLst>
              </a:tr>
              <a:tr h="370840">
                <a:tc>
                  <a:txBody>
                    <a:bodyPr/>
                    <a:lstStyle/>
                    <a:p>
                      <a:pPr algn="ctr"/>
                      <a:r>
                        <a:rPr lang="es-MX" dirty="0"/>
                        <a:t>E7</a:t>
                      </a:r>
                    </a:p>
                  </a:txBody>
                  <a:tcPr anchor="ctr"/>
                </a:tc>
                <a:tc>
                  <a:txBody>
                    <a:bodyPr/>
                    <a:lstStyle/>
                    <a:p>
                      <a:pPr algn="l"/>
                      <a:r>
                        <a:rPr lang="es-MX" dirty="0"/>
                        <a:t>Personal a tiempo parcial</a:t>
                      </a:r>
                    </a:p>
                  </a:txBody>
                  <a:tcPr anchor="ctr"/>
                </a:tc>
                <a:tc>
                  <a:txBody>
                    <a:bodyPr/>
                    <a:lstStyle/>
                    <a:p>
                      <a:pPr algn="ctr"/>
                      <a:r>
                        <a:rPr lang="es-MX" dirty="0"/>
                        <a:t>-1</a:t>
                      </a:r>
                    </a:p>
                  </a:txBody>
                  <a:tcPr anchor="ctr"/>
                </a:tc>
                <a:extLst>
                  <a:ext uri="{0D108BD9-81ED-4DB2-BD59-A6C34878D82A}">
                    <a16:rowId xmlns:a16="http://schemas.microsoft.com/office/drawing/2014/main" val="931110643"/>
                  </a:ext>
                </a:extLst>
              </a:tr>
              <a:tr h="370840">
                <a:tc>
                  <a:txBody>
                    <a:bodyPr/>
                    <a:lstStyle/>
                    <a:p>
                      <a:pPr algn="ctr"/>
                      <a:r>
                        <a:rPr lang="es-MX" dirty="0"/>
                        <a:t>E8</a:t>
                      </a:r>
                    </a:p>
                  </a:txBody>
                  <a:tcPr anchor="ctr"/>
                </a:tc>
                <a:tc>
                  <a:txBody>
                    <a:bodyPr/>
                    <a:lstStyle/>
                    <a:p>
                      <a:pPr algn="l"/>
                      <a:r>
                        <a:rPr lang="es-MX" dirty="0"/>
                        <a:t>Lenguaje de programación difícil</a:t>
                      </a:r>
                    </a:p>
                  </a:txBody>
                  <a:tcPr anchor="ctr"/>
                </a:tc>
                <a:tc>
                  <a:txBody>
                    <a:bodyPr/>
                    <a:lstStyle/>
                    <a:p>
                      <a:pPr algn="ctr"/>
                      <a:r>
                        <a:rPr lang="es-MX" dirty="0"/>
                        <a:t>-1</a:t>
                      </a:r>
                    </a:p>
                  </a:txBody>
                  <a:tcPr anchor="ctr"/>
                </a:tc>
                <a:extLst>
                  <a:ext uri="{0D108BD9-81ED-4DB2-BD59-A6C34878D82A}">
                    <a16:rowId xmlns:a16="http://schemas.microsoft.com/office/drawing/2014/main" val="1689516499"/>
                  </a:ext>
                </a:extLst>
              </a:tr>
            </a:tbl>
          </a:graphicData>
        </a:graphic>
      </p:graphicFrame>
    </p:spTree>
    <p:extLst>
      <p:ext uri="{BB962C8B-B14F-4D97-AF65-F5344CB8AC3E}">
        <p14:creationId xmlns:p14="http://schemas.microsoft.com/office/powerpoint/2010/main" val="2519951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DBC0245-3FE7-67A3-AC63-63F0AC5DA6F7}"/>
              </a:ext>
            </a:extLst>
          </p:cNvPr>
          <p:cNvSpPr>
            <a:spLocks noGrp="1"/>
          </p:cNvSpPr>
          <p:nvPr>
            <p:ph type="title"/>
          </p:nvPr>
        </p:nvSpPr>
        <p:spPr/>
        <p:txBody>
          <a:bodyPr/>
          <a:lstStyle/>
          <a:p>
            <a:r>
              <a:rPr lang="es-MX" dirty="0"/>
              <a:t>Factores ambientales</a:t>
            </a:r>
          </a:p>
        </p:txBody>
      </p:sp>
      <p:sp>
        <p:nvSpPr>
          <p:cNvPr id="3" name="Marcador de contenido 2">
            <a:extLst>
              <a:ext uri="{FF2B5EF4-FFF2-40B4-BE49-F238E27FC236}">
                <a16:creationId xmlns:a16="http://schemas.microsoft.com/office/drawing/2014/main" id="{7DE6673B-A3B2-435A-7102-4142CD3F25F7}"/>
              </a:ext>
            </a:extLst>
          </p:cNvPr>
          <p:cNvSpPr>
            <a:spLocks noGrp="1"/>
          </p:cNvSpPr>
          <p:nvPr>
            <p:ph idx="1"/>
          </p:nvPr>
        </p:nvSpPr>
        <p:spPr/>
        <p:txBody>
          <a:bodyPr/>
          <a:lstStyle/>
          <a:p>
            <a:r>
              <a:rPr lang="es-MX" dirty="0"/>
              <a:t>Para calcular el EF (</a:t>
            </a:r>
            <a:r>
              <a:rPr lang="en-US" dirty="0"/>
              <a:t>Environmental Factor</a:t>
            </a:r>
            <a:r>
              <a:rPr lang="es-MX" dirty="0"/>
              <a:t>) es necesario realizar lo siguiente:</a:t>
            </a:r>
          </a:p>
          <a:p>
            <a:pPr lvl="1"/>
            <a:r>
              <a:rPr lang="es-MX" dirty="0"/>
              <a:t>Determinar el valor que caracteriza a cada factor de 0 a 5.</a:t>
            </a:r>
          </a:p>
          <a:p>
            <a:pPr lvl="1"/>
            <a:r>
              <a:rPr lang="es-MX" dirty="0"/>
              <a:t>Sumar los valores obtenidos de cada factor.</a:t>
            </a:r>
          </a:p>
          <a:p>
            <a:pPr lvl="1"/>
            <a:r>
              <a:rPr lang="es-MX" dirty="0"/>
              <a:t>EF = 1.4 – (0.03 * suma)</a:t>
            </a:r>
          </a:p>
          <a:p>
            <a:endParaRPr lang="es-ES" dirty="0"/>
          </a:p>
          <a:p>
            <a:r>
              <a:rPr lang="es-ES" dirty="0"/>
              <a:t>Todos tendrán un valor 0 para la experiencia de la aplicación (</a:t>
            </a:r>
            <a:r>
              <a:rPr lang="es-MX" dirty="0"/>
              <a:t>E2</a:t>
            </a:r>
            <a:r>
              <a:rPr lang="es-ES" dirty="0"/>
              <a:t>) al crear una nueva aplicación. Los factores E7 y E8 son números negativos, por lo que los números más altos tienen el impacto inverso al igual que con otros factores.</a:t>
            </a:r>
            <a:endParaRPr lang="es-MX" dirty="0"/>
          </a:p>
        </p:txBody>
      </p:sp>
    </p:spTree>
    <p:extLst>
      <p:ext uri="{BB962C8B-B14F-4D97-AF65-F5344CB8AC3E}">
        <p14:creationId xmlns:p14="http://schemas.microsoft.com/office/powerpoint/2010/main" val="7598857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40C8BF-9479-6D6C-99D4-B7536CB8E3A9}"/>
              </a:ext>
            </a:extLst>
          </p:cNvPr>
          <p:cNvSpPr>
            <a:spLocks noGrp="1"/>
          </p:cNvSpPr>
          <p:nvPr>
            <p:ph type="title"/>
          </p:nvPr>
        </p:nvSpPr>
        <p:spPr/>
        <p:txBody>
          <a:bodyPr/>
          <a:lstStyle/>
          <a:p>
            <a:r>
              <a:rPr lang="es-MX" sz="4400" dirty="0"/>
              <a:t>Análisis de casos de uso</a:t>
            </a:r>
            <a:endParaRPr lang="es-MX" dirty="0"/>
          </a:p>
        </p:txBody>
      </p:sp>
      <p:sp>
        <p:nvSpPr>
          <p:cNvPr id="3" name="Marcador de contenido 2">
            <a:extLst>
              <a:ext uri="{FF2B5EF4-FFF2-40B4-BE49-F238E27FC236}">
                <a16:creationId xmlns:a16="http://schemas.microsoft.com/office/drawing/2014/main" id="{7AE69113-3C01-1F89-D2B6-F2949F911763}"/>
              </a:ext>
            </a:extLst>
          </p:cNvPr>
          <p:cNvSpPr>
            <a:spLocks noGrp="1"/>
          </p:cNvSpPr>
          <p:nvPr>
            <p:ph idx="1"/>
          </p:nvPr>
        </p:nvSpPr>
        <p:spPr/>
        <p:txBody>
          <a:bodyPr/>
          <a:lstStyle/>
          <a:p>
            <a:pPr eaLnBrk="1" hangingPunct="1"/>
            <a:r>
              <a:rPr lang="es-MX" dirty="0"/>
              <a:t>Se debe de considerar la complejidad de los casos de uso de acuerdo a las </a:t>
            </a:r>
            <a:r>
              <a:rPr lang="es-MX" b="1" dirty="0"/>
              <a:t>transacciones </a:t>
            </a:r>
            <a:r>
              <a:rPr lang="es-MX" dirty="0"/>
              <a:t>de la descripción del caso de uso.</a:t>
            </a:r>
          </a:p>
          <a:p>
            <a:r>
              <a:rPr lang="es-MX" dirty="0"/>
              <a:t>Los casos de uso son clasificados como simple, promedio y complejo.</a:t>
            </a:r>
          </a:p>
          <a:p>
            <a:r>
              <a:rPr lang="es-MX" dirty="0"/>
              <a:t>Esta clasificación describe el caso de uso, no la complejidad que pueda llevar su implementación.</a:t>
            </a:r>
          </a:p>
          <a:p>
            <a:endParaRPr lang="es-MX" dirty="0"/>
          </a:p>
          <a:p>
            <a:pPr eaLnBrk="1" hangingPunct="1"/>
            <a:endParaRPr lang="es-MX" dirty="0"/>
          </a:p>
          <a:p>
            <a:pPr eaLnBrk="1" hangingPunct="1"/>
            <a:endParaRPr lang="es-MX" dirty="0"/>
          </a:p>
          <a:p>
            <a:endParaRPr lang="es-MX" dirty="0"/>
          </a:p>
        </p:txBody>
      </p:sp>
    </p:spTree>
    <p:extLst>
      <p:ext uri="{BB962C8B-B14F-4D97-AF65-F5344CB8AC3E}">
        <p14:creationId xmlns:p14="http://schemas.microsoft.com/office/powerpoint/2010/main" val="14171733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7FBC92-4E57-D806-EAB3-FB7EBB47405F}"/>
              </a:ext>
            </a:extLst>
          </p:cNvPr>
          <p:cNvSpPr>
            <a:spLocks noGrp="1"/>
          </p:cNvSpPr>
          <p:nvPr>
            <p:ph type="title"/>
          </p:nvPr>
        </p:nvSpPr>
        <p:spPr/>
        <p:txBody>
          <a:bodyPr/>
          <a:lstStyle/>
          <a:p>
            <a:r>
              <a:rPr lang="es-MX" sz="4400" dirty="0"/>
              <a:t>¿Qué son las transacciones? </a:t>
            </a:r>
            <a:endParaRPr lang="es-MX" dirty="0"/>
          </a:p>
        </p:txBody>
      </p:sp>
      <p:sp>
        <p:nvSpPr>
          <p:cNvPr id="3" name="Marcador de contenido 2">
            <a:extLst>
              <a:ext uri="{FF2B5EF4-FFF2-40B4-BE49-F238E27FC236}">
                <a16:creationId xmlns:a16="http://schemas.microsoft.com/office/drawing/2014/main" id="{AB4DDB43-85A8-240D-2588-E93C7AC1C530}"/>
              </a:ext>
            </a:extLst>
          </p:cNvPr>
          <p:cNvSpPr>
            <a:spLocks noGrp="1"/>
          </p:cNvSpPr>
          <p:nvPr>
            <p:ph idx="1"/>
          </p:nvPr>
        </p:nvSpPr>
        <p:spPr/>
        <p:txBody>
          <a:bodyPr>
            <a:normAutofit fontScale="92500" lnSpcReduction="10000"/>
          </a:bodyPr>
          <a:lstStyle/>
          <a:p>
            <a:pPr algn="just"/>
            <a:r>
              <a:rPr lang="es-MX" sz="2800" dirty="0">
                <a:effectLst/>
                <a:latin typeface="Calibri" panose="020F0502020204030204" pitchFamily="34" charset="0"/>
                <a:ea typeface="Calibri" panose="020F0502020204030204" pitchFamily="34" charset="0"/>
                <a:cs typeface="Times New Roman" panose="02020603050405020304" pitchFamily="18" charset="0"/>
              </a:rPr>
              <a:t>Una </a:t>
            </a:r>
            <a:r>
              <a:rPr lang="es-MX" sz="2800" b="1" dirty="0">
                <a:effectLst/>
                <a:latin typeface="Calibri" panose="020F0502020204030204" pitchFamily="34" charset="0"/>
                <a:ea typeface="Calibri" panose="020F0502020204030204" pitchFamily="34" charset="0"/>
                <a:cs typeface="Times New Roman" panose="02020603050405020304" pitchFamily="18" charset="0"/>
              </a:rPr>
              <a:t>transacción</a:t>
            </a:r>
            <a:r>
              <a:rPr lang="es-MX" sz="2800" dirty="0">
                <a:effectLst/>
                <a:latin typeface="Calibri" panose="020F0502020204030204" pitchFamily="34" charset="0"/>
                <a:ea typeface="Calibri" panose="020F0502020204030204" pitchFamily="34" charset="0"/>
                <a:cs typeface="Times New Roman" panose="02020603050405020304" pitchFamily="18" charset="0"/>
              </a:rPr>
              <a:t> es un intercambio, donde el actor hace algo y el sistema responde.</a:t>
            </a:r>
          </a:p>
          <a:p>
            <a:pPr algn="just"/>
            <a:endParaRPr lang="es-ES" dirty="0"/>
          </a:p>
          <a:p>
            <a:pPr algn="just"/>
            <a:r>
              <a:rPr lang="es-ES" dirty="0"/>
              <a:t>En la especificación de un caso de uso, se utiliza un escenario principal para relatar la secuencia de pasos entre el actor y el sistema, y escenarios alternativos para relatar condiciones excepcionales o condiciones que se apartan del flujo normal de eventos.</a:t>
            </a:r>
          </a:p>
          <a:p>
            <a:pPr algn="just"/>
            <a:r>
              <a:rPr lang="es-ES" sz="2800" dirty="0"/>
              <a:t>Una transacción está representada por uno o más pasos del flujo de eventos principal del caso de uso, pudiendo existir más de una transacción dentro del mismo caso de uso. Los flujos de eventos alternativos dentro del caso de uso ayudan a clarificar las transacciones.</a:t>
            </a:r>
            <a:endParaRPr lang="es-MX" dirty="0"/>
          </a:p>
        </p:txBody>
      </p:sp>
    </p:spTree>
    <p:extLst>
      <p:ext uri="{BB962C8B-B14F-4D97-AF65-F5344CB8AC3E}">
        <p14:creationId xmlns:p14="http://schemas.microsoft.com/office/powerpoint/2010/main" val="26981113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F24FD33-7BDD-219E-A59C-F6682B98187E}"/>
              </a:ext>
            </a:extLst>
          </p:cNvPr>
          <p:cNvSpPr>
            <a:spLocks noGrp="1"/>
          </p:cNvSpPr>
          <p:nvPr>
            <p:ph type="title"/>
          </p:nvPr>
        </p:nvSpPr>
        <p:spPr/>
        <p:txBody>
          <a:bodyPr/>
          <a:lstStyle/>
          <a:p>
            <a:r>
              <a:rPr lang="es-MX" dirty="0"/>
              <a:t>Categorías basado en transacciones</a:t>
            </a:r>
          </a:p>
        </p:txBody>
      </p:sp>
      <p:graphicFrame>
        <p:nvGraphicFramePr>
          <p:cNvPr id="6" name="Tabla 6">
            <a:extLst>
              <a:ext uri="{FF2B5EF4-FFF2-40B4-BE49-F238E27FC236}">
                <a16:creationId xmlns:a16="http://schemas.microsoft.com/office/drawing/2014/main" id="{4073E791-77D7-7770-EFB4-B6FFB8F15D7F}"/>
              </a:ext>
            </a:extLst>
          </p:cNvPr>
          <p:cNvGraphicFramePr>
            <a:graphicFrameLocks noGrp="1"/>
          </p:cNvGraphicFramePr>
          <p:nvPr>
            <p:ph idx="1"/>
            <p:extLst>
              <p:ext uri="{D42A27DB-BD31-4B8C-83A1-F6EECF244321}">
                <p14:modId xmlns:p14="http://schemas.microsoft.com/office/powerpoint/2010/main" val="1971584947"/>
              </p:ext>
            </p:extLst>
          </p:nvPr>
        </p:nvGraphicFramePr>
        <p:xfrm>
          <a:off x="1735974" y="1690688"/>
          <a:ext cx="7010397" cy="1752600"/>
        </p:xfrm>
        <a:graphic>
          <a:graphicData uri="http://schemas.openxmlformats.org/drawingml/2006/table">
            <a:tbl>
              <a:tblPr firstRow="1" bandRow="1">
                <a:tableStyleId>{5C22544A-7EE6-4342-B048-85BDC9FD1C3A}</a:tableStyleId>
              </a:tblPr>
              <a:tblGrid>
                <a:gridCol w="2336799">
                  <a:extLst>
                    <a:ext uri="{9D8B030D-6E8A-4147-A177-3AD203B41FA5}">
                      <a16:colId xmlns:a16="http://schemas.microsoft.com/office/drawing/2014/main" val="3338643484"/>
                    </a:ext>
                  </a:extLst>
                </a:gridCol>
                <a:gridCol w="2336799">
                  <a:extLst>
                    <a:ext uri="{9D8B030D-6E8A-4147-A177-3AD203B41FA5}">
                      <a16:colId xmlns:a16="http://schemas.microsoft.com/office/drawing/2014/main" val="1657949510"/>
                    </a:ext>
                  </a:extLst>
                </a:gridCol>
                <a:gridCol w="2336799">
                  <a:extLst>
                    <a:ext uri="{9D8B030D-6E8A-4147-A177-3AD203B41FA5}">
                      <a16:colId xmlns:a16="http://schemas.microsoft.com/office/drawing/2014/main" val="2878286101"/>
                    </a:ext>
                  </a:extLst>
                </a:gridCol>
              </a:tblGrid>
              <a:tr h="370840">
                <a:tc>
                  <a:txBody>
                    <a:bodyPr/>
                    <a:lstStyle/>
                    <a:p>
                      <a:pPr algn="ctr"/>
                      <a:r>
                        <a:rPr lang="es-MX" dirty="0"/>
                        <a:t>Categoría</a:t>
                      </a:r>
                    </a:p>
                  </a:txBody>
                  <a:tcPr anchor="ctr"/>
                </a:tc>
                <a:tc>
                  <a:txBody>
                    <a:bodyPr/>
                    <a:lstStyle/>
                    <a:p>
                      <a:r>
                        <a:rPr lang="es-MX" dirty="0"/>
                        <a:t>Descripción</a:t>
                      </a:r>
                    </a:p>
                  </a:txBody>
                  <a:tcPr/>
                </a:tc>
                <a:tc>
                  <a:txBody>
                    <a:bodyPr/>
                    <a:lstStyle/>
                    <a:p>
                      <a:pPr algn="ctr"/>
                      <a:r>
                        <a:rPr lang="es-MX" dirty="0"/>
                        <a:t>Peso</a:t>
                      </a:r>
                    </a:p>
                  </a:txBody>
                  <a:tcPr/>
                </a:tc>
                <a:extLst>
                  <a:ext uri="{0D108BD9-81ED-4DB2-BD59-A6C34878D82A}">
                    <a16:rowId xmlns:a16="http://schemas.microsoft.com/office/drawing/2014/main" val="3711485471"/>
                  </a:ext>
                </a:extLst>
              </a:tr>
              <a:tr h="370840">
                <a:tc>
                  <a:txBody>
                    <a:bodyPr/>
                    <a:lstStyle/>
                    <a:p>
                      <a:pPr algn="ctr"/>
                      <a:r>
                        <a:rPr lang="es-MX" dirty="0"/>
                        <a:t>Simple</a:t>
                      </a:r>
                    </a:p>
                  </a:txBody>
                  <a:tcPr anchor="ctr"/>
                </a:tc>
                <a:tc>
                  <a:txBody>
                    <a:bodyPr/>
                    <a:lstStyle/>
                    <a:p>
                      <a:r>
                        <a:rPr lang="es-MX" dirty="0"/>
                        <a:t>Hasta 3 transacciones</a:t>
                      </a:r>
                    </a:p>
                  </a:txBody>
                  <a:tcPr/>
                </a:tc>
                <a:tc>
                  <a:txBody>
                    <a:bodyPr/>
                    <a:lstStyle/>
                    <a:p>
                      <a:pPr algn="ctr"/>
                      <a:r>
                        <a:rPr lang="es-MX" dirty="0"/>
                        <a:t>5</a:t>
                      </a:r>
                    </a:p>
                  </a:txBody>
                  <a:tcPr anchor="ctr"/>
                </a:tc>
                <a:extLst>
                  <a:ext uri="{0D108BD9-81ED-4DB2-BD59-A6C34878D82A}">
                    <a16:rowId xmlns:a16="http://schemas.microsoft.com/office/drawing/2014/main" val="911584159"/>
                  </a:ext>
                </a:extLst>
              </a:tr>
              <a:tr h="370840">
                <a:tc>
                  <a:txBody>
                    <a:bodyPr/>
                    <a:lstStyle/>
                    <a:p>
                      <a:pPr algn="ctr"/>
                      <a:r>
                        <a:rPr lang="es-MX" dirty="0"/>
                        <a:t>Promedio</a:t>
                      </a:r>
                    </a:p>
                  </a:txBody>
                  <a:tcPr anchor="ctr"/>
                </a:tc>
                <a:tc>
                  <a:txBody>
                    <a:bodyPr/>
                    <a:lstStyle/>
                    <a:p>
                      <a:r>
                        <a:rPr lang="es-MX" dirty="0"/>
                        <a:t>De 4 a 7 transacciones </a:t>
                      </a:r>
                    </a:p>
                  </a:txBody>
                  <a:tcPr/>
                </a:tc>
                <a:tc>
                  <a:txBody>
                    <a:bodyPr/>
                    <a:lstStyle/>
                    <a:p>
                      <a:pPr algn="ctr"/>
                      <a:r>
                        <a:rPr lang="es-MX" dirty="0"/>
                        <a:t>10</a:t>
                      </a:r>
                    </a:p>
                  </a:txBody>
                  <a:tcPr/>
                </a:tc>
                <a:extLst>
                  <a:ext uri="{0D108BD9-81ED-4DB2-BD59-A6C34878D82A}">
                    <a16:rowId xmlns:a16="http://schemas.microsoft.com/office/drawing/2014/main" val="1187587240"/>
                  </a:ext>
                </a:extLst>
              </a:tr>
              <a:tr h="370840">
                <a:tc>
                  <a:txBody>
                    <a:bodyPr/>
                    <a:lstStyle/>
                    <a:p>
                      <a:pPr algn="ctr"/>
                      <a:r>
                        <a:rPr lang="es-MX" dirty="0"/>
                        <a:t>Complejo</a:t>
                      </a:r>
                    </a:p>
                  </a:txBody>
                  <a:tcPr anchor="ctr"/>
                </a:tc>
                <a:tc>
                  <a:txBody>
                    <a:bodyPr/>
                    <a:lstStyle/>
                    <a:p>
                      <a:r>
                        <a:rPr lang="es-MX" dirty="0"/>
                        <a:t>Más de 7 transacciones</a:t>
                      </a:r>
                    </a:p>
                  </a:txBody>
                  <a:tcPr/>
                </a:tc>
                <a:tc>
                  <a:txBody>
                    <a:bodyPr/>
                    <a:lstStyle/>
                    <a:p>
                      <a:pPr algn="ctr"/>
                      <a:r>
                        <a:rPr lang="es-MX" dirty="0"/>
                        <a:t>15</a:t>
                      </a:r>
                    </a:p>
                  </a:txBody>
                  <a:tcPr/>
                </a:tc>
                <a:extLst>
                  <a:ext uri="{0D108BD9-81ED-4DB2-BD59-A6C34878D82A}">
                    <a16:rowId xmlns:a16="http://schemas.microsoft.com/office/drawing/2014/main" val="2250082698"/>
                  </a:ext>
                </a:extLst>
              </a:tr>
            </a:tbl>
          </a:graphicData>
        </a:graphic>
      </p:graphicFrame>
      <p:sp>
        <p:nvSpPr>
          <p:cNvPr id="7" name="CuadroTexto 6">
            <a:extLst>
              <a:ext uri="{FF2B5EF4-FFF2-40B4-BE49-F238E27FC236}">
                <a16:creationId xmlns:a16="http://schemas.microsoft.com/office/drawing/2014/main" id="{8CB4EE5A-DAAB-D121-F5BF-856BDDCCACF4}"/>
              </a:ext>
            </a:extLst>
          </p:cNvPr>
          <p:cNvSpPr txBox="1"/>
          <p:nvPr/>
        </p:nvSpPr>
        <p:spPr>
          <a:xfrm>
            <a:off x="1432560" y="4165600"/>
            <a:ext cx="8568660" cy="923330"/>
          </a:xfrm>
          <a:prstGeom prst="rect">
            <a:avLst/>
          </a:prstGeom>
          <a:noFill/>
        </p:spPr>
        <p:txBody>
          <a:bodyPr wrap="square" rtlCol="0">
            <a:spAutoFit/>
          </a:bodyPr>
          <a:lstStyle/>
          <a:p>
            <a:r>
              <a:rPr lang="es-MX" dirty="0"/>
              <a:t>Más de 10 transacciones ¿Muy complejo?</a:t>
            </a:r>
          </a:p>
          <a:p>
            <a:r>
              <a:rPr lang="es-MX" dirty="0"/>
              <a:t>Lo mejor aquí seria preguntarse si no está haciendo falta dividir el caso de uso (Casos de uso incluidos o casos de uso que extienden).</a:t>
            </a:r>
          </a:p>
        </p:txBody>
      </p:sp>
    </p:spTree>
    <p:extLst>
      <p:ext uri="{BB962C8B-B14F-4D97-AF65-F5344CB8AC3E}">
        <p14:creationId xmlns:p14="http://schemas.microsoft.com/office/powerpoint/2010/main" val="7174352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EC4BDEF-8EB6-52D9-BA6B-927F02713BCA}"/>
              </a:ext>
            </a:extLst>
          </p:cNvPr>
          <p:cNvSpPr>
            <a:spLocks noGrp="1"/>
          </p:cNvSpPr>
          <p:nvPr>
            <p:ph type="title"/>
          </p:nvPr>
        </p:nvSpPr>
        <p:spPr/>
        <p:txBody>
          <a:bodyPr/>
          <a:lstStyle/>
          <a:p>
            <a:r>
              <a:rPr lang="es-MX" sz="4400" dirty="0"/>
              <a:t>Análisis de actores</a:t>
            </a:r>
            <a:endParaRPr lang="es-MX" dirty="0"/>
          </a:p>
        </p:txBody>
      </p:sp>
      <p:sp>
        <p:nvSpPr>
          <p:cNvPr id="3" name="Marcador de contenido 2">
            <a:extLst>
              <a:ext uri="{FF2B5EF4-FFF2-40B4-BE49-F238E27FC236}">
                <a16:creationId xmlns:a16="http://schemas.microsoft.com/office/drawing/2014/main" id="{58538503-E1D0-119F-1C0B-18222940ECE6}"/>
              </a:ext>
            </a:extLst>
          </p:cNvPr>
          <p:cNvSpPr>
            <a:spLocks noGrp="1"/>
          </p:cNvSpPr>
          <p:nvPr>
            <p:ph idx="1"/>
          </p:nvPr>
        </p:nvSpPr>
        <p:spPr/>
        <p:txBody>
          <a:bodyPr/>
          <a:lstStyle/>
          <a:p>
            <a:r>
              <a:rPr lang="es-MX" dirty="0"/>
              <a:t>No solo las personas son actores. También otros sistemas son actores. </a:t>
            </a:r>
          </a:p>
          <a:p>
            <a:r>
              <a:rPr lang="es-MX" dirty="0"/>
              <a:t>El análisis de actores incluye a los diferentes tipos de “usuarios” que se espera que interactúen con el sistema.</a:t>
            </a:r>
          </a:p>
          <a:p>
            <a:r>
              <a:rPr lang="es-MX" dirty="0"/>
              <a:t>Es necesario identificar los actores personas y sistemas para clasificarlos en simple, promedio y complejo.</a:t>
            </a:r>
          </a:p>
          <a:p>
            <a:endParaRPr lang="es-MX" dirty="0"/>
          </a:p>
        </p:txBody>
      </p:sp>
    </p:spTree>
    <p:extLst>
      <p:ext uri="{BB962C8B-B14F-4D97-AF65-F5344CB8AC3E}">
        <p14:creationId xmlns:p14="http://schemas.microsoft.com/office/powerpoint/2010/main" val="37965919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EC4BDEF-8EB6-52D9-BA6B-927F02713BCA}"/>
              </a:ext>
            </a:extLst>
          </p:cNvPr>
          <p:cNvSpPr>
            <a:spLocks noGrp="1"/>
          </p:cNvSpPr>
          <p:nvPr>
            <p:ph type="title"/>
          </p:nvPr>
        </p:nvSpPr>
        <p:spPr/>
        <p:txBody>
          <a:bodyPr/>
          <a:lstStyle/>
          <a:p>
            <a:r>
              <a:rPr lang="es-MX" sz="4400" dirty="0"/>
              <a:t>Análisis de actores</a:t>
            </a:r>
            <a:endParaRPr lang="es-MX" dirty="0"/>
          </a:p>
        </p:txBody>
      </p:sp>
      <p:sp>
        <p:nvSpPr>
          <p:cNvPr id="3" name="Marcador de contenido 2">
            <a:extLst>
              <a:ext uri="{FF2B5EF4-FFF2-40B4-BE49-F238E27FC236}">
                <a16:creationId xmlns:a16="http://schemas.microsoft.com/office/drawing/2014/main" id="{58538503-E1D0-119F-1C0B-18222940ECE6}"/>
              </a:ext>
            </a:extLst>
          </p:cNvPr>
          <p:cNvSpPr>
            <a:spLocks noGrp="1"/>
          </p:cNvSpPr>
          <p:nvPr>
            <p:ph idx="1"/>
          </p:nvPr>
        </p:nvSpPr>
        <p:spPr/>
        <p:txBody>
          <a:bodyPr/>
          <a:lstStyle/>
          <a:p>
            <a:r>
              <a:rPr lang="es-ES" dirty="0"/>
              <a:t>Se debe de considerar la complejidad de los actores determinando si cada actor es una persona u otro sistema y la forma en la que interactúa con el sistema a desarrollar.</a:t>
            </a:r>
          </a:p>
          <a:p>
            <a:endParaRPr lang="es-MX" dirty="0"/>
          </a:p>
        </p:txBody>
      </p:sp>
      <p:graphicFrame>
        <p:nvGraphicFramePr>
          <p:cNvPr id="4" name="Tabla 4">
            <a:extLst>
              <a:ext uri="{FF2B5EF4-FFF2-40B4-BE49-F238E27FC236}">
                <a16:creationId xmlns:a16="http://schemas.microsoft.com/office/drawing/2014/main" id="{F4B317AC-266F-32E2-58E2-2A03596DB7EA}"/>
              </a:ext>
            </a:extLst>
          </p:cNvPr>
          <p:cNvGraphicFramePr>
            <a:graphicFrameLocks noGrp="1"/>
          </p:cNvGraphicFramePr>
          <p:nvPr/>
        </p:nvGraphicFramePr>
        <p:xfrm>
          <a:off x="1135149" y="3433156"/>
          <a:ext cx="8724669" cy="2565400"/>
        </p:xfrm>
        <a:graphic>
          <a:graphicData uri="http://schemas.openxmlformats.org/drawingml/2006/table">
            <a:tbl>
              <a:tblPr firstRow="1" bandRow="1">
                <a:tableStyleId>{5C22544A-7EE6-4342-B048-85BDC9FD1C3A}</a:tableStyleId>
              </a:tblPr>
              <a:tblGrid>
                <a:gridCol w="1858357">
                  <a:extLst>
                    <a:ext uri="{9D8B030D-6E8A-4147-A177-3AD203B41FA5}">
                      <a16:colId xmlns:a16="http://schemas.microsoft.com/office/drawing/2014/main" val="538785687"/>
                    </a:ext>
                  </a:extLst>
                </a:gridCol>
                <a:gridCol w="5120640">
                  <a:extLst>
                    <a:ext uri="{9D8B030D-6E8A-4147-A177-3AD203B41FA5}">
                      <a16:colId xmlns:a16="http://schemas.microsoft.com/office/drawing/2014/main" val="1974672536"/>
                    </a:ext>
                  </a:extLst>
                </a:gridCol>
                <a:gridCol w="1745672">
                  <a:extLst>
                    <a:ext uri="{9D8B030D-6E8A-4147-A177-3AD203B41FA5}">
                      <a16:colId xmlns:a16="http://schemas.microsoft.com/office/drawing/2014/main" val="1292316188"/>
                    </a:ext>
                  </a:extLst>
                </a:gridCol>
              </a:tblGrid>
              <a:tr h="370840">
                <a:tc>
                  <a:txBody>
                    <a:bodyPr/>
                    <a:lstStyle/>
                    <a:p>
                      <a:pPr algn="ctr"/>
                      <a:r>
                        <a:rPr lang="es-MX" dirty="0"/>
                        <a:t>Tipo de actor</a:t>
                      </a:r>
                    </a:p>
                  </a:txBody>
                  <a:tcPr anchor="ctr"/>
                </a:tc>
                <a:tc>
                  <a:txBody>
                    <a:bodyPr/>
                    <a:lstStyle/>
                    <a:p>
                      <a:pPr algn="ctr"/>
                      <a:r>
                        <a:rPr lang="es-MX" dirty="0"/>
                        <a:t>Descripción</a:t>
                      </a:r>
                    </a:p>
                  </a:txBody>
                  <a:tcPr anchor="ctr"/>
                </a:tc>
                <a:tc>
                  <a:txBody>
                    <a:bodyPr/>
                    <a:lstStyle/>
                    <a:p>
                      <a:pPr algn="ctr"/>
                      <a:r>
                        <a:rPr lang="es-MX" dirty="0"/>
                        <a:t>Peso </a:t>
                      </a:r>
                    </a:p>
                  </a:txBody>
                  <a:tcPr anchor="ctr"/>
                </a:tc>
                <a:extLst>
                  <a:ext uri="{0D108BD9-81ED-4DB2-BD59-A6C34878D82A}">
                    <a16:rowId xmlns:a16="http://schemas.microsoft.com/office/drawing/2014/main" val="505768134"/>
                  </a:ext>
                </a:extLst>
              </a:tr>
              <a:tr h="370840">
                <a:tc>
                  <a:txBody>
                    <a:bodyPr/>
                    <a:lstStyle/>
                    <a:p>
                      <a:pPr algn="ctr"/>
                      <a:r>
                        <a:rPr lang="es-MX" dirty="0"/>
                        <a:t>Simple</a:t>
                      </a:r>
                    </a:p>
                  </a:txBody>
                  <a:tcPr anchor="ctr"/>
                </a:tc>
                <a:tc>
                  <a:txBody>
                    <a:bodyPr/>
                    <a:lstStyle/>
                    <a:p>
                      <a:pPr algn="l"/>
                      <a:r>
                        <a:rPr lang="es-ES" dirty="0"/>
                        <a:t>Otro sistema que se comunican con el software a través de una API predefinida</a:t>
                      </a:r>
                      <a:endParaRPr lang="es-MX" dirty="0"/>
                    </a:p>
                  </a:txBody>
                  <a:tcPr/>
                </a:tc>
                <a:tc>
                  <a:txBody>
                    <a:bodyPr/>
                    <a:lstStyle/>
                    <a:p>
                      <a:pPr algn="ctr"/>
                      <a:r>
                        <a:rPr lang="es-MX" dirty="0"/>
                        <a:t>1</a:t>
                      </a:r>
                    </a:p>
                  </a:txBody>
                  <a:tcPr anchor="ctr"/>
                </a:tc>
                <a:extLst>
                  <a:ext uri="{0D108BD9-81ED-4DB2-BD59-A6C34878D82A}">
                    <a16:rowId xmlns:a16="http://schemas.microsoft.com/office/drawing/2014/main" val="2815782403"/>
                  </a:ext>
                </a:extLst>
              </a:tr>
              <a:tr h="370840">
                <a:tc>
                  <a:txBody>
                    <a:bodyPr/>
                    <a:lstStyle/>
                    <a:p>
                      <a:pPr marL="0" algn="ctr" defTabSz="914400" rtl="0" eaLnBrk="1" latinLnBrk="0" hangingPunct="1"/>
                      <a:r>
                        <a:rPr lang="es-MX" sz="1800" kern="1200" dirty="0">
                          <a:solidFill>
                            <a:schemeClr val="dk1"/>
                          </a:solidFill>
                          <a:latin typeface="+mn-lt"/>
                          <a:ea typeface="+mn-ea"/>
                          <a:cs typeface="+mn-cs"/>
                        </a:rPr>
                        <a:t>Promedio</a:t>
                      </a:r>
                    </a:p>
                  </a:txBody>
                  <a:tcPr anchor="ctr"/>
                </a:tc>
                <a:tc>
                  <a:txBody>
                    <a:bodyPr/>
                    <a:lstStyle/>
                    <a:p>
                      <a:pPr marL="0" algn="l" defTabSz="914400" rtl="0" eaLnBrk="1" latinLnBrk="0" hangingPunct="1"/>
                      <a:r>
                        <a:rPr lang="es-ES" sz="1800" dirty="0"/>
                        <a:t>Otro sistema interactuando a través de un protocolo (ej. TCP/IP) o una persona interactuando a través de una interfaz en modo texto</a:t>
                      </a:r>
                      <a:endParaRPr lang="es-MX" sz="1800" kern="1200" dirty="0">
                        <a:solidFill>
                          <a:schemeClr val="dk1"/>
                        </a:solidFill>
                        <a:latin typeface="+mn-lt"/>
                        <a:ea typeface="+mn-ea"/>
                        <a:cs typeface="+mn-cs"/>
                      </a:endParaRPr>
                    </a:p>
                  </a:txBody>
                  <a:tcPr anchor="ctr"/>
                </a:tc>
                <a:tc>
                  <a:txBody>
                    <a:bodyPr/>
                    <a:lstStyle/>
                    <a:p>
                      <a:pPr marL="0" algn="ctr" defTabSz="914400" rtl="0" eaLnBrk="1" latinLnBrk="0" hangingPunct="1"/>
                      <a:r>
                        <a:rPr lang="es-MX" sz="1800" kern="1200" dirty="0">
                          <a:solidFill>
                            <a:schemeClr val="dk1"/>
                          </a:solidFill>
                          <a:latin typeface="+mn-lt"/>
                          <a:ea typeface="+mn-ea"/>
                          <a:cs typeface="+mn-cs"/>
                        </a:rPr>
                        <a:t>2</a:t>
                      </a:r>
                    </a:p>
                  </a:txBody>
                  <a:tcPr anchor="ctr"/>
                </a:tc>
                <a:extLst>
                  <a:ext uri="{0D108BD9-81ED-4DB2-BD59-A6C34878D82A}">
                    <a16:rowId xmlns:a16="http://schemas.microsoft.com/office/drawing/2014/main" val="2517327427"/>
                  </a:ext>
                </a:extLst>
              </a:tr>
              <a:tr h="370840">
                <a:tc>
                  <a:txBody>
                    <a:bodyPr/>
                    <a:lstStyle/>
                    <a:p>
                      <a:pPr marL="0" algn="ctr" defTabSz="914400" rtl="0" eaLnBrk="1" latinLnBrk="0" hangingPunct="1"/>
                      <a:r>
                        <a:rPr lang="es-MX" sz="1800" kern="1200" dirty="0">
                          <a:solidFill>
                            <a:schemeClr val="dk1"/>
                          </a:solidFill>
                          <a:latin typeface="+mn-lt"/>
                          <a:ea typeface="+mn-ea"/>
                          <a:cs typeface="+mn-cs"/>
                        </a:rPr>
                        <a:t>Complejo</a:t>
                      </a:r>
                    </a:p>
                  </a:txBody>
                  <a:tcPr/>
                </a:tc>
                <a:tc>
                  <a:txBody>
                    <a:bodyPr/>
                    <a:lstStyle/>
                    <a:p>
                      <a:pPr marL="0" algn="l" defTabSz="914400" rtl="0" eaLnBrk="1" latinLnBrk="0" hangingPunct="1"/>
                      <a:r>
                        <a:rPr lang="es-ES" sz="1800" kern="1200" dirty="0">
                          <a:solidFill>
                            <a:schemeClr val="dk1"/>
                          </a:solidFill>
                          <a:latin typeface="+mn-lt"/>
                          <a:ea typeface="+mn-ea"/>
                          <a:cs typeface="+mn-cs"/>
                        </a:rPr>
                        <a:t>Una persona que interactúa con el sistema mediante una interfaz gráfica (GUI)</a:t>
                      </a:r>
                      <a:endParaRPr lang="es-MX" sz="1800" kern="1200" dirty="0">
                        <a:solidFill>
                          <a:schemeClr val="dk1"/>
                        </a:solidFill>
                        <a:latin typeface="+mn-lt"/>
                        <a:ea typeface="+mn-ea"/>
                        <a:cs typeface="+mn-cs"/>
                      </a:endParaRPr>
                    </a:p>
                  </a:txBody>
                  <a:tcPr/>
                </a:tc>
                <a:tc>
                  <a:txBody>
                    <a:bodyPr/>
                    <a:lstStyle/>
                    <a:p>
                      <a:pPr marL="0" algn="ctr" defTabSz="914400" rtl="0" eaLnBrk="1" latinLnBrk="0" hangingPunct="1"/>
                      <a:r>
                        <a:rPr lang="es-MX" sz="1800" kern="1200" dirty="0">
                          <a:solidFill>
                            <a:schemeClr val="dk1"/>
                          </a:solidFill>
                          <a:latin typeface="+mn-lt"/>
                          <a:ea typeface="+mn-ea"/>
                          <a:cs typeface="+mn-cs"/>
                        </a:rPr>
                        <a:t>3</a:t>
                      </a:r>
                    </a:p>
                  </a:txBody>
                  <a:tcPr/>
                </a:tc>
                <a:extLst>
                  <a:ext uri="{0D108BD9-81ED-4DB2-BD59-A6C34878D82A}">
                    <a16:rowId xmlns:a16="http://schemas.microsoft.com/office/drawing/2014/main" val="2145081297"/>
                  </a:ext>
                </a:extLst>
              </a:tr>
            </a:tbl>
          </a:graphicData>
        </a:graphic>
      </p:graphicFrame>
    </p:spTree>
    <p:extLst>
      <p:ext uri="{BB962C8B-B14F-4D97-AF65-F5344CB8AC3E}">
        <p14:creationId xmlns:p14="http://schemas.microsoft.com/office/powerpoint/2010/main" val="2528954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B118176-7D46-16C0-925B-80C58507D98D}"/>
              </a:ext>
            </a:extLst>
          </p:cNvPr>
          <p:cNvSpPr>
            <a:spLocks noGrp="1"/>
          </p:cNvSpPr>
          <p:nvPr>
            <p:ph type="title"/>
          </p:nvPr>
        </p:nvSpPr>
        <p:spPr/>
        <p:txBody>
          <a:bodyPr/>
          <a:lstStyle/>
          <a:p>
            <a:r>
              <a:rPr lang="es-MX" dirty="0"/>
              <a:t>Calcular los puntos de casos de uso</a:t>
            </a:r>
          </a:p>
        </p:txBody>
      </p:sp>
      <p:sp>
        <p:nvSpPr>
          <p:cNvPr id="3" name="Marcador de contenido 2">
            <a:extLst>
              <a:ext uri="{FF2B5EF4-FFF2-40B4-BE49-F238E27FC236}">
                <a16:creationId xmlns:a16="http://schemas.microsoft.com/office/drawing/2014/main" id="{1E5A5D4D-CE7B-81A3-5E6E-1F677D180C4B}"/>
              </a:ext>
            </a:extLst>
          </p:cNvPr>
          <p:cNvSpPr>
            <a:spLocks noGrp="1"/>
          </p:cNvSpPr>
          <p:nvPr>
            <p:ph idx="1"/>
          </p:nvPr>
        </p:nvSpPr>
        <p:spPr>
          <a:xfrm>
            <a:off x="838200" y="1783386"/>
            <a:ext cx="10515600" cy="4351338"/>
          </a:xfrm>
        </p:spPr>
        <p:txBody>
          <a:bodyPr/>
          <a:lstStyle/>
          <a:p>
            <a:r>
              <a:rPr lang="es-ES" dirty="0"/>
              <a:t>De los análisis anteriores obtenemos las siguientes variables.</a:t>
            </a:r>
          </a:p>
          <a:p>
            <a:pPr lvl="1"/>
            <a:r>
              <a:rPr lang="es-ES" dirty="0"/>
              <a:t>TCF = 0.6 + (suma/100)</a:t>
            </a:r>
          </a:p>
          <a:p>
            <a:pPr lvl="1"/>
            <a:r>
              <a:rPr lang="es-ES" dirty="0"/>
              <a:t>EF = 1.4 – (0.03 * suma)</a:t>
            </a:r>
          </a:p>
          <a:p>
            <a:pPr lvl="1"/>
            <a:r>
              <a:rPr lang="es-ES" dirty="0"/>
              <a:t>UUCP =  La suma de los puntos de todos los actores y los casos de uso. Puntos de casos de uso sin ajustar.</a:t>
            </a:r>
          </a:p>
          <a:p>
            <a:r>
              <a:rPr lang="es-ES" dirty="0"/>
              <a:t>Con base a estas variables, la fórmula para los puntos de casos de uso es la siguiente:</a:t>
            </a:r>
          </a:p>
          <a:p>
            <a:pPr lvl="1"/>
            <a:r>
              <a:rPr lang="es-ES" dirty="0"/>
              <a:t>UCP = UUCP * TCF * EF.</a:t>
            </a:r>
          </a:p>
          <a:p>
            <a:pPr marL="0" indent="0">
              <a:buNone/>
            </a:pPr>
            <a:endParaRPr lang="es-MX" dirty="0"/>
          </a:p>
        </p:txBody>
      </p:sp>
      <p:sp>
        <p:nvSpPr>
          <p:cNvPr id="4" name="CuadroTexto 3">
            <a:extLst>
              <a:ext uri="{FF2B5EF4-FFF2-40B4-BE49-F238E27FC236}">
                <a16:creationId xmlns:a16="http://schemas.microsoft.com/office/drawing/2014/main" id="{64A591CF-048B-8C58-9C6C-CE3EC7FD0CF7}"/>
              </a:ext>
            </a:extLst>
          </p:cNvPr>
          <p:cNvSpPr txBox="1"/>
          <p:nvPr/>
        </p:nvSpPr>
        <p:spPr>
          <a:xfrm>
            <a:off x="206433" y="5750368"/>
            <a:ext cx="6593378" cy="954107"/>
          </a:xfrm>
          <a:prstGeom prst="rect">
            <a:avLst/>
          </a:prstGeom>
          <a:noFill/>
        </p:spPr>
        <p:txBody>
          <a:bodyPr wrap="square" rtlCol="0">
            <a:spAutoFit/>
          </a:bodyPr>
          <a:lstStyle/>
          <a:p>
            <a:r>
              <a:rPr lang="es-MX" sz="1400" dirty="0"/>
              <a:t>UCP (Use Case </a:t>
            </a:r>
            <a:r>
              <a:rPr lang="en-US" sz="1400" dirty="0"/>
              <a:t>Points</a:t>
            </a:r>
            <a:r>
              <a:rPr lang="es-MX" sz="1400" dirty="0"/>
              <a:t>) = puntos de casos de uso</a:t>
            </a:r>
          </a:p>
          <a:p>
            <a:r>
              <a:rPr lang="es-MX" sz="1400" dirty="0"/>
              <a:t>UUCP (</a:t>
            </a:r>
            <a:r>
              <a:rPr lang="en-US" sz="1400" dirty="0"/>
              <a:t>Unadjusted</a:t>
            </a:r>
            <a:r>
              <a:rPr lang="es-MX" sz="1400" dirty="0"/>
              <a:t> Use Case </a:t>
            </a:r>
            <a:r>
              <a:rPr lang="en-US" sz="1400" dirty="0"/>
              <a:t>Points</a:t>
            </a:r>
            <a:r>
              <a:rPr lang="es-MX" sz="1400" dirty="0"/>
              <a:t>) =</a:t>
            </a:r>
            <a:r>
              <a:rPr lang="es-ES" sz="1400" dirty="0"/>
              <a:t> puntos de casos de uso sin ajustar</a:t>
            </a:r>
          </a:p>
          <a:p>
            <a:r>
              <a:rPr lang="es-ES" sz="1400" dirty="0"/>
              <a:t>TCF (Technical </a:t>
            </a:r>
            <a:r>
              <a:rPr lang="en-US" sz="1400" dirty="0"/>
              <a:t>Complexity</a:t>
            </a:r>
            <a:r>
              <a:rPr lang="es-ES" sz="1400" dirty="0"/>
              <a:t> Factor) = factor de complejidad técnica</a:t>
            </a:r>
          </a:p>
          <a:p>
            <a:r>
              <a:rPr lang="es-ES" sz="1400" dirty="0"/>
              <a:t>EF</a:t>
            </a:r>
            <a:r>
              <a:rPr lang="es-MX" sz="1400" dirty="0"/>
              <a:t> (</a:t>
            </a:r>
            <a:r>
              <a:rPr lang="en-US" sz="1400" dirty="0"/>
              <a:t>Environment</a:t>
            </a:r>
            <a:r>
              <a:rPr lang="es-MX" sz="1400" dirty="0"/>
              <a:t> </a:t>
            </a:r>
            <a:r>
              <a:rPr lang="en-US" sz="1400" dirty="0"/>
              <a:t>Complexity</a:t>
            </a:r>
            <a:r>
              <a:rPr lang="es-MX" sz="1400" dirty="0"/>
              <a:t> Factor) = factor de complejidad ambiental</a:t>
            </a:r>
          </a:p>
        </p:txBody>
      </p:sp>
    </p:spTree>
    <p:extLst>
      <p:ext uri="{BB962C8B-B14F-4D97-AF65-F5344CB8AC3E}">
        <p14:creationId xmlns:p14="http://schemas.microsoft.com/office/powerpoint/2010/main" val="9437882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MX" dirty="0"/>
              <a:t>Calcular el esfuerzo </a:t>
            </a:r>
          </a:p>
        </p:txBody>
      </p:sp>
      <p:sp>
        <p:nvSpPr>
          <p:cNvPr id="3" name="2 Marcador de contenido"/>
          <p:cNvSpPr>
            <a:spLocks noGrp="1"/>
          </p:cNvSpPr>
          <p:nvPr>
            <p:ph idx="1"/>
          </p:nvPr>
        </p:nvSpPr>
        <p:spPr/>
        <p:txBody>
          <a:bodyPr>
            <a:normAutofit/>
          </a:bodyPr>
          <a:lstStyle/>
          <a:p>
            <a:r>
              <a:rPr lang="es-MX" dirty="0"/>
              <a:t>El siguiente paso es convertir esta representación normalizada del “que tan grande es el trabajo” en una estimación de esfuerzo.</a:t>
            </a:r>
          </a:p>
          <a:p>
            <a:r>
              <a:rPr lang="es-MX" dirty="0"/>
              <a:t>El factor de conversión define la cantidad de horas por punto de caso de uso.</a:t>
            </a:r>
          </a:p>
          <a:p>
            <a:r>
              <a:rPr lang="es-MX" dirty="0"/>
              <a:t>Basado en este factor el esfuerzo de desarrollo sería el producto del factor por la cantidad de puntos de casos de uso.</a:t>
            </a:r>
          </a:p>
          <a:p>
            <a:endParaRPr lang="es-MX" dirty="0"/>
          </a:p>
          <a:p>
            <a:endParaRPr lang="es-MX" dirty="0"/>
          </a:p>
        </p:txBody>
      </p:sp>
    </p:spTree>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Descripci_x00f3_n xmlns="f1020bcf-9500-4749-8c84-b23cf1385772" xsi:nil="true"/>
    <TaxCatchAll xmlns="7a0a35da-276e-4c8e-b365-e7c47df80865" xsi:nil="true"/>
    <lcf76f155ced4ddcb4097134ff3c332f xmlns="f1020bcf-9500-4749-8c84-b23cf1385772">
      <Terms xmlns="http://schemas.microsoft.com/office/infopath/2007/PartnerControls"/>
    </lcf76f155ced4ddcb4097134ff3c332f>
    <Estado xmlns="f1020bcf-9500-4749-8c84-b23cf1385772"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F79CA91C779E94BAF39074ADA180F65" ma:contentTypeVersion="14" ma:contentTypeDescription="Create a new document." ma:contentTypeScope="" ma:versionID="2ba284a0d3b721bd5ae14b23357d60fd">
  <xsd:schema xmlns:xsd="http://www.w3.org/2001/XMLSchema" xmlns:xs="http://www.w3.org/2001/XMLSchema" xmlns:p="http://schemas.microsoft.com/office/2006/metadata/properties" xmlns:ns2="f1020bcf-9500-4749-8c84-b23cf1385772" xmlns:ns3="7a0a35da-276e-4c8e-b365-e7c47df80865" targetNamespace="http://schemas.microsoft.com/office/2006/metadata/properties" ma:root="true" ma:fieldsID="668c4d8b9475ce4783e2ffb4e29b310c" ns2:_="" ns3:_="">
    <xsd:import namespace="f1020bcf-9500-4749-8c84-b23cf1385772"/>
    <xsd:import namespace="7a0a35da-276e-4c8e-b365-e7c47df80865"/>
    <xsd:element name="properties">
      <xsd:complexType>
        <xsd:sequence>
          <xsd:element name="documentManagement">
            <xsd:complexType>
              <xsd:all>
                <xsd:element ref="ns2:MediaServiceMetadata" minOccurs="0"/>
                <xsd:element ref="ns2:MediaServiceFastMetadata" minOccurs="0"/>
                <xsd:element ref="ns2:Descripci_x00f3_n" minOccurs="0"/>
                <xsd:element ref="ns3:SharedWithUsers" minOccurs="0"/>
                <xsd:element ref="ns3:SharedWithDetails"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Estado"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1020bcf-9500-4749-8c84-b23cf138577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Descripci_x00f3_n" ma:index="10" nillable="true" ma:displayName="Descripción" ma:format="Dropdown" ma:internalName="Descripci_x00f3_n">
      <xsd:simpleType>
        <xsd:restriction base="dms:Note">
          <xsd:maxLength value="255"/>
        </xsd:restriction>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7fe8c325-51f2-41db-97de-ec0d1fae0df0"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Estado" ma:index="20" nillable="true" ma:displayName="Estado" ma:description="Fase en el flujo de trabajo de la elaboración de documentos para la PA.&#10;&#10;PA = Practice Area&#10;LA = Lead Appraiser&#10;RI = Revisión interna (miembros del grupo de desarrollo)" ma:format="Dropdown" ma:internalName="Estado">
      <xsd:simpleType>
        <xsd:restriction base="dms:Choice">
          <xsd:enumeration value="Enviado a LA"/>
          <xsd:enumeration value="Aprobada por LA"/>
          <xsd:enumeration value="Pendiente de RI"/>
          <xsd:enumeration value="Con observaciones de LA"/>
          <xsd:enumeration value="Parcialmente creada"/>
        </xsd:restriction>
      </xsd:simple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a0a35da-276e-4c8e-b365-e7c47df80865"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79373c78-d39d-4c83-b4a7-15850042ac80}" ma:internalName="TaxCatchAll" ma:showField="CatchAllData" ma:web="7a0a35da-276e-4c8e-b365-e7c47df8086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B0F59D7-BA64-45C9-AC2D-B7635254298D}">
  <ds:schemaRefs>
    <ds:schemaRef ds:uri="f1020bcf-9500-4749-8c84-b23cf1385772"/>
    <ds:schemaRef ds:uri="http://schemas.microsoft.com/office/2006/metadata/properties"/>
    <ds:schemaRef ds:uri="http://schemas.microsoft.com/office/2006/documentManagement/types"/>
    <ds:schemaRef ds:uri="http://purl.org/dc/elements/1.1/"/>
    <ds:schemaRef ds:uri="http://purl.org/dc/terms/"/>
    <ds:schemaRef ds:uri="http://purl.org/dc/dcmitype/"/>
    <ds:schemaRef ds:uri="http://www.w3.org/XML/1998/namespace"/>
    <ds:schemaRef ds:uri="http://schemas.microsoft.com/office/infopath/2007/PartnerControls"/>
    <ds:schemaRef ds:uri="http://schemas.openxmlformats.org/package/2006/metadata/core-properties"/>
    <ds:schemaRef ds:uri="7a0a35da-276e-4c8e-b365-e7c47df80865"/>
  </ds:schemaRefs>
</ds:datastoreItem>
</file>

<file path=customXml/itemProps2.xml><?xml version="1.0" encoding="utf-8"?>
<ds:datastoreItem xmlns:ds="http://schemas.openxmlformats.org/officeDocument/2006/customXml" ds:itemID="{817038EA-02CC-43BD-A7ED-384938937468}">
  <ds:schemaRefs>
    <ds:schemaRef ds:uri="http://schemas.microsoft.com/sharepoint/v3/contenttype/forms"/>
  </ds:schemaRefs>
</ds:datastoreItem>
</file>

<file path=customXml/itemProps3.xml><?xml version="1.0" encoding="utf-8"?>
<ds:datastoreItem xmlns:ds="http://schemas.openxmlformats.org/officeDocument/2006/customXml" ds:itemID="{1E9001B2-55BE-41CD-B321-95B50668B4B6}"/>
</file>

<file path=docProps/app.xml><?xml version="1.0" encoding="utf-8"?>
<Properties xmlns="http://schemas.openxmlformats.org/officeDocument/2006/extended-properties" xmlns:vt="http://schemas.openxmlformats.org/officeDocument/2006/docPropsVTypes">
  <TotalTime>510</TotalTime>
  <Words>1173</Words>
  <Application>Microsoft Office PowerPoint</Application>
  <PresentationFormat>Panorámica</PresentationFormat>
  <Paragraphs>173</Paragraphs>
  <Slides>18</Slides>
  <Notes>2</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18</vt:i4>
      </vt:variant>
    </vt:vector>
  </HeadingPairs>
  <TitlesOfParts>
    <vt:vector size="23" baseType="lpstr">
      <vt:lpstr>Arial</vt:lpstr>
      <vt:lpstr>Calibri</vt:lpstr>
      <vt:lpstr>Calibri Light</vt:lpstr>
      <vt:lpstr>Wingdings</vt:lpstr>
      <vt:lpstr>Tema de Office</vt:lpstr>
      <vt:lpstr>Método de estimación de puntos de casos de uso</vt:lpstr>
      <vt:lpstr>Puntos de casos de uso</vt:lpstr>
      <vt:lpstr>Puntos de casos de uso</vt:lpstr>
      <vt:lpstr>Factor técnicos y ambientales</vt:lpstr>
      <vt:lpstr>Factores técnicos</vt:lpstr>
      <vt:lpstr>Factores técnicos</vt:lpstr>
      <vt:lpstr>Factores técnicos</vt:lpstr>
      <vt:lpstr>Factores técnicos</vt:lpstr>
      <vt:lpstr>Factores ambientales</vt:lpstr>
      <vt:lpstr>Factores ambientales</vt:lpstr>
      <vt:lpstr>Factores ambientales</vt:lpstr>
      <vt:lpstr>Análisis de casos de uso</vt:lpstr>
      <vt:lpstr>¿Qué son las transacciones? </vt:lpstr>
      <vt:lpstr>Categorías basado en transacciones</vt:lpstr>
      <vt:lpstr>Análisis de actores</vt:lpstr>
      <vt:lpstr>Análisis de actores</vt:lpstr>
      <vt:lpstr>Calcular los puntos de casos de uso</vt:lpstr>
      <vt:lpstr>Calcular el esfuerzo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Informe</dc:title>
  <dc:creator>JUAN PE ALATORRE</dc:creator>
  <cp:lastModifiedBy>Tania López</cp:lastModifiedBy>
  <cp:revision>3</cp:revision>
  <dcterms:created xsi:type="dcterms:W3CDTF">2023-05-15T19:23:45Z</dcterms:created>
  <dcterms:modified xsi:type="dcterms:W3CDTF">2023-10-26T21:46:18Z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0x0101005F79CA91C779E94BAF39074ADA180F65</vt:lpwstr>
  </property>
  <property fmtid="{D5CDD505-2E9C-101B-9397-08002B2CF9AE}" pid="3" name="MediaServiceImageTags">
    <vt:lpwstr/>
  </property>
</Properties>
</file>
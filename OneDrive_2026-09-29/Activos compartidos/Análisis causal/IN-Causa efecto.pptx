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9"/>
  </p:notesMasterIdLst>
  <p:sldIdLst>
    <p:sldId id="257" r:id="rId5"/>
    <p:sldId id="258" r:id="rId6"/>
    <p:sldId id="263" r:id="rId7"/>
    <p:sldId id="261" r:id="rId8"/>
    <p:sldId id="267" r:id="rId9"/>
    <p:sldId id="265" r:id="rId10"/>
    <p:sldId id="266" r:id="rId11"/>
    <p:sldId id="268" r:id="rId12"/>
    <p:sldId id="276" r:id="rId13"/>
    <p:sldId id="272" r:id="rId14"/>
    <p:sldId id="271" r:id="rId15"/>
    <p:sldId id="275" r:id="rId16"/>
    <p:sldId id="273" r:id="rId17"/>
    <p:sldId id="274" r:id="rId18"/>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035108D-EC51-E5D1-DB61-E3EC8BF10967}" name="Documentación Innevo" initials="DI" userId="Documentación Innevo" providerId="None"/>
  <p188:author id="{39AD429B-D5F4-2E68-3346-512D46AE2A67}" name="Tania López" initials="TL" userId="S::tania@innevo.com::77f58189-e01e-4d35-9d35-b5786e1d02a6"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226" y="187"/>
      </p:cViewPr>
      <p:guideLst>
        <p:guide orient="horz" pos="2137"/>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nia López" userId="77f58189-e01e-4d35-9d35-b5786e1d02a6" providerId="ADAL" clId="{BF6F47EB-DD1B-405A-8B99-8F709D89CACE}"/>
    <pc:docChg chg="modSld">
      <pc:chgData name="Tania López" userId="77f58189-e01e-4d35-9d35-b5786e1d02a6" providerId="ADAL" clId="{BF6F47EB-DD1B-405A-8B99-8F709D89CACE}" dt="2021-06-09T00:05:38.919" v="5" actId="1076"/>
      <pc:docMkLst>
        <pc:docMk/>
      </pc:docMkLst>
      <pc:sldChg chg="modSp mod">
        <pc:chgData name="Tania López" userId="77f58189-e01e-4d35-9d35-b5786e1d02a6" providerId="ADAL" clId="{BF6F47EB-DD1B-405A-8B99-8F709D89CACE}" dt="2021-06-09T00:05:38.919" v="5" actId="1076"/>
        <pc:sldMkLst>
          <pc:docMk/>
          <pc:sldMk cId="306689089" sldId="268"/>
        </pc:sldMkLst>
        <pc:spChg chg="mod">
          <ac:chgData name="Tania López" userId="77f58189-e01e-4d35-9d35-b5786e1d02a6" providerId="ADAL" clId="{BF6F47EB-DD1B-405A-8B99-8F709D89CACE}" dt="2021-06-09T00:04:03.466" v="3" actId="20577"/>
          <ac:spMkLst>
            <pc:docMk/>
            <pc:sldMk cId="306689089" sldId="268"/>
            <ac:spMk id="3" creationId="{A5091348-6969-4E72-B866-7F1CDA8B6A6D}"/>
          </ac:spMkLst>
        </pc:spChg>
        <pc:spChg chg="mod">
          <ac:chgData name="Tania López" userId="77f58189-e01e-4d35-9d35-b5786e1d02a6" providerId="ADAL" clId="{BF6F47EB-DD1B-405A-8B99-8F709D89CACE}" dt="2021-06-09T00:05:38.919" v="5" actId="1076"/>
          <ac:spMkLst>
            <pc:docMk/>
            <pc:sldMk cId="306689089" sldId="268"/>
            <ac:spMk id="30" creationId="{C28BE7A5-1B6A-4F90-900F-57590DCAE5EE}"/>
          </ac:spMkLst>
        </pc:spChg>
      </pc:sldChg>
    </pc:docChg>
  </pc:docChgLst>
  <pc:docChgLst>
    <pc:chgData name="Tania López" userId="77f58189-e01e-4d35-9d35-b5786e1d02a6" providerId="ADAL" clId="{B31128F4-9681-4BC3-9C24-8137560EE0DA}"/>
    <pc:docChg chg="delSld modSld">
      <pc:chgData name="Tania López" userId="77f58189-e01e-4d35-9d35-b5786e1d02a6" providerId="ADAL" clId="{B31128F4-9681-4BC3-9C24-8137560EE0DA}" dt="2022-05-13T18:49:39.735" v="1" actId="2696"/>
      <pc:docMkLst>
        <pc:docMk/>
      </pc:docMkLst>
      <pc:sldChg chg="modSp mod">
        <pc:chgData name="Tania López" userId="77f58189-e01e-4d35-9d35-b5786e1d02a6" providerId="ADAL" clId="{B31128F4-9681-4BC3-9C24-8137560EE0DA}" dt="2022-05-13T18:49:18.639" v="0" actId="1076"/>
        <pc:sldMkLst>
          <pc:docMk/>
          <pc:sldMk cId="306689089" sldId="268"/>
        </pc:sldMkLst>
        <pc:spChg chg="mod">
          <ac:chgData name="Tania López" userId="77f58189-e01e-4d35-9d35-b5786e1d02a6" providerId="ADAL" clId="{B31128F4-9681-4BC3-9C24-8137560EE0DA}" dt="2022-05-13T18:49:18.639" v="0" actId="1076"/>
          <ac:spMkLst>
            <pc:docMk/>
            <pc:sldMk cId="306689089" sldId="268"/>
            <ac:spMk id="30" creationId="{C28BE7A5-1B6A-4F90-900F-57590DCAE5EE}"/>
          </ac:spMkLst>
        </pc:spChg>
      </pc:sldChg>
      <pc:sldChg chg="del">
        <pc:chgData name="Tania López" userId="77f58189-e01e-4d35-9d35-b5786e1d02a6" providerId="ADAL" clId="{B31128F4-9681-4BC3-9C24-8137560EE0DA}" dt="2022-05-13T18:49:39.735" v="1" actId="2696"/>
        <pc:sldMkLst>
          <pc:docMk/>
          <pc:sldMk cId="3592685897" sldId="269"/>
        </pc:sldMkLst>
      </pc:sldChg>
      <pc:sldChg chg="del">
        <pc:chgData name="Tania López" userId="77f58189-e01e-4d35-9d35-b5786e1d02a6" providerId="ADAL" clId="{B31128F4-9681-4BC3-9C24-8137560EE0DA}" dt="2022-05-13T18:49:39.735" v="1" actId="2696"/>
        <pc:sldMkLst>
          <pc:docMk/>
          <pc:sldMk cId="1606247391" sldId="270"/>
        </pc:sldMkLst>
      </pc:sldChg>
    </pc:docChg>
  </pc:docChgLst>
  <pc:docChgLst>
    <pc:chgData name="Tania López" userId="77f58189-e01e-4d35-9d35-b5786e1d02a6" providerId="ADAL" clId="{48A80F11-0A08-444D-B06C-339F8BEF2B3F}"/>
    <pc:docChg chg="undo custSel addSld delSld modSld">
      <pc:chgData name="Tania López" userId="77f58189-e01e-4d35-9d35-b5786e1d02a6" providerId="ADAL" clId="{48A80F11-0A08-444D-B06C-339F8BEF2B3F}" dt="2023-12-11T19:31:30.269" v="1656" actId="20577"/>
      <pc:docMkLst>
        <pc:docMk/>
      </pc:docMkLst>
      <pc:sldChg chg="modSp mod">
        <pc:chgData name="Tania López" userId="77f58189-e01e-4d35-9d35-b5786e1d02a6" providerId="ADAL" clId="{48A80F11-0A08-444D-B06C-339F8BEF2B3F}" dt="2023-12-06T17:03:06.809" v="1" actId="20577"/>
        <pc:sldMkLst>
          <pc:docMk/>
          <pc:sldMk cId="3343994067" sldId="258"/>
        </pc:sldMkLst>
        <pc:spChg chg="mod">
          <ac:chgData name="Tania López" userId="77f58189-e01e-4d35-9d35-b5786e1d02a6" providerId="ADAL" clId="{48A80F11-0A08-444D-B06C-339F8BEF2B3F}" dt="2023-12-06T17:03:06.809" v="1" actId="20577"/>
          <ac:spMkLst>
            <pc:docMk/>
            <pc:sldMk cId="3343994067" sldId="258"/>
            <ac:spMk id="3" creationId="{64FA19AC-D2C8-4239-98D3-F0B588325EE4}"/>
          </ac:spMkLst>
        </pc:spChg>
      </pc:sldChg>
      <pc:sldChg chg="modSp mod">
        <pc:chgData name="Tania López" userId="77f58189-e01e-4d35-9d35-b5786e1d02a6" providerId="ADAL" clId="{48A80F11-0A08-444D-B06C-339F8BEF2B3F}" dt="2023-12-06T17:44:19.345" v="2" actId="33524"/>
        <pc:sldMkLst>
          <pc:docMk/>
          <pc:sldMk cId="770486342" sldId="261"/>
        </pc:sldMkLst>
        <pc:spChg chg="mod">
          <ac:chgData name="Tania López" userId="77f58189-e01e-4d35-9d35-b5786e1d02a6" providerId="ADAL" clId="{48A80F11-0A08-444D-B06C-339F8BEF2B3F}" dt="2023-12-06T17:44:19.345" v="2" actId="33524"/>
          <ac:spMkLst>
            <pc:docMk/>
            <pc:sldMk cId="770486342" sldId="261"/>
            <ac:spMk id="3" creationId="{64FA19AC-D2C8-4239-98D3-F0B588325EE4}"/>
          </ac:spMkLst>
        </pc:spChg>
      </pc:sldChg>
      <pc:sldChg chg="modSp mod">
        <pc:chgData name="Tania López" userId="77f58189-e01e-4d35-9d35-b5786e1d02a6" providerId="ADAL" clId="{48A80F11-0A08-444D-B06C-339F8BEF2B3F}" dt="2023-12-11T19:05:57.073" v="899" actId="20577"/>
        <pc:sldMkLst>
          <pc:docMk/>
          <pc:sldMk cId="2706189380" sldId="265"/>
        </pc:sldMkLst>
        <pc:spChg chg="mod">
          <ac:chgData name="Tania López" userId="77f58189-e01e-4d35-9d35-b5786e1d02a6" providerId="ADAL" clId="{48A80F11-0A08-444D-B06C-339F8BEF2B3F}" dt="2023-12-11T19:05:57.073" v="899" actId="20577"/>
          <ac:spMkLst>
            <pc:docMk/>
            <pc:sldMk cId="2706189380" sldId="265"/>
            <ac:spMk id="3" creationId="{A5091348-6969-4E72-B866-7F1CDA8B6A6D}"/>
          </ac:spMkLst>
        </pc:spChg>
        <pc:spChg chg="mod">
          <ac:chgData name="Tania López" userId="77f58189-e01e-4d35-9d35-b5786e1d02a6" providerId="ADAL" clId="{48A80F11-0A08-444D-B06C-339F8BEF2B3F}" dt="2023-12-11T18:58:41.695" v="853" actId="20577"/>
          <ac:spMkLst>
            <pc:docMk/>
            <pc:sldMk cId="2706189380" sldId="265"/>
            <ac:spMk id="9" creationId="{3E3B8DFF-1255-4841-B5CB-E7B1C2339E18}"/>
          </ac:spMkLst>
        </pc:spChg>
      </pc:sldChg>
      <pc:sldChg chg="delSp modSp mod">
        <pc:chgData name="Tania López" userId="77f58189-e01e-4d35-9d35-b5786e1d02a6" providerId="ADAL" clId="{48A80F11-0A08-444D-B06C-339F8BEF2B3F}" dt="2023-12-11T19:15:30.044" v="1291" actId="20577"/>
        <pc:sldMkLst>
          <pc:docMk/>
          <pc:sldMk cId="1633644913" sldId="266"/>
        </pc:sldMkLst>
        <pc:spChg chg="mod">
          <ac:chgData name="Tania López" userId="77f58189-e01e-4d35-9d35-b5786e1d02a6" providerId="ADAL" clId="{48A80F11-0A08-444D-B06C-339F8BEF2B3F}" dt="2023-12-11T18:52:37.602" v="46" actId="20577"/>
          <ac:spMkLst>
            <pc:docMk/>
            <pc:sldMk cId="1633644913" sldId="266"/>
            <ac:spMk id="3" creationId="{A5091348-6969-4E72-B866-7F1CDA8B6A6D}"/>
          </ac:spMkLst>
        </pc:spChg>
        <pc:spChg chg="mod">
          <ac:chgData name="Tania López" userId="77f58189-e01e-4d35-9d35-b5786e1d02a6" providerId="ADAL" clId="{48A80F11-0A08-444D-B06C-339F8BEF2B3F}" dt="2023-12-11T19:10:42.962" v="1158" actId="1037"/>
          <ac:spMkLst>
            <pc:docMk/>
            <pc:sldMk cId="1633644913" sldId="266"/>
            <ac:spMk id="4" creationId="{E8E565B5-389A-4B86-BDFD-E2041B6DF857}"/>
          </ac:spMkLst>
        </pc:spChg>
        <pc:spChg chg="del mod">
          <ac:chgData name="Tania López" userId="77f58189-e01e-4d35-9d35-b5786e1d02a6" providerId="ADAL" clId="{48A80F11-0A08-444D-B06C-339F8BEF2B3F}" dt="2023-12-11T19:10:39.397" v="1140" actId="478"/>
          <ac:spMkLst>
            <pc:docMk/>
            <pc:sldMk cId="1633644913" sldId="266"/>
            <ac:spMk id="5" creationId="{CFBA6F88-C202-4B76-A7FF-CC81CD49A5C4}"/>
          </ac:spMkLst>
        </pc:spChg>
        <pc:spChg chg="mod">
          <ac:chgData name="Tania López" userId="77f58189-e01e-4d35-9d35-b5786e1d02a6" providerId="ADAL" clId="{48A80F11-0A08-444D-B06C-339F8BEF2B3F}" dt="2023-12-11T18:52:22.068" v="29" actId="1036"/>
          <ac:spMkLst>
            <pc:docMk/>
            <pc:sldMk cId="1633644913" sldId="266"/>
            <ac:spMk id="6" creationId="{E341103A-7F97-4088-A2BD-CF44F002A31F}"/>
          </ac:spMkLst>
        </pc:spChg>
        <pc:spChg chg="mod">
          <ac:chgData name="Tania López" userId="77f58189-e01e-4d35-9d35-b5786e1d02a6" providerId="ADAL" clId="{48A80F11-0A08-444D-B06C-339F8BEF2B3F}" dt="2023-12-11T18:52:22.068" v="29" actId="1036"/>
          <ac:spMkLst>
            <pc:docMk/>
            <pc:sldMk cId="1633644913" sldId="266"/>
            <ac:spMk id="8" creationId="{C6C59E63-C177-4BFD-ABCC-06CCC34156C9}"/>
          </ac:spMkLst>
        </pc:spChg>
        <pc:spChg chg="mod">
          <ac:chgData name="Tania López" userId="77f58189-e01e-4d35-9d35-b5786e1d02a6" providerId="ADAL" clId="{48A80F11-0A08-444D-B06C-339F8BEF2B3F}" dt="2023-12-11T19:15:30.044" v="1291" actId="20577"/>
          <ac:spMkLst>
            <pc:docMk/>
            <pc:sldMk cId="1633644913" sldId="266"/>
            <ac:spMk id="9" creationId="{3E3B8DFF-1255-4841-B5CB-E7B1C2339E18}"/>
          </ac:spMkLst>
        </pc:spChg>
        <pc:spChg chg="mod">
          <ac:chgData name="Tania López" userId="77f58189-e01e-4d35-9d35-b5786e1d02a6" providerId="ADAL" clId="{48A80F11-0A08-444D-B06C-339F8BEF2B3F}" dt="2023-12-11T19:10:33.391" v="1138" actId="20577"/>
          <ac:spMkLst>
            <pc:docMk/>
            <pc:sldMk cId="1633644913" sldId="266"/>
            <ac:spMk id="11" creationId="{53CC944C-C91F-4777-81DF-467408B8B553}"/>
          </ac:spMkLst>
        </pc:spChg>
        <pc:spChg chg="mod">
          <ac:chgData name="Tania López" userId="77f58189-e01e-4d35-9d35-b5786e1d02a6" providerId="ADAL" clId="{48A80F11-0A08-444D-B06C-339F8BEF2B3F}" dt="2023-12-11T18:52:22.068" v="29" actId="1036"/>
          <ac:spMkLst>
            <pc:docMk/>
            <pc:sldMk cId="1633644913" sldId="266"/>
            <ac:spMk id="14" creationId="{0CE5B18B-55F2-4A40-92F0-8E42530E04EA}"/>
          </ac:spMkLst>
        </pc:spChg>
        <pc:spChg chg="mod">
          <ac:chgData name="Tania López" userId="77f58189-e01e-4d35-9d35-b5786e1d02a6" providerId="ADAL" clId="{48A80F11-0A08-444D-B06C-339F8BEF2B3F}" dt="2023-12-11T18:52:22.068" v="29" actId="1036"/>
          <ac:spMkLst>
            <pc:docMk/>
            <pc:sldMk cId="1633644913" sldId="266"/>
            <ac:spMk id="15" creationId="{98590FF0-FD9D-49BF-AA1D-E61582B52FA3}"/>
          </ac:spMkLst>
        </pc:spChg>
        <pc:spChg chg="del mod">
          <ac:chgData name="Tania López" userId="77f58189-e01e-4d35-9d35-b5786e1d02a6" providerId="ADAL" clId="{48A80F11-0A08-444D-B06C-339F8BEF2B3F}" dt="2023-12-11T19:10:38.125" v="1139" actId="478"/>
          <ac:spMkLst>
            <pc:docMk/>
            <pc:sldMk cId="1633644913" sldId="266"/>
            <ac:spMk id="16" creationId="{02CADCF0-81F4-45EB-B8D3-7767BB9BAA01}"/>
          </ac:spMkLst>
        </pc:spChg>
        <pc:spChg chg="mod">
          <ac:chgData name="Tania López" userId="77f58189-e01e-4d35-9d35-b5786e1d02a6" providerId="ADAL" clId="{48A80F11-0A08-444D-B06C-339F8BEF2B3F}" dt="2023-12-11T19:10:57.280" v="1199" actId="20577"/>
          <ac:spMkLst>
            <pc:docMk/>
            <pc:sldMk cId="1633644913" sldId="266"/>
            <ac:spMk id="17" creationId="{D62A52F4-3E0D-49E2-8DDA-A11678FF14F4}"/>
          </ac:spMkLst>
        </pc:spChg>
      </pc:sldChg>
      <pc:sldChg chg="modSp mod modCm">
        <pc:chgData name="Tania López" userId="77f58189-e01e-4d35-9d35-b5786e1d02a6" providerId="ADAL" clId="{48A80F11-0A08-444D-B06C-339F8BEF2B3F}" dt="2023-12-11T19:10:10.709" v="1127"/>
        <pc:sldMkLst>
          <pc:docMk/>
          <pc:sldMk cId="174035690" sldId="267"/>
        </pc:sldMkLst>
        <pc:spChg chg="mod">
          <ac:chgData name="Tania López" userId="77f58189-e01e-4d35-9d35-b5786e1d02a6" providerId="ADAL" clId="{48A80F11-0A08-444D-B06C-339F8BEF2B3F}" dt="2023-12-11T18:53:18.305" v="48" actId="20577"/>
          <ac:spMkLst>
            <pc:docMk/>
            <pc:sldMk cId="174035690" sldId="267"/>
            <ac:spMk id="2" creationId="{EA2ECD5B-0328-41AC-81EA-C1783E9E66A6}"/>
          </ac:spMkLst>
        </pc:spChg>
        <pc:spChg chg="mod">
          <ac:chgData name="Tania López" userId="77f58189-e01e-4d35-9d35-b5786e1d02a6" providerId="ADAL" clId="{48A80F11-0A08-444D-B06C-339F8BEF2B3F}" dt="2023-12-11T19:09:40.463" v="1126" actId="6549"/>
          <ac:spMkLst>
            <pc:docMk/>
            <pc:sldMk cId="174035690" sldId="267"/>
            <ac:spMk id="3" creationId="{9A1F229B-A787-419F-A415-0619B5BC5FA6}"/>
          </ac:spMkLst>
        </pc:spChg>
      </pc:sldChg>
      <pc:sldChg chg="addSp delSp modSp mod">
        <pc:chgData name="Tania López" userId="77f58189-e01e-4d35-9d35-b5786e1d02a6" providerId="ADAL" clId="{48A80F11-0A08-444D-B06C-339F8BEF2B3F}" dt="2023-12-11T19:19:28.016" v="1454" actId="1076"/>
        <pc:sldMkLst>
          <pc:docMk/>
          <pc:sldMk cId="306689089" sldId="268"/>
        </pc:sldMkLst>
        <pc:spChg chg="mod">
          <ac:chgData name="Tania López" userId="77f58189-e01e-4d35-9d35-b5786e1d02a6" providerId="ADAL" clId="{48A80F11-0A08-444D-B06C-339F8BEF2B3F}" dt="2023-12-11T19:19:06.514" v="1447" actId="6549"/>
          <ac:spMkLst>
            <pc:docMk/>
            <pc:sldMk cId="306689089" sldId="268"/>
            <ac:spMk id="3" creationId="{A5091348-6969-4E72-B866-7F1CDA8B6A6D}"/>
          </ac:spMkLst>
        </pc:spChg>
        <pc:spChg chg="del">
          <ac:chgData name="Tania López" userId="77f58189-e01e-4d35-9d35-b5786e1d02a6" providerId="ADAL" clId="{48A80F11-0A08-444D-B06C-339F8BEF2B3F}" dt="2023-12-11T19:15:45.918" v="1292" actId="478"/>
          <ac:spMkLst>
            <pc:docMk/>
            <pc:sldMk cId="306689089" sldId="268"/>
            <ac:spMk id="4" creationId="{E8E565B5-389A-4B86-BDFD-E2041B6DF857}"/>
          </ac:spMkLst>
        </pc:spChg>
        <pc:spChg chg="del">
          <ac:chgData name="Tania López" userId="77f58189-e01e-4d35-9d35-b5786e1d02a6" providerId="ADAL" clId="{48A80F11-0A08-444D-B06C-339F8BEF2B3F}" dt="2023-12-11T19:15:45.918" v="1292" actId="478"/>
          <ac:spMkLst>
            <pc:docMk/>
            <pc:sldMk cId="306689089" sldId="268"/>
            <ac:spMk id="5" creationId="{CFBA6F88-C202-4B76-A7FF-CC81CD49A5C4}"/>
          </ac:spMkLst>
        </pc:spChg>
        <pc:spChg chg="del">
          <ac:chgData name="Tania López" userId="77f58189-e01e-4d35-9d35-b5786e1d02a6" providerId="ADAL" clId="{48A80F11-0A08-444D-B06C-339F8BEF2B3F}" dt="2023-12-11T19:15:45.918" v="1292" actId="478"/>
          <ac:spMkLst>
            <pc:docMk/>
            <pc:sldMk cId="306689089" sldId="268"/>
            <ac:spMk id="6" creationId="{E341103A-7F97-4088-A2BD-CF44F002A31F}"/>
          </ac:spMkLst>
        </pc:spChg>
        <pc:spChg chg="add del mod">
          <ac:chgData name="Tania López" userId="77f58189-e01e-4d35-9d35-b5786e1d02a6" providerId="ADAL" clId="{48A80F11-0A08-444D-B06C-339F8BEF2B3F}" dt="2023-12-11T19:15:45.918" v="1292" actId="478"/>
          <ac:spMkLst>
            <pc:docMk/>
            <pc:sldMk cId="306689089" sldId="268"/>
            <ac:spMk id="7" creationId="{7A04A700-1F05-63D9-7CCA-F8A3E92D6DA7}"/>
          </ac:spMkLst>
        </pc:spChg>
        <pc:spChg chg="del">
          <ac:chgData name="Tania López" userId="77f58189-e01e-4d35-9d35-b5786e1d02a6" providerId="ADAL" clId="{48A80F11-0A08-444D-B06C-339F8BEF2B3F}" dt="2023-12-11T19:15:45.918" v="1292" actId="478"/>
          <ac:spMkLst>
            <pc:docMk/>
            <pc:sldMk cId="306689089" sldId="268"/>
            <ac:spMk id="8" creationId="{C6C59E63-C177-4BFD-ABCC-06CCC34156C9}"/>
          </ac:spMkLst>
        </pc:spChg>
        <pc:spChg chg="del">
          <ac:chgData name="Tania López" userId="77f58189-e01e-4d35-9d35-b5786e1d02a6" providerId="ADAL" clId="{48A80F11-0A08-444D-B06C-339F8BEF2B3F}" dt="2023-12-11T19:15:45.918" v="1292" actId="478"/>
          <ac:spMkLst>
            <pc:docMk/>
            <pc:sldMk cId="306689089" sldId="268"/>
            <ac:spMk id="9" creationId="{3E3B8DFF-1255-4841-B5CB-E7B1C2339E18}"/>
          </ac:spMkLst>
        </pc:spChg>
        <pc:spChg chg="add del mod">
          <ac:chgData name="Tania López" userId="77f58189-e01e-4d35-9d35-b5786e1d02a6" providerId="ADAL" clId="{48A80F11-0A08-444D-B06C-339F8BEF2B3F}" dt="2023-12-11T19:15:45.918" v="1292" actId="478"/>
          <ac:spMkLst>
            <pc:docMk/>
            <pc:sldMk cId="306689089" sldId="268"/>
            <ac:spMk id="10" creationId="{50C6417B-3F11-E7BD-4780-9E506D00B74D}"/>
          </ac:spMkLst>
        </pc:spChg>
        <pc:spChg chg="del">
          <ac:chgData name="Tania López" userId="77f58189-e01e-4d35-9d35-b5786e1d02a6" providerId="ADAL" clId="{48A80F11-0A08-444D-B06C-339F8BEF2B3F}" dt="2023-12-11T19:15:45.918" v="1292" actId="478"/>
          <ac:spMkLst>
            <pc:docMk/>
            <pc:sldMk cId="306689089" sldId="268"/>
            <ac:spMk id="11" creationId="{53CC944C-C91F-4777-81DF-467408B8B553}"/>
          </ac:spMkLst>
        </pc:spChg>
        <pc:spChg chg="add del mod">
          <ac:chgData name="Tania López" userId="77f58189-e01e-4d35-9d35-b5786e1d02a6" providerId="ADAL" clId="{48A80F11-0A08-444D-B06C-339F8BEF2B3F}" dt="2023-12-11T19:15:45.918" v="1292" actId="478"/>
          <ac:spMkLst>
            <pc:docMk/>
            <pc:sldMk cId="306689089" sldId="268"/>
            <ac:spMk id="12" creationId="{F68BF40C-6F6C-54BD-1B88-824E282B369C}"/>
          </ac:spMkLst>
        </pc:spChg>
        <pc:spChg chg="add del mod">
          <ac:chgData name="Tania López" userId="77f58189-e01e-4d35-9d35-b5786e1d02a6" providerId="ADAL" clId="{48A80F11-0A08-444D-B06C-339F8BEF2B3F}" dt="2023-12-11T19:15:45.918" v="1292" actId="478"/>
          <ac:spMkLst>
            <pc:docMk/>
            <pc:sldMk cId="306689089" sldId="268"/>
            <ac:spMk id="13" creationId="{7BFDA9EC-58D2-68AA-E820-DF1325657641}"/>
          </ac:spMkLst>
        </pc:spChg>
        <pc:spChg chg="del">
          <ac:chgData name="Tania López" userId="77f58189-e01e-4d35-9d35-b5786e1d02a6" providerId="ADAL" clId="{48A80F11-0A08-444D-B06C-339F8BEF2B3F}" dt="2023-12-11T19:15:45.918" v="1292" actId="478"/>
          <ac:spMkLst>
            <pc:docMk/>
            <pc:sldMk cId="306689089" sldId="268"/>
            <ac:spMk id="14" creationId="{0CE5B18B-55F2-4A40-92F0-8E42530E04EA}"/>
          </ac:spMkLst>
        </pc:spChg>
        <pc:spChg chg="del">
          <ac:chgData name="Tania López" userId="77f58189-e01e-4d35-9d35-b5786e1d02a6" providerId="ADAL" clId="{48A80F11-0A08-444D-B06C-339F8BEF2B3F}" dt="2023-12-11T19:15:45.918" v="1292" actId="478"/>
          <ac:spMkLst>
            <pc:docMk/>
            <pc:sldMk cId="306689089" sldId="268"/>
            <ac:spMk id="15" creationId="{98590FF0-FD9D-49BF-AA1D-E61582B52FA3}"/>
          </ac:spMkLst>
        </pc:spChg>
        <pc:spChg chg="del">
          <ac:chgData name="Tania López" userId="77f58189-e01e-4d35-9d35-b5786e1d02a6" providerId="ADAL" clId="{48A80F11-0A08-444D-B06C-339F8BEF2B3F}" dt="2023-12-11T19:15:45.918" v="1292" actId="478"/>
          <ac:spMkLst>
            <pc:docMk/>
            <pc:sldMk cId="306689089" sldId="268"/>
            <ac:spMk id="16" creationId="{02CADCF0-81F4-45EB-B8D3-7767BB9BAA01}"/>
          </ac:spMkLst>
        </pc:spChg>
        <pc:spChg chg="del">
          <ac:chgData name="Tania López" userId="77f58189-e01e-4d35-9d35-b5786e1d02a6" providerId="ADAL" clId="{48A80F11-0A08-444D-B06C-339F8BEF2B3F}" dt="2023-12-11T19:15:45.918" v="1292" actId="478"/>
          <ac:spMkLst>
            <pc:docMk/>
            <pc:sldMk cId="306689089" sldId="268"/>
            <ac:spMk id="17" creationId="{D62A52F4-3E0D-49E2-8DDA-A11678FF14F4}"/>
          </ac:spMkLst>
        </pc:spChg>
        <pc:spChg chg="add del mod">
          <ac:chgData name="Tania López" userId="77f58189-e01e-4d35-9d35-b5786e1d02a6" providerId="ADAL" clId="{48A80F11-0A08-444D-B06C-339F8BEF2B3F}" dt="2023-12-11T19:15:51.853" v="1293" actId="478"/>
          <ac:spMkLst>
            <pc:docMk/>
            <pc:sldMk cId="306689089" sldId="268"/>
            <ac:spMk id="18" creationId="{5D2FAA60-E97F-1329-912E-5EA3D430E1E0}"/>
          </ac:spMkLst>
        </pc:spChg>
        <pc:spChg chg="del">
          <ac:chgData name="Tania López" userId="77f58189-e01e-4d35-9d35-b5786e1d02a6" providerId="ADAL" clId="{48A80F11-0A08-444D-B06C-339F8BEF2B3F}" dt="2023-12-11T19:15:45.918" v="1292" actId="478"/>
          <ac:spMkLst>
            <pc:docMk/>
            <pc:sldMk cId="306689089" sldId="268"/>
            <ac:spMk id="19" creationId="{FD7CDB4D-2C27-4C94-97DE-CE1AFD4E805C}"/>
          </ac:spMkLst>
        </pc:spChg>
        <pc:spChg chg="add del mod">
          <ac:chgData name="Tania López" userId="77f58189-e01e-4d35-9d35-b5786e1d02a6" providerId="ADAL" clId="{48A80F11-0A08-444D-B06C-339F8BEF2B3F}" dt="2023-12-11T19:15:45.918" v="1292" actId="478"/>
          <ac:spMkLst>
            <pc:docMk/>
            <pc:sldMk cId="306689089" sldId="268"/>
            <ac:spMk id="20" creationId="{F2B69DFA-E934-420D-C525-2351B4D82B6C}"/>
          </ac:spMkLst>
        </pc:spChg>
        <pc:spChg chg="del">
          <ac:chgData name="Tania López" userId="77f58189-e01e-4d35-9d35-b5786e1d02a6" providerId="ADAL" clId="{48A80F11-0A08-444D-B06C-339F8BEF2B3F}" dt="2023-12-11T19:15:45.918" v="1292" actId="478"/>
          <ac:spMkLst>
            <pc:docMk/>
            <pc:sldMk cId="306689089" sldId="268"/>
            <ac:spMk id="22" creationId="{6EA0CD24-2F8C-4447-93A5-BF4C4EEDFCAF}"/>
          </ac:spMkLst>
        </pc:spChg>
        <pc:spChg chg="del">
          <ac:chgData name="Tania López" userId="77f58189-e01e-4d35-9d35-b5786e1d02a6" providerId="ADAL" clId="{48A80F11-0A08-444D-B06C-339F8BEF2B3F}" dt="2023-12-11T19:15:45.918" v="1292" actId="478"/>
          <ac:spMkLst>
            <pc:docMk/>
            <pc:sldMk cId="306689089" sldId="268"/>
            <ac:spMk id="25" creationId="{BA7A0E7D-CA14-4DD8-A41C-BEB00A47D48B}"/>
          </ac:spMkLst>
        </pc:spChg>
        <pc:spChg chg="add del mod">
          <ac:chgData name="Tania López" userId="77f58189-e01e-4d35-9d35-b5786e1d02a6" providerId="ADAL" clId="{48A80F11-0A08-444D-B06C-339F8BEF2B3F}" dt="2023-12-11T19:15:51.853" v="1293" actId="478"/>
          <ac:spMkLst>
            <pc:docMk/>
            <pc:sldMk cId="306689089" sldId="268"/>
            <ac:spMk id="26" creationId="{A189DC56-C2E4-45D8-06B9-85A5F9ED6491}"/>
          </ac:spMkLst>
        </pc:spChg>
        <pc:spChg chg="add del mod">
          <ac:chgData name="Tania López" userId="77f58189-e01e-4d35-9d35-b5786e1d02a6" providerId="ADAL" clId="{48A80F11-0A08-444D-B06C-339F8BEF2B3F}" dt="2023-12-11T19:15:45.918" v="1292" actId="478"/>
          <ac:spMkLst>
            <pc:docMk/>
            <pc:sldMk cId="306689089" sldId="268"/>
            <ac:spMk id="27" creationId="{49B5DF2E-E985-40A9-C907-31FF11D46A55}"/>
          </ac:spMkLst>
        </pc:spChg>
        <pc:spChg chg="del">
          <ac:chgData name="Tania López" userId="77f58189-e01e-4d35-9d35-b5786e1d02a6" providerId="ADAL" clId="{48A80F11-0A08-444D-B06C-339F8BEF2B3F}" dt="2023-12-11T19:15:45.918" v="1292" actId="478"/>
          <ac:spMkLst>
            <pc:docMk/>
            <pc:sldMk cId="306689089" sldId="268"/>
            <ac:spMk id="29" creationId="{6074955D-F8B8-427F-805B-EF4D1F831C13}"/>
          </ac:spMkLst>
        </pc:spChg>
        <pc:spChg chg="del">
          <ac:chgData name="Tania López" userId="77f58189-e01e-4d35-9d35-b5786e1d02a6" providerId="ADAL" clId="{48A80F11-0A08-444D-B06C-339F8BEF2B3F}" dt="2023-12-11T19:16:20.123" v="1301" actId="478"/>
          <ac:spMkLst>
            <pc:docMk/>
            <pc:sldMk cId="306689089" sldId="268"/>
            <ac:spMk id="30" creationId="{C28BE7A5-1B6A-4F90-900F-57590DCAE5EE}"/>
          </ac:spMkLst>
        </pc:spChg>
        <pc:spChg chg="add mod">
          <ac:chgData name="Tania López" userId="77f58189-e01e-4d35-9d35-b5786e1d02a6" providerId="ADAL" clId="{48A80F11-0A08-444D-B06C-339F8BEF2B3F}" dt="2023-12-11T19:19:22.588" v="1453" actId="1035"/>
          <ac:spMkLst>
            <pc:docMk/>
            <pc:sldMk cId="306689089" sldId="268"/>
            <ac:spMk id="31" creationId="{2E86D096-60D5-8CA8-9962-44A79E9AAC58}"/>
          </ac:spMkLst>
        </pc:spChg>
        <pc:spChg chg="add mod">
          <ac:chgData name="Tania López" userId="77f58189-e01e-4d35-9d35-b5786e1d02a6" providerId="ADAL" clId="{48A80F11-0A08-444D-B06C-339F8BEF2B3F}" dt="2023-12-11T19:19:22.588" v="1453" actId="1035"/>
          <ac:spMkLst>
            <pc:docMk/>
            <pc:sldMk cId="306689089" sldId="268"/>
            <ac:spMk id="32" creationId="{31F7E6BF-BED3-F811-111C-3D7E85F7C1E8}"/>
          </ac:spMkLst>
        </pc:spChg>
        <pc:spChg chg="add mod">
          <ac:chgData name="Tania López" userId="77f58189-e01e-4d35-9d35-b5786e1d02a6" providerId="ADAL" clId="{48A80F11-0A08-444D-B06C-339F8BEF2B3F}" dt="2023-12-11T19:19:22.588" v="1453" actId="1035"/>
          <ac:spMkLst>
            <pc:docMk/>
            <pc:sldMk cId="306689089" sldId="268"/>
            <ac:spMk id="33" creationId="{094B45E1-BF06-FCF5-FF68-5FF8ECC1D769}"/>
          </ac:spMkLst>
        </pc:spChg>
        <pc:spChg chg="add mod">
          <ac:chgData name="Tania López" userId="77f58189-e01e-4d35-9d35-b5786e1d02a6" providerId="ADAL" clId="{48A80F11-0A08-444D-B06C-339F8BEF2B3F}" dt="2023-12-11T19:19:28.016" v="1454" actId="1076"/>
          <ac:spMkLst>
            <pc:docMk/>
            <pc:sldMk cId="306689089" sldId="268"/>
            <ac:spMk id="34" creationId="{A8E182FE-1BC8-BE31-7C76-C2B360C96BB9}"/>
          </ac:spMkLst>
        </pc:spChg>
        <pc:spChg chg="add mod">
          <ac:chgData name="Tania López" userId="77f58189-e01e-4d35-9d35-b5786e1d02a6" providerId="ADAL" clId="{48A80F11-0A08-444D-B06C-339F8BEF2B3F}" dt="2023-12-11T19:19:22.588" v="1453" actId="1035"/>
          <ac:spMkLst>
            <pc:docMk/>
            <pc:sldMk cId="306689089" sldId="268"/>
            <ac:spMk id="35" creationId="{E0426D76-6C8B-30BC-C84C-164EB31E416D}"/>
          </ac:spMkLst>
        </pc:spChg>
        <pc:spChg chg="add mod">
          <ac:chgData name="Tania López" userId="77f58189-e01e-4d35-9d35-b5786e1d02a6" providerId="ADAL" clId="{48A80F11-0A08-444D-B06C-339F8BEF2B3F}" dt="2023-12-11T19:19:22.588" v="1453" actId="1035"/>
          <ac:spMkLst>
            <pc:docMk/>
            <pc:sldMk cId="306689089" sldId="268"/>
            <ac:spMk id="36" creationId="{01B02A00-8822-7BDA-E9B4-C48076821314}"/>
          </ac:spMkLst>
        </pc:spChg>
        <pc:spChg chg="add mod">
          <ac:chgData name="Tania López" userId="77f58189-e01e-4d35-9d35-b5786e1d02a6" providerId="ADAL" clId="{48A80F11-0A08-444D-B06C-339F8BEF2B3F}" dt="2023-12-11T19:19:22.588" v="1453" actId="1035"/>
          <ac:spMkLst>
            <pc:docMk/>
            <pc:sldMk cId="306689089" sldId="268"/>
            <ac:spMk id="37" creationId="{F23F01C1-8E94-85E7-9E2E-300FD16C3D4A}"/>
          </ac:spMkLst>
        </pc:spChg>
        <pc:spChg chg="add mod">
          <ac:chgData name="Tania López" userId="77f58189-e01e-4d35-9d35-b5786e1d02a6" providerId="ADAL" clId="{48A80F11-0A08-444D-B06C-339F8BEF2B3F}" dt="2023-12-11T19:19:22.588" v="1453" actId="1035"/>
          <ac:spMkLst>
            <pc:docMk/>
            <pc:sldMk cId="306689089" sldId="268"/>
            <ac:spMk id="38" creationId="{FA7185AD-BA69-94FB-D2D9-C628D6A89DE9}"/>
          </ac:spMkLst>
        </pc:spChg>
        <pc:spChg chg="add mod">
          <ac:chgData name="Tania López" userId="77f58189-e01e-4d35-9d35-b5786e1d02a6" providerId="ADAL" clId="{48A80F11-0A08-444D-B06C-339F8BEF2B3F}" dt="2023-12-11T19:19:22.588" v="1453" actId="1035"/>
          <ac:spMkLst>
            <pc:docMk/>
            <pc:sldMk cId="306689089" sldId="268"/>
            <ac:spMk id="39" creationId="{09EAC485-C2A1-1A34-92F3-18BC6BFB4763}"/>
          </ac:spMkLst>
        </pc:spChg>
        <pc:spChg chg="add mod">
          <ac:chgData name="Tania López" userId="77f58189-e01e-4d35-9d35-b5786e1d02a6" providerId="ADAL" clId="{48A80F11-0A08-444D-B06C-339F8BEF2B3F}" dt="2023-12-11T19:19:22.588" v="1453" actId="1035"/>
          <ac:spMkLst>
            <pc:docMk/>
            <pc:sldMk cId="306689089" sldId="268"/>
            <ac:spMk id="41" creationId="{B9CBF28C-B9C6-D62A-8A31-21B57EF6654B}"/>
          </ac:spMkLst>
        </pc:spChg>
        <pc:spChg chg="add mod">
          <ac:chgData name="Tania López" userId="77f58189-e01e-4d35-9d35-b5786e1d02a6" providerId="ADAL" clId="{48A80F11-0A08-444D-B06C-339F8BEF2B3F}" dt="2023-12-11T19:19:22.588" v="1453" actId="1035"/>
          <ac:spMkLst>
            <pc:docMk/>
            <pc:sldMk cId="306689089" sldId="268"/>
            <ac:spMk id="43" creationId="{D5DE4B2D-C9F9-2B09-5B3E-E29363393774}"/>
          </ac:spMkLst>
        </pc:spChg>
        <pc:cxnChg chg="del">
          <ac:chgData name="Tania López" userId="77f58189-e01e-4d35-9d35-b5786e1d02a6" providerId="ADAL" clId="{48A80F11-0A08-444D-B06C-339F8BEF2B3F}" dt="2023-12-11T19:15:45.918" v="1292" actId="478"/>
          <ac:cxnSpMkLst>
            <pc:docMk/>
            <pc:sldMk cId="306689089" sldId="268"/>
            <ac:cxnSpMk id="21" creationId="{1367F51F-E2B6-4D1E-AFDE-ED8688BC2510}"/>
          </ac:cxnSpMkLst>
        </pc:cxnChg>
        <pc:cxnChg chg="del mod">
          <ac:chgData name="Tania López" userId="77f58189-e01e-4d35-9d35-b5786e1d02a6" providerId="ADAL" clId="{48A80F11-0A08-444D-B06C-339F8BEF2B3F}" dt="2023-12-11T19:15:45.918" v="1292" actId="478"/>
          <ac:cxnSpMkLst>
            <pc:docMk/>
            <pc:sldMk cId="306689089" sldId="268"/>
            <ac:cxnSpMk id="23" creationId="{B3277FE1-8878-4EE5-8E02-068380C3518E}"/>
          </ac:cxnSpMkLst>
        </pc:cxnChg>
        <pc:cxnChg chg="del mod">
          <ac:chgData name="Tania López" userId="77f58189-e01e-4d35-9d35-b5786e1d02a6" providerId="ADAL" clId="{48A80F11-0A08-444D-B06C-339F8BEF2B3F}" dt="2023-12-11T19:15:45.918" v="1292" actId="478"/>
          <ac:cxnSpMkLst>
            <pc:docMk/>
            <pc:sldMk cId="306689089" sldId="268"/>
            <ac:cxnSpMk id="24" creationId="{A5A05458-E603-4B67-AB34-09205AD4C881}"/>
          </ac:cxnSpMkLst>
        </pc:cxnChg>
        <pc:cxnChg chg="del">
          <ac:chgData name="Tania López" userId="77f58189-e01e-4d35-9d35-b5786e1d02a6" providerId="ADAL" clId="{48A80F11-0A08-444D-B06C-339F8BEF2B3F}" dt="2023-12-11T19:15:45.918" v="1292" actId="478"/>
          <ac:cxnSpMkLst>
            <pc:docMk/>
            <pc:sldMk cId="306689089" sldId="268"/>
            <ac:cxnSpMk id="28" creationId="{DE2BA44A-D0AF-4515-A452-3842DCA6B6C6}"/>
          </ac:cxnSpMkLst>
        </pc:cxnChg>
        <pc:cxnChg chg="add mod">
          <ac:chgData name="Tania López" userId="77f58189-e01e-4d35-9d35-b5786e1d02a6" providerId="ADAL" clId="{48A80F11-0A08-444D-B06C-339F8BEF2B3F}" dt="2023-12-11T19:19:22.588" v="1453" actId="1035"/>
          <ac:cxnSpMkLst>
            <pc:docMk/>
            <pc:sldMk cId="306689089" sldId="268"/>
            <ac:cxnSpMk id="40" creationId="{03565798-6F5B-8EDA-ADD0-4CB921223BF3}"/>
          </ac:cxnSpMkLst>
        </pc:cxnChg>
        <pc:cxnChg chg="add mod">
          <ac:chgData name="Tania López" userId="77f58189-e01e-4d35-9d35-b5786e1d02a6" providerId="ADAL" clId="{48A80F11-0A08-444D-B06C-339F8BEF2B3F}" dt="2023-12-11T19:19:22.588" v="1453" actId="1035"/>
          <ac:cxnSpMkLst>
            <pc:docMk/>
            <pc:sldMk cId="306689089" sldId="268"/>
            <ac:cxnSpMk id="42" creationId="{3D2A3CBB-8F3F-A422-84F4-E3A7FE6535F1}"/>
          </ac:cxnSpMkLst>
        </pc:cxnChg>
        <pc:cxnChg chg="add mod">
          <ac:chgData name="Tania López" userId="77f58189-e01e-4d35-9d35-b5786e1d02a6" providerId="ADAL" clId="{48A80F11-0A08-444D-B06C-339F8BEF2B3F}" dt="2023-12-11T19:19:22.588" v="1453" actId="1035"/>
          <ac:cxnSpMkLst>
            <pc:docMk/>
            <pc:sldMk cId="306689089" sldId="268"/>
            <ac:cxnSpMk id="44" creationId="{2384F292-C015-DDF5-48E8-C8819C5DA2C1}"/>
          </ac:cxnSpMkLst>
        </pc:cxnChg>
      </pc:sldChg>
      <pc:sldChg chg="modSp mod">
        <pc:chgData name="Tania López" userId="77f58189-e01e-4d35-9d35-b5786e1d02a6" providerId="ADAL" clId="{48A80F11-0A08-444D-B06C-339F8BEF2B3F}" dt="2023-12-11T19:30:07.385" v="1645" actId="6549"/>
        <pc:sldMkLst>
          <pc:docMk/>
          <pc:sldMk cId="1980070182" sldId="271"/>
        </pc:sldMkLst>
        <pc:spChg chg="mod">
          <ac:chgData name="Tania López" userId="77f58189-e01e-4d35-9d35-b5786e1d02a6" providerId="ADAL" clId="{48A80F11-0A08-444D-B06C-339F8BEF2B3F}" dt="2023-12-11T19:30:07.385" v="1645" actId="6549"/>
          <ac:spMkLst>
            <pc:docMk/>
            <pc:sldMk cId="1980070182" sldId="271"/>
            <ac:spMk id="3" creationId="{A5091348-6969-4E72-B866-7F1CDA8B6A6D}"/>
          </ac:spMkLst>
        </pc:spChg>
      </pc:sldChg>
      <pc:sldChg chg="modSp mod">
        <pc:chgData name="Tania López" userId="77f58189-e01e-4d35-9d35-b5786e1d02a6" providerId="ADAL" clId="{48A80F11-0A08-444D-B06C-339F8BEF2B3F}" dt="2023-12-11T19:29:09.759" v="1620" actId="20577"/>
        <pc:sldMkLst>
          <pc:docMk/>
          <pc:sldMk cId="2944184690" sldId="272"/>
        </pc:sldMkLst>
        <pc:spChg chg="mod">
          <ac:chgData name="Tania López" userId="77f58189-e01e-4d35-9d35-b5786e1d02a6" providerId="ADAL" clId="{48A80F11-0A08-444D-B06C-339F8BEF2B3F}" dt="2023-12-11T19:29:09.759" v="1620" actId="20577"/>
          <ac:spMkLst>
            <pc:docMk/>
            <pc:sldMk cId="2944184690" sldId="272"/>
            <ac:spMk id="3" creationId="{1F14F571-C3E3-4A52-9FB1-4936966291E9}"/>
          </ac:spMkLst>
        </pc:spChg>
      </pc:sldChg>
      <pc:sldChg chg="modSp mod">
        <pc:chgData name="Tania López" userId="77f58189-e01e-4d35-9d35-b5786e1d02a6" providerId="ADAL" clId="{48A80F11-0A08-444D-B06C-339F8BEF2B3F}" dt="2023-12-11T19:31:30.269" v="1656" actId="20577"/>
        <pc:sldMkLst>
          <pc:docMk/>
          <pc:sldMk cId="2845285763" sldId="274"/>
        </pc:sldMkLst>
        <pc:spChg chg="mod">
          <ac:chgData name="Tania López" userId="77f58189-e01e-4d35-9d35-b5786e1d02a6" providerId="ADAL" clId="{48A80F11-0A08-444D-B06C-339F8BEF2B3F}" dt="2023-12-11T19:31:30.269" v="1656" actId="20577"/>
          <ac:spMkLst>
            <pc:docMk/>
            <pc:sldMk cId="2845285763" sldId="274"/>
            <ac:spMk id="3" creationId="{30D07134-37A8-4F1B-944D-D609E0A7B900}"/>
          </ac:spMkLst>
        </pc:spChg>
      </pc:sldChg>
      <pc:sldChg chg="modSp mod">
        <pc:chgData name="Tania López" userId="77f58189-e01e-4d35-9d35-b5786e1d02a6" providerId="ADAL" clId="{48A80F11-0A08-444D-B06C-339F8BEF2B3F}" dt="2023-12-11T19:27:19.951" v="1545" actId="20577"/>
        <pc:sldMkLst>
          <pc:docMk/>
          <pc:sldMk cId="1458786102" sldId="276"/>
        </pc:sldMkLst>
        <pc:spChg chg="mod">
          <ac:chgData name="Tania López" userId="77f58189-e01e-4d35-9d35-b5786e1d02a6" providerId="ADAL" clId="{48A80F11-0A08-444D-B06C-339F8BEF2B3F}" dt="2023-12-11T19:27:19.951" v="1545" actId="20577"/>
          <ac:spMkLst>
            <pc:docMk/>
            <pc:sldMk cId="1458786102" sldId="276"/>
            <ac:spMk id="3" creationId="{AA65345B-98DB-420F-A5BC-AF4094ED130A}"/>
          </ac:spMkLst>
        </pc:spChg>
      </pc:sldChg>
      <pc:sldChg chg="modSp add del mod">
        <pc:chgData name="Tania López" userId="77f58189-e01e-4d35-9d35-b5786e1d02a6" providerId="ADAL" clId="{48A80F11-0A08-444D-B06C-339F8BEF2B3F}" dt="2023-12-11T19:10:13.625" v="1128" actId="47"/>
        <pc:sldMkLst>
          <pc:docMk/>
          <pc:sldMk cId="759532278" sldId="277"/>
        </pc:sldMkLst>
        <pc:spChg chg="mod">
          <ac:chgData name="Tania López" userId="77f58189-e01e-4d35-9d35-b5786e1d02a6" providerId="ADAL" clId="{48A80F11-0A08-444D-B06C-339F8BEF2B3F}" dt="2023-12-11T19:09:22.459" v="1121" actId="20577"/>
          <ac:spMkLst>
            <pc:docMk/>
            <pc:sldMk cId="759532278" sldId="277"/>
            <ac:spMk id="3" creationId="{9A1F229B-A787-419F-A415-0619B5BC5FA6}"/>
          </ac:spMkLst>
        </pc:spChg>
      </pc:sldChg>
      <pc:sldChg chg="addSp delSp modSp add del mod">
        <pc:chgData name="Tania López" userId="77f58189-e01e-4d35-9d35-b5786e1d02a6" providerId="ADAL" clId="{48A80F11-0A08-444D-B06C-339F8BEF2B3F}" dt="2023-12-11T19:19:32.343" v="1455" actId="47"/>
        <pc:sldMkLst>
          <pc:docMk/>
          <pc:sldMk cId="1628265928" sldId="277"/>
        </pc:sldMkLst>
        <pc:spChg chg="del">
          <ac:chgData name="Tania López" userId="77f58189-e01e-4d35-9d35-b5786e1d02a6" providerId="ADAL" clId="{48A80F11-0A08-444D-B06C-339F8BEF2B3F}" dt="2023-12-11T19:14:33.156" v="1208" actId="478"/>
          <ac:spMkLst>
            <pc:docMk/>
            <pc:sldMk cId="1628265928" sldId="277"/>
            <ac:spMk id="4" creationId="{E8E565B5-389A-4B86-BDFD-E2041B6DF857}"/>
          </ac:spMkLst>
        </pc:spChg>
        <pc:spChg chg="del">
          <ac:chgData name="Tania López" userId="77f58189-e01e-4d35-9d35-b5786e1d02a6" providerId="ADAL" clId="{48A80F11-0A08-444D-B06C-339F8BEF2B3F}" dt="2023-12-11T19:14:34.684" v="1210" actId="478"/>
          <ac:spMkLst>
            <pc:docMk/>
            <pc:sldMk cId="1628265928" sldId="277"/>
            <ac:spMk id="5" creationId="{CFBA6F88-C202-4B76-A7FF-CC81CD49A5C4}"/>
          </ac:spMkLst>
        </pc:spChg>
        <pc:spChg chg="del">
          <ac:chgData name="Tania López" userId="77f58189-e01e-4d35-9d35-b5786e1d02a6" providerId="ADAL" clId="{48A80F11-0A08-444D-B06C-339F8BEF2B3F}" dt="2023-12-11T19:14:32.311" v="1207" actId="478"/>
          <ac:spMkLst>
            <pc:docMk/>
            <pc:sldMk cId="1628265928" sldId="277"/>
            <ac:spMk id="6" creationId="{E341103A-7F97-4088-A2BD-CF44F002A31F}"/>
          </ac:spMkLst>
        </pc:spChg>
        <pc:spChg chg="add mod">
          <ac:chgData name="Tania López" userId="77f58189-e01e-4d35-9d35-b5786e1d02a6" providerId="ADAL" clId="{48A80F11-0A08-444D-B06C-339F8BEF2B3F}" dt="2023-12-11T19:14:40.039" v="1215"/>
          <ac:spMkLst>
            <pc:docMk/>
            <pc:sldMk cId="1628265928" sldId="277"/>
            <ac:spMk id="7" creationId="{8E103A7D-161C-7A68-1BA9-9C84D4119D60}"/>
          </ac:spMkLst>
        </pc:spChg>
        <pc:spChg chg="del">
          <ac:chgData name="Tania López" userId="77f58189-e01e-4d35-9d35-b5786e1d02a6" providerId="ADAL" clId="{48A80F11-0A08-444D-B06C-339F8BEF2B3F}" dt="2023-12-11T19:14:42.723" v="1216" actId="478"/>
          <ac:spMkLst>
            <pc:docMk/>
            <pc:sldMk cId="1628265928" sldId="277"/>
            <ac:spMk id="8" creationId="{C6C59E63-C177-4BFD-ABCC-06CCC34156C9}"/>
          </ac:spMkLst>
        </pc:spChg>
        <pc:spChg chg="del">
          <ac:chgData name="Tania López" userId="77f58189-e01e-4d35-9d35-b5786e1d02a6" providerId="ADAL" clId="{48A80F11-0A08-444D-B06C-339F8BEF2B3F}" dt="2023-12-11T19:14:38.906" v="1214" actId="478"/>
          <ac:spMkLst>
            <pc:docMk/>
            <pc:sldMk cId="1628265928" sldId="277"/>
            <ac:spMk id="9" creationId="{3E3B8DFF-1255-4841-B5CB-E7B1C2339E18}"/>
          </ac:spMkLst>
        </pc:spChg>
        <pc:spChg chg="add mod">
          <ac:chgData name="Tania López" userId="77f58189-e01e-4d35-9d35-b5786e1d02a6" providerId="ADAL" clId="{48A80F11-0A08-444D-B06C-339F8BEF2B3F}" dt="2023-12-11T19:14:40.039" v="1215"/>
          <ac:spMkLst>
            <pc:docMk/>
            <pc:sldMk cId="1628265928" sldId="277"/>
            <ac:spMk id="10" creationId="{5A60707D-1498-F808-201D-327A9F2B688B}"/>
          </ac:spMkLst>
        </pc:spChg>
        <pc:spChg chg="del mod">
          <ac:chgData name="Tania López" userId="77f58189-e01e-4d35-9d35-b5786e1d02a6" providerId="ADAL" clId="{48A80F11-0A08-444D-B06C-339F8BEF2B3F}" dt="2023-12-11T19:14:31.367" v="1206" actId="478"/>
          <ac:spMkLst>
            <pc:docMk/>
            <pc:sldMk cId="1628265928" sldId="277"/>
            <ac:spMk id="11" creationId="{53CC944C-C91F-4777-81DF-467408B8B553}"/>
          </ac:spMkLst>
        </pc:spChg>
        <pc:spChg chg="add mod">
          <ac:chgData name="Tania López" userId="77f58189-e01e-4d35-9d35-b5786e1d02a6" providerId="ADAL" clId="{48A80F11-0A08-444D-B06C-339F8BEF2B3F}" dt="2023-12-11T19:14:40.039" v="1215"/>
          <ac:spMkLst>
            <pc:docMk/>
            <pc:sldMk cId="1628265928" sldId="277"/>
            <ac:spMk id="12" creationId="{4A812525-6351-810C-8367-0B62F897F4C4}"/>
          </ac:spMkLst>
        </pc:spChg>
        <pc:spChg chg="add mod">
          <ac:chgData name="Tania López" userId="77f58189-e01e-4d35-9d35-b5786e1d02a6" providerId="ADAL" clId="{48A80F11-0A08-444D-B06C-339F8BEF2B3F}" dt="2023-12-11T19:14:40.039" v="1215"/>
          <ac:spMkLst>
            <pc:docMk/>
            <pc:sldMk cId="1628265928" sldId="277"/>
            <ac:spMk id="13" creationId="{965E504D-A2DE-80D4-1C7A-09B325F9473A}"/>
          </ac:spMkLst>
        </pc:spChg>
        <pc:spChg chg="del">
          <ac:chgData name="Tania López" userId="77f58189-e01e-4d35-9d35-b5786e1d02a6" providerId="ADAL" clId="{48A80F11-0A08-444D-B06C-339F8BEF2B3F}" dt="2023-12-11T19:14:26.094" v="1202" actId="478"/>
          <ac:spMkLst>
            <pc:docMk/>
            <pc:sldMk cId="1628265928" sldId="277"/>
            <ac:spMk id="14" creationId="{0CE5B18B-55F2-4A40-92F0-8E42530E04EA}"/>
          </ac:spMkLst>
        </pc:spChg>
        <pc:spChg chg="del">
          <ac:chgData name="Tania López" userId="77f58189-e01e-4d35-9d35-b5786e1d02a6" providerId="ADAL" clId="{48A80F11-0A08-444D-B06C-339F8BEF2B3F}" dt="2023-12-11T19:14:24.427" v="1201" actId="478"/>
          <ac:spMkLst>
            <pc:docMk/>
            <pc:sldMk cId="1628265928" sldId="277"/>
            <ac:spMk id="15" creationId="{98590FF0-FD9D-49BF-AA1D-E61582B52FA3}"/>
          </ac:spMkLst>
        </pc:spChg>
        <pc:spChg chg="del mod">
          <ac:chgData name="Tania López" userId="77f58189-e01e-4d35-9d35-b5786e1d02a6" providerId="ADAL" clId="{48A80F11-0A08-444D-B06C-339F8BEF2B3F}" dt="2023-12-11T19:14:37.585" v="1213" actId="478"/>
          <ac:spMkLst>
            <pc:docMk/>
            <pc:sldMk cId="1628265928" sldId="277"/>
            <ac:spMk id="16" creationId="{02CADCF0-81F4-45EB-B8D3-7767BB9BAA01}"/>
          </ac:spMkLst>
        </pc:spChg>
        <pc:spChg chg="del">
          <ac:chgData name="Tania López" userId="77f58189-e01e-4d35-9d35-b5786e1d02a6" providerId="ADAL" clId="{48A80F11-0A08-444D-B06C-339F8BEF2B3F}" dt="2023-12-11T19:14:36.897" v="1212" actId="478"/>
          <ac:spMkLst>
            <pc:docMk/>
            <pc:sldMk cId="1628265928" sldId="277"/>
            <ac:spMk id="17" creationId="{D62A52F4-3E0D-49E2-8DDA-A11678FF14F4}"/>
          </ac:spMkLst>
        </pc:spChg>
        <pc:spChg chg="add mod">
          <ac:chgData name="Tania López" userId="77f58189-e01e-4d35-9d35-b5786e1d02a6" providerId="ADAL" clId="{48A80F11-0A08-444D-B06C-339F8BEF2B3F}" dt="2023-12-11T19:14:40.039" v="1215"/>
          <ac:spMkLst>
            <pc:docMk/>
            <pc:sldMk cId="1628265928" sldId="277"/>
            <ac:spMk id="18" creationId="{8E8C9183-858E-44A2-FCEC-2258172ABD6A}"/>
          </ac:spMkLst>
        </pc:spChg>
        <pc:spChg chg="add mod">
          <ac:chgData name="Tania López" userId="77f58189-e01e-4d35-9d35-b5786e1d02a6" providerId="ADAL" clId="{48A80F11-0A08-444D-B06C-339F8BEF2B3F}" dt="2023-12-11T19:14:45.378" v="1218" actId="1076"/>
          <ac:spMkLst>
            <pc:docMk/>
            <pc:sldMk cId="1628265928" sldId="277"/>
            <ac:spMk id="20" creationId="{9298DD31-ED95-3D88-0C2C-BAA05FA6F740}"/>
          </ac:spMkLst>
        </pc:spChg>
        <pc:spChg chg="add mod">
          <ac:chgData name="Tania López" userId="77f58189-e01e-4d35-9d35-b5786e1d02a6" providerId="ADAL" clId="{48A80F11-0A08-444D-B06C-339F8BEF2B3F}" dt="2023-12-11T19:14:40.039" v="1215"/>
          <ac:spMkLst>
            <pc:docMk/>
            <pc:sldMk cId="1628265928" sldId="277"/>
            <ac:spMk id="26" creationId="{AF1B7125-8EDB-8854-AEEC-7F57B5A9E94D}"/>
          </ac:spMkLst>
        </pc:spChg>
        <pc:spChg chg="add mod">
          <ac:chgData name="Tania López" userId="77f58189-e01e-4d35-9d35-b5786e1d02a6" providerId="ADAL" clId="{48A80F11-0A08-444D-B06C-339F8BEF2B3F}" dt="2023-12-11T19:14:40.039" v="1215"/>
          <ac:spMkLst>
            <pc:docMk/>
            <pc:sldMk cId="1628265928" sldId="277"/>
            <ac:spMk id="27" creationId="{18119972-35D4-941B-4738-E6BFA52D407C}"/>
          </ac:spMkLst>
        </pc:spChg>
        <pc:cxnChg chg="del">
          <ac:chgData name="Tania López" userId="77f58189-e01e-4d35-9d35-b5786e1d02a6" providerId="ADAL" clId="{48A80F11-0A08-444D-B06C-339F8BEF2B3F}" dt="2023-12-11T19:14:33.855" v="1209" actId="478"/>
          <ac:cxnSpMkLst>
            <pc:docMk/>
            <pc:sldMk cId="1628265928" sldId="277"/>
            <ac:cxnSpMk id="21" creationId="{1367F51F-E2B6-4D1E-AFDE-ED8688BC2510}"/>
          </ac:cxnSpMkLst>
        </pc:cxnChg>
        <pc:cxnChg chg="add del mod">
          <ac:chgData name="Tania López" userId="77f58189-e01e-4d35-9d35-b5786e1d02a6" providerId="ADAL" clId="{48A80F11-0A08-444D-B06C-339F8BEF2B3F}" dt="2023-12-11T19:14:30.001" v="1205" actId="478"/>
          <ac:cxnSpMkLst>
            <pc:docMk/>
            <pc:sldMk cId="1628265928" sldId="277"/>
            <ac:cxnSpMk id="24" creationId="{A5A05458-E603-4B67-AB34-09205AD4C881}"/>
          </ac:cxnSpMkLst>
        </pc:cxnChg>
      </pc:sldChg>
    </pc:docChg>
  </pc:docChgLst>
  <pc:docChgLst>
    <pc:chgData name="Tania López" userId="77f58189-e01e-4d35-9d35-b5786e1d02a6" providerId="ADAL" clId="{037381CC-DE65-422F-B7C1-913EECF18639}"/>
    <pc:docChg chg="undo redo custSel addSld delSld modSld sldOrd">
      <pc:chgData name="Tania López" userId="77f58189-e01e-4d35-9d35-b5786e1d02a6" providerId="ADAL" clId="{037381CC-DE65-422F-B7C1-913EECF18639}" dt="2019-07-04T16:39:44.233" v="8039" actId="20577"/>
      <pc:docMkLst>
        <pc:docMk/>
      </pc:docMkLst>
      <pc:sldChg chg="modSp add">
        <pc:chgData name="Tania López" userId="77f58189-e01e-4d35-9d35-b5786e1d02a6" providerId="ADAL" clId="{037381CC-DE65-422F-B7C1-913EECF18639}" dt="2019-06-26T17:09:40.666" v="389" actId="20577"/>
        <pc:sldMkLst>
          <pc:docMk/>
          <pc:sldMk cId="2810855674" sldId="257"/>
        </pc:sldMkLst>
        <pc:spChg chg="mod">
          <ac:chgData name="Tania López" userId="77f58189-e01e-4d35-9d35-b5786e1d02a6" providerId="ADAL" clId="{037381CC-DE65-422F-B7C1-913EECF18639}" dt="2019-06-26T17:09:40.666" v="389" actId="20577"/>
          <ac:spMkLst>
            <pc:docMk/>
            <pc:sldMk cId="2810855674" sldId="257"/>
            <ac:spMk id="2" creationId="{462F5DC0-3F93-4029-8C50-251DFC620358}"/>
          </ac:spMkLst>
        </pc:spChg>
      </pc:sldChg>
      <pc:sldChg chg="modSp add">
        <pc:chgData name="Tania López" userId="77f58189-e01e-4d35-9d35-b5786e1d02a6" providerId="ADAL" clId="{037381CC-DE65-422F-B7C1-913EECF18639}" dt="2019-06-26T22:08:48.285" v="7395" actId="20577"/>
        <pc:sldMkLst>
          <pc:docMk/>
          <pc:sldMk cId="3343994067" sldId="258"/>
        </pc:sldMkLst>
        <pc:spChg chg="mod">
          <ac:chgData name="Tania López" userId="77f58189-e01e-4d35-9d35-b5786e1d02a6" providerId="ADAL" clId="{037381CC-DE65-422F-B7C1-913EECF18639}" dt="2019-06-26T16:26:12.294" v="142" actId="113"/>
          <ac:spMkLst>
            <pc:docMk/>
            <pc:sldMk cId="3343994067" sldId="258"/>
            <ac:spMk id="2" creationId="{BC9C7559-8718-428E-88B5-AA339B4CF04C}"/>
          </ac:spMkLst>
        </pc:spChg>
        <pc:spChg chg="mod">
          <ac:chgData name="Tania López" userId="77f58189-e01e-4d35-9d35-b5786e1d02a6" providerId="ADAL" clId="{037381CC-DE65-422F-B7C1-913EECF18639}" dt="2019-06-26T22:08:48.285" v="7395" actId="20577"/>
          <ac:spMkLst>
            <pc:docMk/>
            <pc:sldMk cId="3343994067" sldId="258"/>
            <ac:spMk id="3" creationId="{64FA19AC-D2C8-4239-98D3-F0B588325EE4}"/>
          </ac:spMkLst>
        </pc:spChg>
      </pc:sldChg>
      <pc:sldChg chg="addSp delSp modSp add">
        <pc:chgData name="Tania López" userId="77f58189-e01e-4d35-9d35-b5786e1d02a6" providerId="ADAL" clId="{037381CC-DE65-422F-B7C1-913EECF18639}" dt="2019-06-26T20:07:30.936" v="1415" actId="1076"/>
        <pc:sldMkLst>
          <pc:docMk/>
          <pc:sldMk cId="770486342" sldId="261"/>
        </pc:sldMkLst>
        <pc:spChg chg="mod">
          <ac:chgData name="Tania López" userId="77f58189-e01e-4d35-9d35-b5786e1d02a6" providerId="ADAL" clId="{037381CC-DE65-422F-B7C1-913EECF18639}" dt="2019-06-26T20:07:30.936" v="1415" actId="1076"/>
          <ac:spMkLst>
            <pc:docMk/>
            <pc:sldMk cId="770486342" sldId="261"/>
            <ac:spMk id="3" creationId="{64FA19AC-D2C8-4239-98D3-F0B588325EE4}"/>
          </ac:spMkLst>
        </pc:spChg>
        <pc:spChg chg="add del">
          <ac:chgData name="Tania López" userId="77f58189-e01e-4d35-9d35-b5786e1d02a6" providerId="ADAL" clId="{037381CC-DE65-422F-B7C1-913EECF18639}" dt="2019-06-26T17:37:35.593" v="956"/>
          <ac:spMkLst>
            <pc:docMk/>
            <pc:sldMk cId="770486342" sldId="261"/>
            <ac:spMk id="5" creationId="{8C8A339E-7D1C-4D35-B578-A4242C9D986F}"/>
          </ac:spMkLst>
        </pc:spChg>
        <pc:picChg chg="add del mod">
          <ac:chgData name="Tania López" userId="77f58189-e01e-4d35-9d35-b5786e1d02a6" providerId="ADAL" clId="{037381CC-DE65-422F-B7C1-913EECF18639}" dt="2019-06-26T17:37:39.705" v="958" actId="1076"/>
          <ac:picMkLst>
            <pc:docMk/>
            <pc:sldMk cId="770486342" sldId="261"/>
            <ac:picMk id="4" creationId="{D458ADF2-DEA0-47FC-8060-9BFFF722DE91}"/>
          </ac:picMkLst>
        </pc:picChg>
      </pc:sldChg>
      <pc:sldChg chg="addSp delSp modSp add">
        <pc:chgData name="Tania López" userId="77f58189-e01e-4d35-9d35-b5786e1d02a6" providerId="ADAL" clId="{037381CC-DE65-422F-B7C1-913EECF18639}" dt="2019-06-26T22:08:58.696" v="7399" actId="20577"/>
        <pc:sldMkLst>
          <pc:docMk/>
          <pc:sldMk cId="1495884356" sldId="263"/>
        </pc:sldMkLst>
        <pc:spChg chg="del">
          <ac:chgData name="Tania López" userId="77f58189-e01e-4d35-9d35-b5786e1d02a6" providerId="ADAL" clId="{037381CC-DE65-422F-B7C1-913EECF18639}" dt="2019-06-26T20:02:03.050" v="1159"/>
          <ac:spMkLst>
            <pc:docMk/>
            <pc:sldMk cId="1495884356" sldId="263"/>
            <ac:spMk id="2" creationId="{23A5FB9B-F6C5-4EB9-A4AD-24AB90651F7B}"/>
          </ac:spMkLst>
        </pc:spChg>
        <pc:spChg chg="mod">
          <ac:chgData name="Tania López" userId="77f58189-e01e-4d35-9d35-b5786e1d02a6" providerId="ADAL" clId="{037381CC-DE65-422F-B7C1-913EECF18639}" dt="2019-06-26T22:08:58.696" v="7399" actId="20577"/>
          <ac:spMkLst>
            <pc:docMk/>
            <pc:sldMk cId="1495884356" sldId="263"/>
            <ac:spMk id="3" creationId="{67268454-BF10-40FD-A253-D053C1365DF7}"/>
          </ac:spMkLst>
        </pc:spChg>
        <pc:spChg chg="add">
          <ac:chgData name="Tania López" userId="77f58189-e01e-4d35-9d35-b5786e1d02a6" providerId="ADAL" clId="{037381CC-DE65-422F-B7C1-913EECF18639}" dt="2019-06-26T20:02:03.050" v="1159"/>
          <ac:spMkLst>
            <pc:docMk/>
            <pc:sldMk cId="1495884356" sldId="263"/>
            <ac:spMk id="4" creationId="{4177E35D-8A0E-4832-A4A5-E370FE018E64}"/>
          </ac:spMkLst>
        </pc:spChg>
      </pc:sldChg>
      <pc:sldChg chg="addSp delSp modSp add">
        <pc:chgData name="Tania López" userId="77f58189-e01e-4d35-9d35-b5786e1d02a6" providerId="ADAL" clId="{037381CC-DE65-422F-B7C1-913EECF18639}" dt="2019-07-04T16:39:44.233" v="8039" actId="20577"/>
        <pc:sldMkLst>
          <pc:docMk/>
          <pc:sldMk cId="2706189380" sldId="265"/>
        </pc:sldMkLst>
        <pc:spChg chg="mod">
          <ac:chgData name="Tania López" userId="77f58189-e01e-4d35-9d35-b5786e1d02a6" providerId="ADAL" clId="{037381CC-DE65-422F-B7C1-913EECF18639}" dt="2019-06-26T20:21:41.767" v="1797" actId="113"/>
          <ac:spMkLst>
            <pc:docMk/>
            <pc:sldMk cId="2706189380" sldId="265"/>
            <ac:spMk id="2" creationId="{BD776814-24AD-44D7-A207-D9F3BE45B39F}"/>
          </ac:spMkLst>
        </pc:spChg>
        <pc:spChg chg="mod">
          <ac:chgData name="Tania López" userId="77f58189-e01e-4d35-9d35-b5786e1d02a6" providerId="ADAL" clId="{037381CC-DE65-422F-B7C1-913EECF18639}" dt="2019-07-04T16:39:44.233" v="8039" actId="20577"/>
          <ac:spMkLst>
            <pc:docMk/>
            <pc:sldMk cId="2706189380" sldId="265"/>
            <ac:spMk id="3" creationId="{A5091348-6969-4E72-B866-7F1CDA8B6A6D}"/>
          </ac:spMkLst>
        </pc:spChg>
        <pc:spChg chg="add mod">
          <ac:chgData name="Tania López" userId="77f58189-e01e-4d35-9d35-b5786e1d02a6" providerId="ADAL" clId="{037381CC-DE65-422F-B7C1-913EECF18639}" dt="2019-06-26T20:25:49.545" v="2089" actId="1076"/>
          <ac:spMkLst>
            <pc:docMk/>
            <pc:sldMk cId="2706189380" sldId="265"/>
            <ac:spMk id="4" creationId="{E8E565B5-389A-4B86-BDFD-E2041B6DF857}"/>
          </ac:spMkLst>
        </pc:spChg>
        <pc:spChg chg="add mod">
          <ac:chgData name="Tania López" userId="77f58189-e01e-4d35-9d35-b5786e1d02a6" providerId="ADAL" clId="{037381CC-DE65-422F-B7C1-913EECF18639}" dt="2019-06-26T20:25:49.545" v="2089" actId="1076"/>
          <ac:spMkLst>
            <pc:docMk/>
            <pc:sldMk cId="2706189380" sldId="265"/>
            <ac:spMk id="5" creationId="{CFBA6F88-C202-4B76-A7FF-CC81CD49A5C4}"/>
          </ac:spMkLst>
        </pc:spChg>
        <pc:spChg chg="add mod">
          <ac:chgData name="Tania López" userId="77f58189-e01e-4d35-9d35-b5786e1d02a6" providerId="ADAL" clId="{037381CC-DE65-422F-B7C1-913EECF18639}" dt="2019-06-26T20:25:49.545" v="2089" actId="1076"/>
          <ac:spMkLst>
            <pc:docMk/>
            <pc:sldMk cId="2706189380" sldId="265"/>
            <ac:spMk id="6" creationId="{E341103A-7F97-4088-A2BD-CF44F002A31F}"/>
          </ac:spMkLst>
        </pc:spChg>
        <pc:spChg chg="add del mod">
          <ac:chgData name="Tania López" userId="77f58189-e01e-4d35-9d35-b5786e1d02a6" providerId="ADAL" clId="{037381CC-DE65-422F-B7C1-913EECF18639}" dt="2019-06-26T20:24:21.366" v="2031" actId="478"/>
          <ac:spMkLst>
            <pc:docMk/>
            <pc:sldMk cId="2706189380" sldId="265"/>
            <ac:spMk id="7" creationId="{2B337B68-F00F-4644-8513-CD064A455D11}"/>
          </ac:spMkLst>
        </pc:spChg>
        <pc:spChg chg="add mod">
          <ac:chgData name="Tania López" userId="77f58189-e01e-4d35-9d35-b5786e1d02a6" providerId="ADAL" clId="{037381CC-DE65-422F-B7C1-913EECF18639}" dt="2019-06-26T20:25:49.545" v="2089" actId="1076"/>
          <ac:spMkLst>
            <pc:docMk/>
            <pc:sldMk cId="2706189380" sldId="265"/>
            <ac:spMk id="8" creationId="{C6C59E63-C177-4BFD-ABCC-06CCC34156C9}"/>
          </ac:spMkLst>
        </pc:spChg>
        <pc:spChg chg="add mod">
          <ac:chgData name="Tania López" userId="77f58189-e01e-4d35-9d35-b5786e1d02a6" providerId="ADAL" clId="{037381CC-DE65-422F-B7C1-913EECF18639}" dt="2019-06-26T20:25:49.545" v="2089" actId="1076"/>
          <ac:spMkLst>
            <pc:docMk/>
            <pc:sldMk cId="2706189380" sldId="265"/>
            <ac:spMk id="9" creationId="{3E3B8DFF-1255-4841-B5CB-E7B1C2339E18}"/>
          </ac:spMkLst>
        </pc:spChg>
        <pc:spChg chg="add del mod">
          <ac:chgData name="Tania López" userId="77f58189-e01e-4d35-9d35-b5786e1d02a6" providerId="ADAL" clId="{037381CC-DE65-422F-B7C1-913EECF18639}" dt="2019-06-26T20:24:43.841" v="2037" actId="478"/>
          <ac:spMkLst>
            <pc:docMk/>
            <pc:sldMk cId="2706189380" sldId="265"/>
            <ac:spMk id="10" creationId="{0774531F-921D-4898-A80B-209015C86585}"/>
          </ac:spMkLst>
        </pc:spChg>
        <pc:spChg chg="add mod">
          <ac:chgData name="Tania López" userId="77f58189-e01e-4d35-9d35-b5786e1d02a6" providerId="ADAL" clId="{037381CC-DE65-422F-B7C1-913EECF18639}" dt="2019-06-26T20:27:08.955" v="2096" actId="6549"/>
          <ac:spMkLst>
            <pc:docMk/>
            <pc:sldMk cId="2706189380" sldId="265"/>
            <ac:spMk id="11" creationId="{53CC944C-C91F-4777-81DF-467408B8B553}"/>
          </ac:spMkLst>
        </pc:spChg>
        <pc:spChg chg="add mod">
          <ac:chgData name="Tania López" userId="77f58189-e01e-4d35-9d35-b5786e1d02a6" providerId="ADAL" clId="{037381CC-DE65-422F-B7C1-913EECF18639}" dt="2019-06-26T20:25:49.545" v="2089" actId="1076"/>
          <ac:spMkLst>
            <pc:docMk/>
            <pc:sldMk cId="2706189380" sldId="265"/>
            <ac:spMk id="14" creationId="{0CE5B18B-55F2-4A40-92F0-8E42530E04EA}"/>
          </ac:spMkLst>
        </pc:spChg>
        <pc:spChg chg="add mod">
          <ac:chgData name="Tania López" userId="77f58189-e01e-4d35-9d35-b5786e1d02a6" providerId="ADAL" clId="{037381CC-DE65-422F-B7C1-913EECF18639}" dt="2019-06-26T20:27:05.078" v="2095" actId="6549"/>
          <ac:spMkLst>
            <pc:docMk/>
            <pc:sldMk cId="2706189380" sldId="265"/>
            <ac:spMk id="15" creationId="{98590FF0-FD9D-49BF-AA1D-E61582B52FA3}"/>
          </ac:spMkLst>
        </pc:spChg>
        <pc:spChg chg="add mod">
          <ac:chgData name="Tania López" userId="77f58189-e01e-4d35-9d35-b5786e1d02a6" providerId="ADAL" clId="{037381CC-DE65-422F-B7C1-913EECF18639}" dt="2019-06-26T20:27:11.078" v="2097" actId="6549"/>
          <ac:spMkLst>
            <pc:docMk/>
            <pc:sldMk cId="2706189380" sldId="265"/>
            <ac:spMk id="16" creationId="{02CADCF0-81F4-45EB-B8D3-7767BB9BAA01}"/>
          </ac:spMkLst>
        </pc:spChg>
        <pc:spChg chg="add mod">
          <ac:chgData name="Tania López" userId="77f58189-e01e-4d35-9d35-b5786e1d02a6" providerId="ADAL" clId="{037381CC-DE65-422F-B7C1-913EECF18639}" dt="2019-06-26T20:27:12.927" v="2098" actId="6549"/>
          <ac:spMkLst>
            <pc:docMk/>
            <pc:sldMk cId="2706189380" sldId="265"/>
            <ac:spMk id="17" creationId="{D62A52F4-3E0D-49E2-8DDA-A11678FF14F4}"/>
          </ac:spMkLst>
        </pc:spChg>
        <pc:cxnChg chg="add del mod">
          <ac:chgData name="Tania López" userId="77f58189-e01e-4d35-9d35-b5786e1d02a6" providerId="ADAL" clId="{037381CC-DE65-422F-B7C1-913EECF18639}" dt="2019-06-26T20:23:43.416" v="2020" actId="478"/>
          <ac:cxnSpMkLst>
            <pc:docMk/>
            <pc:sldMk cId="2706189380" sldId="265"/>
            <ac:cxnSpMk id="12" creationId="{179222DD-EFEB-4D3B-B37F-FD29F4063E81}"/>
          </ac:cxnSpMkLst>
        </pc:cxnChg>
      </pc:sldChg>
      <pc:sldChg chg="addSp delSp modSp add">
        <pc:chgData name="Tania López" userId="77f58189-e01e-4d35-9d35-b5786e1d02a6" providerId="ADAL" clId="{037381CC-DE65-422F-B7C1-913EECF18639}" dt="2019-06-26T20:49:31.320" v="3092" actId="20577"/>
        <pc:sldMkLst>
          <pc:docMk/>
          <pc:sldMk cId="1633644913" sldId="266"/>
        </pc:sldMkLst>
        <pc:spChg chg="mod">
          <ac:chgData name="Tania López" userId="77f58189-e01e-4d35-9d35-b5786e1d02a6" providerId="ADAL" clId="{037381CC-DE65-422F-B7C1-913EECF18639}" dt="2019-06-26T20:33:38.806" v="2581" actId="20577"/>
          <ac:spMkLst>
            <pc:docMk/>
            <pc:sldMk cId="1633644913" sldId="266"/>
            <ac:spMk id="3" creationId="{A5091348-6969-4E72-B866-7F1CDA8B6A6D}"/>
          </ac:spMkLst>
        </pc:spChg>
        <pc:spChg chg="mod">
          <ac:chgData name="Tania López" userId="77f58189-e01e-4d35-9d35-b5786e1d02a6" providerId="ADAL" clId="{037381CC-DE65-422F-B7C1-913EECF18639}" dt="2019-06-26T20:34:13.149" v="2588" actId="1076"/>
          <ac:spMkLst>
            <pc:docMk/>
            <pc:sldMk cId="1633644913" sldId="266"/>
            <ac:spMk id="4" creationId="{E8E565B5-389A-4B86-BDFD-E2041B6DF857}"/>
          </ac:spMkLst>
        </pc:spChg>
        <pc:spChg chg="mod">
          <ac:chgData name="Tania López" userId="77f58189-e01e-4d35-9d35-b5786e1d02a6" providerId="ADAL" clId="{037381CC-DE65-422F-B7C1-913EECF18639}" dt="2019-06-26T20:34:13.149" v="2588" actId="1076"/>
          <ac:spMkLst>
            <pc:docMk/>
            <pc:sldMk cId="1633644913" sldId="266"/>
            <ac:spMk id="5" creationId="{CFBA6F88-C202-4B76-A7FF-CC81CD49A5C4}"/>
          </ac:spMkLst>
        </pc:spChg>
        <pc:spChg chg="mod">
          <ac:chgData name="Tania López" userId="77f58189-e01e-4d35-9d35-b5786e1d02a6" providerId="ADAL" clId="{037381CC-DE65-422F-B7C1-913EECF18639}" dt="2019-06-26T20:34:13.149" v="2588" actId="1076"/>
          <ac:spMkLst>
            <pc:docMk/>
            <pc:sldMk cId="1633644913" sldId="266"/>
            <ac:spMk id="6" creationId="{E341103A-7F97-4088-A2BD-CF44F002A31F}"/>
          </ac:spMkLst>
        </pc:spChg>
        <pc:spChg chg="add del mod">
          <ac:chgData name="Tania López" userId="77f58189-e01e-4d35-9d35-b5786e1d02a6" providerId="ADAL" clId="{037381CC-DE65-422F-B7C1-913EECF18639}" dt="2019-06-26T20:34:01.809" v="2585"/>
          <ac:spMkLst>
            <pc:docMk/>
            <pc:sldMk cId="1633644913" sldId="266"/>
            <ac:spMk id="7" creationId="{E0A4C72A-2BC8-4C80-961C-42DB567708CF}"/>
          </ac:spMkLst>
        </pc:spChg>
        <pc:spChg chg="mod">
          <ac:chgData name="Tania López" userId="77f58189-e01e-4d35-9d35-b5786e1d02a6" providerId="ADAL" clId="{037381CC-DE65-422F-B7C1-913EECF18639}" dt="2019-06-26T20:34:13.149" v="2588" actId="1076"/>
          <ac:spMkLst>
            <pc:docMk/>
            <pc:sldMk cId="1633644913" sldId="266"/>
            <ac:spMk id="8" creationId="{C6C59E63-C177-4BFD-ABCC-06CCC34156C9}"/>
          </ac:spMkLst>
        </pc:spChg>
        <pc:spChg chg="mod">
          <ac:chgData name="Tania López" userId="77f58189-e01e-4d35-9d35-b5786e1d02a6" providerId="ADAL" clId="{037381CC-DE65-422F-B7C1-913EECF18639}" dt="2019-06-26T20:34:13.149" v="2588" actId="1076"/>
          <ac:spMkLst>
            <pc:docMk/>
            <pc:sldMk cId="1633644913" sldId="266"/>
            <ac:spMk id="9" creationId="{3E3B8DFF-1255-4841-B5CB-E7B1C2339E18}"/>
          </ac:spMkLst>
        </pc:spChg>
        <pc:spChg chg="mod">
          <ac:chgData name="Tania López" userId="77f58189-e01e-4d35-9d35-b5786e1d02a6" providerId="ADAL" clId="{037381CC-DE65-422F-B7C1-913EECF18639}" dt="2019-06-26T20:49:31.320" v="3092" actId="20577"/>
          <ac:spMkLst>
            <pc:docMk/>
            <pc:sldMk cId="1633644913" sldId="266"/>
            <ac:spMk id="11" creationId="{53CC944C-C91F-4777-81DF-467408B8B553}"/>
          </ac:spMkLst>
        </pc:spChg>
        <pc:spChg chg="mod">
          <ac:chgData name="Tania López" userId="77f58189-e01e-4d35-9d35-b5786e1d02a6" providerId="ADAL" clId="{037381CC-DE65-422F-B7C1-913EECF18639}" dt="2019-06-26T20:34:13.149" v="2588" actId="1076"/>
          <ac:spMkLst>
            <pc:docMk/>
            <pc:sldMk cId="1633644913" sldId="266"/>
            <ac:spMk id="14" creationId="{0CE5B18B-55F2-4A40-92F0-8E42530E04EA}"/>
          </ac:spMkLst>
        </pc:spChg>
        <pc:spChg chg="mod">
          <ac:chgData name="Tania López" userId="77f58189-e01e-4d35-9d35-b5786e1d02a6" providerId="ADAL" clId="{037381CC-DE65-422F-B7C1-913EECF18639}" dt="2019-06-26T20:34:13.149" v="2588" actId="1076"/>
          <ac:spMkLst>
            <pc:docMk/>
            <pc:sldMk cId="1633644913" sldId="266"/>
            <ac:spMk id="15" creationId="{98590FF0-FD9D-49BF-AA1D-E61582B52FA3}"/>
          </ac:spMkLst>
        </pc:spChg>
        <pc:spChg chg="mod">
          <ac:chgData name="Tania López" userId="77f58189-e01e-4d35-9d35-b5786e1d02a6" providerId="ADAL" clId="{037381CC-DE65-422F-B7C1-913EECF18639}" dt="2019-06-26T20:34:13.149" v="2588" actId="1076"/>
          <ac:spMkLst>
            <pc:docMk/>
            <pc:sldMk cId="1633644913" sldId="266"/>
            <ac:spMk id="16" creationId="{02CADCF0-81F4-45EB-B8D3-7767BB9BAA01}"/>
          </ac:spMkLst>
        </pc:spChg>
        <pc:spChg chg="mod">
          <ac:chgData name="Tania López" userId="77f58189-e01e-4d35-9d35-b5786e1d02a6" providerId="ADAL" clId="{037381CC-DE65-422F-B7C1-913EECF18639}" dt="2019-06-26T20:34:13.149" v="2588" actId="1076"/>
          <ac:spMkLst>
            <pc:docMk/>
            <pc:sldMk cId="1633644913" sldId="266"/>
            <ac:spMk id="17" creationId="{D62A52F4-3E0D-49E2-8DDA-A11678FF14F4}"/>
          </ac:spMkLst>
        </pc:spChg>
        <pc:spChg chg="add del">
          <ac:chgData name="Tania López" userId="77f58189-e01e-4d35-9d35-b5786e1d02a6" providerId="ADAL" clId="{037381CC-DE65-422F-B7C1-913EECF18639}" dt="2019-06-26T20:35:18.339" v="2646" actId="478"/>
          <ac:spMkLst>
            <pc:docMk/>
            <pc:sldMk cId="1633644913" sldId="266"/>
            <ac:spMk id="18" creationId="{DE70BD66-99D8-466F-A47B-932F6E1B487F}"/>
          </ac:spMkLst>
        </pc:spChg>
      </pc:sldChg>
      <pc:sldChg chg="modSp add ord">
        <pc:chgData name="Tania López" userId="77f58189-e01e-4d35-9d35-b5786e1d02a6" providerId="ADAL" clId="{037381CC-DE65-422F-B7C1-913EECF18639}" dt="2019-07-01T16:21:46.222" v="7960" actId="20577"/>
        <pc:sldMkLst>
          <pc:docMk/>
          <pc:sldMk cId="174035690" sldId="267"/>
        </pc:sldMkLst>
        <pc:spChg chg="mod">
          <ac:chgData name="Tania López" userId="77f58189-e01e-4d35-9d35-b5786e1d02a6" providerId="ADAL" clId="{037381CC-DE65-422F-B7C1-913EECF18639}" dt="2019-06-26T22:09:18.936" v="7400" actId="113"/>
          <ac:spMkLst>
            <pc:docMk/>
            <pc:sldMk cId="174035690" sldId="267"/>
            <ac:spMk id="2" creationId="{EA2ECD5B-0328-41AC-81EA-C1783E9E66A6}"/>
          </ac:spMkLst>
        </pc:spChg>
        <pc:spChg chg="mod">
          <ac:chgData name="Tania López" userId="77f58189-e01e-4d35-9d35-b5786e1d02a6" providerId="ADAL" clId="{037381CC-DE65-422F-B7C1-913EECF18639}" dt="2019-07-01T16:21:46.222" v="7960" actId="20577"/>
          <ac:spMkLst>
            <pc:docMk/>
            <pc:sldMk cId="174035690" sldId="267"/>
            <ac:spMk id="3" creationId="{9A1F229B-A787-419F-A415-0619B5BC5FA6}"/>
          </ac:spMkLst>
        </pc:spChg>
      </pc:sldChg>
      <pc:sldChg chg="addSp delSp modSp add">
        <pc:chgData name="Tania López" userId="77f58189-e01e-4d35-9d35-b5786e1d02a6" providerId="ADAL" clId="{037381CC-DE65-422F-B7C1-913EECF18639}" dt="2019-07-01T16:22:57.836" v="7964" actId="14100"/>
        <pc:sldMkLst>
          <pc:docMk/>
          <pc:sldMk cId="306689089" sldId="268"/>
        </pc:sldMkLst>
        <pc:spChg chg="mod">
          <ac:chgData name="Tania López" userId="77f58189-e01e-4d35-9d35-b5786e1d02a6" providerId="ADAL" clId="{037381CC-DE65-422F-B7C1-913EECF18639}" dt="2019-07-01T16:22:40.404" v="7962" actId="20577"/>
          <ac:spMkLst>
            <pc:docMk/>
            <pc:sldMk cId="306689089" sldId="268"/>
            <ac:spMk id="3" creationId="{A5091348-6969-4E72-B866-7F1CDA8B6A6D}"/>
          </ac:spMkLst>
        </pc:spChg>
        <pc:spChg chg="mod">
          <ac:chgData name="Tania López" userId="77f58189-e01e-4d35-9d35-b5786e1d02a6" providerId="ADAL" clId="{037381CC-DE65-422F-B7C1-913EECF18639}" dt="2019-07-01T16:17:04.883" v="7952" actId="1076"/>
          <ac:spMkLst>
            <pc:docMk/>
            <pc:sldMk cId="306689089" sldId="268"/>
            <ac:spMk id="4" creationId="{E8E565B5-389A-4B86-BDFD-E2041B6DF857}"/>
          </ac:spMkLst>
        </pc:spChg>
        <pc:spChg chg="mod">
          <ac:chgData name="Tania López" userId="77f58189-e01e-4d35-9d35-b5786e1d02a6" providerId="ADAL" clId="{037381CC-DE65-422F-B7C1-913EECF18639}" dt="2019-07-01T16:17:04.883" v="7952" actId="1076"/>
          <ac:spMkLst>
            <pc:docMk/>
            <pc:sldMk cId="306689089" sldId="268"/>
            <ac:spMk id="5" creationId="{CFBA6F88-C202-4B76-A7FF-CC81CD49A5C4}"/>
          </ac:spMkLst>
        </pc:spChg>
        <pc:spChg chg="mod">
          <ac:chgData name="Tania López" userId="77f58189-e01e-4d35-9d35-b5786e1d02a6" providerId="ADAL" clId="{037381CC-DE65-422F-B7C1-913EECF18639}" dt="2019-07-01T16:17:04.883" v="7952" actId="1076"/>
          <ac:spMkLst>
            <pc:docMk/>
            <pc:sldMk cId="306689089" sldId="268"/>
            <ac:spMk id="6" creationId="{E341103A-7F97-4088-A2BD-CF44F002A31F}"/>
          </ac:spMkLst>
        </pc:spChg>
        <pc:spChg chg="mod">
          <ac:chgData name="Tania López" userId="77f58189-e01e-4d35-9d35-b5786e1d02a6" providerId="ADAL" clId="{037381CC-DE65-422F-B7C1-913EECF18639}" dt="2019-07-01T16:17:04.883" v="7952" actId="1076"/>
          <ac:spMkLst>
            <pc:docMk/>
            <pc:sldMk cId="306689089" sldId="268"/>
            <ac:spMk id="8" creationId="{C6C59E63-C177-4BFD-ABCC-06CCC34156C9}"/>
          </ac:spMkLst>
        </pc:spChg>
        <pc:spChg chg="mod">
          <ac:chgData name="Tania López" userId="77f58189-e01e-4d35-9d35-b5786e1d02a6" providerId="ADAL" clId="{037381CC-DE65-422F-B7C1-913EECF18639}" dt="2019-07-01T16:17:04.883" v="7952" actId="1076"/>
          <ac:spMkLst>
            <pc:docMk/>
            <pc:sldMk cId="306689089" sldId="268"/>
            <ac:spMk id="9" creationId="{3E3B8DFF-1255-4841-B5CB-E7B1C2339E18}"/>
          </ac:spMkLst>
        </pc:spChg>
        <pc:spChg chg="mod">
          <ac:chgData name="Tania López" userId="77f58189-e01e-4d35-9d35-b5786e1d02a6" providerId="ADAL" clId="{037381CC-DE65-422F-B7C1-913EECF18639}" dt="2019-07-01T16:17:04.883" v="7952" actId="1076"/>
          <ac:spMkLst>
            <pc:docMk/>
            <pc:sldMk cId="306689089" sldId="268"/>
            <ac:spMk id="11" creationId="{53CC944C-C91F-4777-81DF-467408B8B553}"/>
          </ac:spMkLst>
        </pc:spChg>
        <pc:spChg chg="mod">
          <ac:chgData name="Tania López" userId="77f58189-e01e-4d35-9d35-b5786e1d02a6" providerId="ADAL" clId="{037381CC-DE65-422F-B7C1-913EECF18639}" dt="2019-07-01T16:17:04.883" v="7952" actId="1076"/>
          <ac:spMkLst>
            <pc:docMk/>
            <pc:sldMk cId="306689089" sldId="268"/>
            <ac:spMk id="14" creationId="{0CE5B18B-55F2-4A40-92F0-8E42530E04EA}"/>
          </ac:spMkLst>
        </pc:spChg>
        <pc:spChg chg="mod">
          <ac:chgData name="Tania López" userId="77f58189-e01e-4d35-9d35-b5786e1d02a6" providerId="ADAL" clId="{037381CC-DE65-422F-B7C1-913EECF18639}" dt="2019-07-01T16:17:04.883" v="7952" actId="1076"/>
          <ac:spMkLst>
            <pc:docMk/>
            <pc:sldMk cId="306689089" sldId="268"/>
            <ac:spMk id="15" creationId="{98590FF0-FD9D-49BF-AA1D-E61582B52FA3}"/>
          </ac:spMkLst>
        </pc:spChg>
        <pc:spChg chg="mod">
          <ac:chgData name="Tania López" userId="77f58189-e01e-4d35-9d35-b5786e1d02a6" providerId="ADAL" clId="{037381CC-DE65-422F-B7C1-913EECF18639}" dt="2019-07-01T16:17:04.883" v="7952" actId="1076"/>
          <ac:spMkLst>
            <pc:docMk/>
            <pc:sldMk cId="306689089" sldId="268"/>
            <ac:spMk id="16" creationId="{02CADCF0-81F4-45EB-B8D3-7767BB9BAA01}"/>
          </ac:spMkLst>
        </pc:spChg>
        <pc:spChg chg="mod">
          <ac:chgData name="Tania López" userId="77f58189-e01e-4d35-9d35-b5786e1d02a6" providerId="ADAL" clId="{037381CC-DE65-422F-B7C1-913EECF18639}" dt="2019-07-01T16:17:04.883" v="7952" actId="1076"/>
          <ac:spMkLst>
            <pc:docMk/>
            <pc:sldMk cId="306689089" sldId="268"/>
            <ac:spMk id="17" creationId="{D62A52F4-3E0D-49E2-8DDA-A11678FF14F4}"/>
          </ac:spMkLst>
        </pc:spChg>
        <pc:spChg chg="add del">
          <ac:chgData name="Tania López" userId="77f58189-e01e-4d35-9d35-b5786e1d02a6" providerId="ADAL" clId="{037381CC-DE65-422F-B7C1-913EECF18639}" dt="2019-06-26T20:59:27.880" v="3744"/>
          <ac:spMkLst>
            <pc:docMk/>
            <pc:sldMk cId="306689089" sldId="268"/>
            <ac:spMk id="18" creationId="{760464EA-701C-4D30-95D1-B91813DB7B13}"/>
          </ac:spMkLst>
        </pc:spChg>
        <pc:spChg chg="add mod">
          <ac:chgData name="Tania López" userId="77f58189-e01e-4d35-9d35-b5786e1d02a6" providerId="ADAL" clId="{037381CC-DE65-422F-B7C1-913EECF18639}" dt="2019-07-01T16:17:04.883" v="7952" actId="1076"/>
          <ac:spMkLst>
            <pc:docMk/>
            <pc:sldMk cId="306689089" sldId="268"/>
            <ac:spMk id="19" creationId="{FD7CDB4D-2C27-4C94-97DE-CE1AFD4E805C}"/>
          </ac:spMkLst>
        </pc:spChg>
        <pc:spChg chg="add mod">
          <ac:chgData name="Tania López" userId="77f58189-e01e-4d35-9d35-b5786e1d02a6" providerId="ADAL" clId="{037381CC-DE65-422F-B7C1-913EECF18639}" dt="2019-07-01T16:17:04.883" v="7952" actId="1076"/>
          <ac:spMkLst>
            <pc:docMk/>
            <pc:sldMk cId="306689089" sldId="268"/>
            <ac:spMk id="22" creationId="{6EA0CD24-2F8C-4447-93A5-BF4C4EEDFCAF}"/>
          </ac:spMkLst>
        </pc:spChg>
        <pc:spChg chg="add mod">
          <ac:chgData name="Tania López" userId="77f58189-e01e-4d35-9d35-b5786e1d02a6" providerId="ADAL" clId="{037381CC-DE65-422F-B7C1-913EECF18639}" dt="2019-07-01T16:17:04.883" v="7952" actId="1076"/>
          <ac:spMkLst>
            <pc:docMk/>
            <pc:sldMk cId="306689089" sldId="268"/>
            <ac:spMk id="25" creationId="{BA7A0E7D-CA14-4DD8-A41C-BEB00A47D48B}"/>
          </ac:spMkLst>
        </pc:spChg>
        <pc:spChg chg="add mod">
          <ac:chgData name="Tania López" userId="77f58189-e01e-4d35-9d35-b5786e1d02a6" providerId="ADAL" clId="{037381CC-DE65-422F-B7C1-913EECF18639}" dt="2019-07-01T16:17:04.883" v="7952" actId="1076"/>
          <ac:spMkLst>
            <pc:docMk/>
            <pc:sldMk cId="306689089" sldId="268"/>
            <ac:spMk id="29" creationId="{6074955D-F8B8-427F-805B-EF4D1F831C13}"/>
          </ac:spMkLst>
        </pc:spChg>
        <pc:spChg chg="add mod">
          <ac:chgData name="Tania López" userId="77f58189-e01e-4d35-9d35-b5786e1d02a6" providerId="ADAL" clId="{037381CC-DE65-422F-B7C1-913EECF18639}" dt="2019-07-01T16:22:57.836" v="7964" actId="14100"/>
          <ac:spMkLst>
            <pc:docMk/>
            <pc:sldMk cId="306689089" sldId="268"/>
            <ac:spMk id="30" creationId="{C28BE7A5-1B6A-4F90-900F-57590DCAE5EE}"/>
          </ac:spMkLst>
        </pc:spChg>
        <pc:spChg chg="add del mod">
          <ac:chgData name="Tania López" userId="77f58189-e01e-4d35-9d35-b5786e1d02a6" providerId="ADAL" clId="{037381CC-DE65-422F-B7C1-913EECF18639}" dt="2019-06-28T22:05:31.170" v="7902" actId="478"/>
          <ac:spMkLst>
            <pc:docMk/>
            <pc:sldMk cId="306689089" sldId="268"/>
            <ac:spMk id="31" creationId="{A272A636-DE9F-4DDE-8590-8E38222E5B05}"/>
          </ac:spMkLst>
        </pc:spChg>
        <pc:cxnChg chg="add del">
          <ac:chgData name="Tania López" userId="77f58189-e01e-4d35-9d35-b5786e1d02a6" providerId="ADAL" clId="{037381CC-DE65-422F-B7C1-913EECF18639}" dt="2019-06-26T21:03:00.990" v="4043" actId="478"/>
          <ac:cxnSpMkLst>
            <pc:docMk/>
            <pc:sldMk cId="306689089" sldId="268"/>
            <ac:cxnSpMk id="20" creationId="{DF76AC4D-B390-4922-A10F-40ACDB9B4882}"/>
          </ac:cxnSpMkLst>
        </pc:cxnChg>
        <pc:cxnChg chg="add mod">
          <ac:chgData name="Tania López" userId="77f58189-e01e-4d35-9d35-b5786e1d02a6" providerId="ADAL" clId="{037381CC-DE65-422F-B7C1-913EECF18639}" dt="2019-07-01T16:17:04.883" v="7952" actId="1076"/>
          <ac:cxnSpMkLst>
            <pc:docMk/>
            <pc:sldMk cId="306689089" sldId="268"/>
            <ac:cxnSpMk id="21" creationId="{1367F51F-E2B6-4D1E-AFDE-ED8688BC2510}"/>
          </ac:cxnSpMkLst>
        </pc:cxnChg>
        <pc:cxnChg chg="add mod">
          <ac:chgData name="Tania López" userId="77f58189-e01e-4d35-9d35-b5786e1d02a6" providerId="ADAL" clId="{037381CC-DE65-422F-B7C1-913EECF18639}" dt="2019-07-01T16:17:04.883" v="7952" actId="1076"/>
          <ac:cxnSpMkLst>
            <pc:docMk/>
            <pc:sldMk cId="306689089" sldId="268"/>
            <ac:cxnSpMk id="23" creationId="{B3277FE1-8878-4EE5-8E02-068380C3518E}"/>
          </ac:cxnSpMkLst>
        </pc:cxnChg>
        <pc:cxnChg chg="add mod">
          <ac:chgData name="Tania López" userId="77f58189-e01e-4d35-9d35-b5786e1d02a6" providerId="ADAL" clId="{037381CC-DE65-422F-B7C1-913EECF18639}" dt="2019-07-01T16:17:04.883" v="7952" actId="1076"/>
          <ac:cxnSpMkLst>
            <pc:docMk/>
            <pc:sldMk cId="306689089" sldId="268"/>
            <ac:cxnSpMk id="24" creationId="{A5A05458-E603-4B67-AB34-09205AD4C881}"/>
          </ac:cxnSpMkLst>
        </pc:cxnChg>
        <pc:cxnChg chg="add mod">
          <ac:chgData name="Tania López" userId="77f58189-e01e-4d35-9d35-b5786e1d02a6" providerId="ADAL" clId="{037381CC-DE65-422F-B7C1-913EECF18639}" dt="2019-07-01T16:17:04.883" v="7952" actId="1076"/>
          <ac:cxnSpMkLst>
            <pc:docMk/>
            <pc:sldMk cId="306689089" sldId="268"/>
            <ac:cxnSpMk id="28" creationId="{DE2BA44A-D0AF-4515-A452-3842DCA6B6C6}"/>
          </ac:cxnSpMkLst>
        </pc:cxnChg>
      </pc:sldChg>
      <pc:sldChg chg="modSp add">
        <pc:chgData name="Tania López" userId="77f58189-e01e-4d35-9d35-b5786e1d02a6" providerId="ADAL" clId="{037381CC-DE65-422F-B7C1-913EECF18639}" dt="2019-07-01T16:16:04.862" v="7913" actId="20577"/>
        <pc:sldMkLst>
          <pc:docMk/>
          <pc:sldMk cId="3592685897" sldId="269"/>
        </pc:sldMkLst>
        <pc:spChg chg="mod">
          <ac:chgData name="Tania López" userId="77f58189-e01e-4d35-9d35-b5786e1d02a6" providerId="ADAL" clId="{037381CC-DE65-422F-B7C1-913EECF18639}" dt="2019-07-01T16:15:52.760" v="7905" actId="20577"/>
          <ac:spMkLst>
            <pc:docMk/>
            <pc:sldMk cId="3592685897" sldId="269"/>
            <ac:spMk id="2" creationId="{EEB09F3F-70B0-4A00-8F15-F65918DB6681}"/>
          </ac:spMkLst>
        </pc:spChg>
        <pc:spChg chg="mod">
          <ac:chgData name="Tania López" userId="77f58189-e01e-4d35-9d35-b5786e1d02a6" providerId="ADAL" clId="{037381CC-DE65-422F-B7C1-913EECF18639}" dt="2019-07-01T16:16:04.862" v="7913" actId="20577"/>
          <ac:spMkLst>
            <pc:docMk/>
            <pc:sldMk cId="3592685897" sldId="269"/>
            <ac:spMk id="3" creationId="{D4FCC34C-A0F5-48D7-A921-D0DC07065E98}"/>
          </ac:spMkLst>
        </pc:spChg>
      </pc:sldChg>
      <pc:sldChg chg="addSp delSp modSp add">
        <pc:chgData name="Tania López" userId="77f58189-e01e-4d35-9d35-b5786e1d02a6" providerId="ADAL" clId="{037381CC-DE65-422F-B7C1-913EECF18639}" dt="2019-07-01T16:26:18.241" v="7975" actId="14100"/>
        <pc:sldMkLst>
          <pc:docMk/>
          <pc:sldMk cId="1606247391" sldId="270"/>
        </pc:sldMkLst>
        <pc:spChg chg="mod">
          <ac:chgData name="Tania López" userId="77f58189-e01e-4d35-9d35-b5786e1d02a6" providerId="ADAL" clId="{037381CC-DE65-422F-B7C1-913EECF18639}" dt="2019-06-26T21:20:23.996" v="5068" actId="113"/>
          <ac:spMkLst>
            <pc:docMk/>
            <pc:sldMk cId="1606247391" sldId="270"/>
            <ac:spMk id="2" creationId="{1C142059-62E1-4421-B403-A5FD8F6F7275}"/>
          </ac:spMkLst>
        </pc:spChg>
        <pc:spChg chg="del">
          <ac:chgData name="Tania López" userId="77f58189-e01e-4d35-9d35-b5786e1d02a6" providerId="ADAL" clId="{037381CC-DE65-422F-B7C1-913EECF18639}" dt="2019-06-26T21:20:28.137" v="5069" actId="478"/>
          <ac:spMkLst>
            <pc:docMk/>
            <pc:sldMk cId="1606247391" sldId="270"/>
            <ac:spMk id="3" creationId="{F4291940-46E7-479F-8099-422D13110BFD}"/>
          </ac:spMkLst>
        </pc:spChg>
        <pc:picChg chg="add mod">
          <ac:chgData name="Tania López" userId="77f58189-e01e-4d35-9d35-b5786e1d02a6" providerId="ADAL" clId="{037381CC-DE65-422F-B7C1-913EECF18639}" dt="2019-07-01T16:26:18.241" v="7975" actId="14100"/>
          <ac:picMkLst>
            <pc:docMk/>
            <pc:sldMk cId="1606247391" sldId="270"/>
            <ac:picMk id="3" creationId="{46D3B1F5-6B0E-49BE-AE15-2746BB4B7BE5}"/>
          </ac:picMkLst>
        </pc:picChg>
        <pc:picChg chg="add del mod">
          <ac:chgData name="Tania López" userId="77f58189-e01e-4d35-9d35-b5786e1d02a6" providerId="ADAL" clId="{037381CC-DE65-422F-B7C1-913EECF18639}" dt="2019-06-26T21:20:56.287" v="5072" actId="478"/>
          <ac:picMkLst>
            <pc:docMk/>
            <pc:sldMk cId="1606247391" sldId="270"/>
            <ac:picMk id="4" creationId="{E02BF95C-ABBE-4E09-A414-A4C993A3155D}"/>
          </ac:picMkLst>
        </pc:picChg>
        <pc:picChg chg="add mod">
          <ac:chgData name="Tania López" userId="77f58189-e01e-4d35-9d35-b5786e1d02a6" providerId="ADAL" clId="{037381CC-DE65-422F-B7C1-913EECF18639}" dt="2019-07-01T16:25:50.491" v="7971" actId="1076"/>
          <ac:picMkLst>
            <pc:docMk/>
            <pc:sldMk cId="1606247391" sldId="270"/>
            <ac:picMk id="5" creationId="{C595C3FA-5A60-452F-80CE-CC6E2BA4E3E7}"/>
          </ac:picMkLst>
        </pc:picChg>
      </pc:sldChg>
      <pc:sldChg chg="addSp delSp modSp add">
        <pc:chgData name="Tania López" userId="77f58189-e01e-4d35-9d35-b5786e1d02a6" providerId="ADAL" clId="{037381CC-DE65-422F-B7C1-913EECF18639}" dt="2019-07-01T16:28:21.204" v="7985" actId="5793"/>
        <pc:sldMkLst>
          <pc:docMk/>
          <pc:sldMk cId="1980070182" sldId="271"/>
        </pc:sldMkLst>
        <pc:spChg chg="mod">
          <ac:chgData name="Tania López" userId="77f58189-e01e-4d35-9d35-b5786e1d02a6" providerId="ADAL" clId="{037381CC-DE65-422F-B7C1-913EECF18639}" dt="2019-07-01T16:28:21.204" v="7985" actId="5793"/>
          <ac:spMkLst>
            <pc:docMk/>
            <pc:sldMk cId="1980070182" sldId="271"/>
            <ac:spMk id="3" creationId="{A5091348-6969-4E72-B866-7F1CDA8B6A6D}"/>
          </ac:spMkLst>
        </pc:spChg>
        <pc:spChg chg="del">
          <ac:chgData name="Tania López" userId="77f58189-e01e-4d35-9d35-b5786e1d02a6" providerId="ADAL" clId="{037381CC-DE65-422F-B7C1-913EECF18639}" dt="2019-06-26T21:24:12.458" v="5392" actId="478"/>
          <ac:spMkLst>
            <pc:docMk/>
            <pc:sldMk cId="1980070182" sldId="271"/>
            <ac:spMk id="4" creationId="{E8E565B5-389A-4B86-BDFD-E2041B6DF857}"/>
          </ac:spMkLst>
        </pc:spChg>
        <pc:spChg chg="del">
          <ac:chgData name="Tania López" userId="77f58189-e01e-4d35-9d35-b5786e1d02a6" providerId="ADAL" clId="{037381CC-DE65-422F-B7C1-913EECF18639}" dt="2019-06-26T21:24:12.458" v="5392" actId="478"/>
          <ac:spMkLst>
            <pc:docMk/>
            <pc:sldMk cId="1980070182" sldId="271"/>
            <ac:spMk id="5" creationId="{CFBA6F88-C202-4B76-A7FF-CC81CD49A5C4}"/>
          </ac:spMkLst>
        </pc:spChg>
        <pc:spChg chg="del">
          <ac:chgData name="Tania López" userId="77f58189-e01e-4d35-9d35-b5786e1d02a6" providerId="ADAL" clId="{037381CC-DE65-422F-B7C1-913EECF18639}" dt="2019-06-26T21:24:12.458" v="5392" actId="478"/>
          <ac:spMkLst>
            <pc:docMk/>
            <pc:sldMk cId="1980070182" sldId="271"/>
            <ac:spMk id="6" creationId="{E341103A-7F97-4088-A2BD-CF44F002A31F}"/>
          </ac:spMkLst>
        </pc:spChg>
        <pc:spChg chg="del">
          <ac:chgData name="Tania López" userId="77f58189-e01e-4d35-9d35-b5786e1d02a6" providerId="ADAL" clId="{037381CC-DE65-422F-B7C1-913EECF18639}" dt="2019-06-26T21:24:12.458" v="5392" actId="478"/>
          <ac:spMkLst>
            <pc:docMk/>
            <pc:sldMk cId="1980070182" sldId="271"/>
            <ac:spMk id="8" creationId="{C6C59E63-C177-4BFD-ABCC-06CCC34156C9}"/>
          </ac:spMkLst>
        </pc:spChg>
        <pc:spChg chg="del">
          <ac:chgData name="Tania López" userId="77f58189-e01e-4d35-9d35-b5786e1d02a6" providerId="ADAL" clId="{037381CC-DE65-422F-B7C1-913EECF18639}" dt="2019-06-26T21:24:12.458" v="5392" actId="478"/>
          <ac:spMkLst>
            <pc:docMk/>
            <pc:sldMk cId="1980070182" sldId="271"/>
            <ac:spMk id="9" creationId="{3E3B8DFF-1255-4841-B5CB-E7B1C2339E18}"/>
          </ac:spMkLst>
        </pc:spChg>
        <pc:spChg chg="del">
          <ac:chgData name="Tania López" userId="77f58189-e01e-4d35-9d35-b5786e1d02a6" providerId="ADAL" clId="{037381CC-DE65-422F-B7C1-913EECF18639}" dt="2019-06-26T21:24:12.458" v="5392" actId="478"/>
          <ac:spMkLst>
            <pc:docMk/>
            <pc:sldMk cId="1980070182" sldId="271"/>
            <ac:spMk id="11" creationId="{53CC944C-C91F-4777-81DF-467408B8B553}"/>
          </ac:spMkLst>
        </pc:spChg>
        <pc:spChg chg="del">
          <ac:chgData name="Tania López" userId="77f58189-e01e-4d35-9d35-b5786e1d02a6" providerId="ADAL" clId="{037381CC-DE65-422F-B7C1-913EECF18639}" dt="2019-06-26T21:24:12.458" v="5392" actId="478"/>
          <ac:spMkLst>
            <pc:docMk/>
            <pc:sldMk cId="1980070182" sldId="271"/>
            <ac:spMk id="14" creationId="{0CE5B18B-55F2-4A40-92F0-8E42530E04EA}"/>
          </ac:spMkLst>
        </pc:spChg>
        <pc:spChg chg="del">
          <ac:chgData name="Tania López" userId="77f58189-e01e-4d35-9d35-b5786e1d02a6" providerId="ADAL" clId="{037381CC-DE65-422F-B7C1-913EECF18639}" dt="2019-06-26T21:24:12.458" v="5392" actId="478"/>
          <ac:spMkLst>
            <pc:docMk/>
            <pc:sldMk cId="1980070182" sldId="271"/>
            <ac:spMk id="15" creationId="{98590FF0-FD9D-49BF-AA1D-E61582B52FA3}"/>
          </ac:spMkLst>
        </pc:spChg>
        <pc:spChg chg="del">
          <ac:chgData name="Tania López" userId="77f58189-e01e-4d35-9d35-b5786e1d02a6" providerId="ADAL" clId="{037381CC-DE65-422F-B7C1-913EECF18639}" dt="2019-06-26T21:24:14.807" v="5394" actId="478"/>
          <ac:spMkLst>
            <pc:docMk/>
            <pc:sldMk cId="1980070182" sldId="271"/>
            <ac:spMk id="16" creationId="{02CADCF0-81F4-45EB-B8D3-7767BB9BAA01}"/>
          </ac:spMkLst>
        </pc:spChg>
        <pc:spChg chg="del">
          <ac:chgData name="Tania López" userId="77f58189-e01e-4d35-9d35-b5786e1d02a6" providerId="ADAL" clId="{037381CC-DE65-422F-B7C1-913EECF18639}" dt="2019-06-26T21:24:14.135" v="5393" actId="478"/>
          <ac:spMkLst>
            <pc:docMk/>
            <pc:sldMk cId="1980070182" sldId="271"/>
            <ac:spMk id="17" creationId="{D62A52F4-3E0D-49E2-8DDA-A11678FF14F4}"/>
          </ac:spMkLst>
        </pc:spChg>
        <pc:spChg chg="del">
          <ac:chgData name="Tania López" userId="77f58189-e01e-4d35-9d35-b5786e1d02a6" providerId="ADAL" clId="{037381CC-DE65-422F-B7C1-913EECF18639}" dt="2019-06-26T21:24:12.458" v="5392" actId="478"/>
          <ac:spMkLst>
            <pc:docMk/>
            <pc:sldMk cId="1980070182" sldId="271"/>
            <ac:spMk id="19" creationId="{FD7CDB4D-2C27-4C94-97DE-CE1AFD4E805C}"/>
          </ac:spMkLst>
        </pc:spChg>
        <pc:spChg chg="del">
          <ac:chgData name="Tania López" userId="77f58189-e01e-4d35-9d35-b5786e1d02a6" providerId="ADAL" clId="{037381CC-DE65-422F-B7C1-913EECF18639}" dt="2019-06-26T21:24:12.458" v="5392" actId="478"/>
          <ac:spMkLst>
            <pc:docMk/>
            <pc:sldMk cId="1980070182" sldId="271"/>
            <ac:spMk id="22" creationId="{6EA0CD24-2F8C-4447-93A5-BF4C4EEDFCAF}"/>
          </ac:spMkLst>
        </pc:spChg>
        <pc:spChg chg="del">
          <ac:chgData name="Tania López" userId="77f58189-e01e-4d35-9d35-b5786e1d02a6" providerId="ADAL" clId="{037381CC-DE65-422F-B7C1-913EECF18639}" dt="2019-06-26T21:24:12.458" v="5392" actId="478"/>
          <ac:spMkLst>
            <pc:docMk/>
            <pc:sldMk cId="1980070182" sldId="271"/>
            <ac:spMk id="25" creationId="{BA7A0E7D-CA14-4DD8-A41C-BEB00A47D48B}"/>
          </ac:spMkLst>
        </pc:spChg>
        <pc:spChg chg="del">
          <ac:chgData name="Tania López" userId="77f58189-e01e-4d35-9d35-b5786e1d02a6" providerId="ADAL" clId="{037381CC-DE65-422F-B7C1-913EECF18639}" dt="2019-06-26T21:24:12.458" v="5392" actId="478"/>
          <ac:spMkLst>
            <pc:docMk/>
            <pc:sldMk cId="1980070182" sldId="271"/>
            <ac:spMk id="29" creationId="{6074955D-F8B8-427F-805B-EF4D1F831C13}"/>
          </ac:spMkLst>
        </pc:spChg>
        <pc:spChg chg="del">
          <ac:chgData name="Tania López" userId="77f58189-e01e-4d35-9d35-b5786e1d02a6" providerId="ADAL" clId="{037381CC-DE65-422F-B7C1-913EECF18639}" dt="2019-06-26T21:24:12.458" v="5392" actId="478"/>
          <ac:spMkLst>
            <pc:docMk/>
            <pc:sldMk cId="1980070182" sldId="271"/>
            <ac:spMk id="30" creationId="{C28BE7A5-1B6A-4F90-900F-57590DCAE5EE}"/>
          </ac:spMkLst>
        </pc:spChg>
        <pc:graphicFrameChg chg="add del">
          <ac:chgData name="Tania López" userId="77f58189-e01e-4d35-9d35-b5786e1d02a6" providerId="ADAL" clId="{037381CC-DE65-422F-B7C1-913EECF18639}" dt="2019-06-26T21:25:56.691" v="5566"/>
          <ac:graphicFrameMkLst>
            <pc:docMk/>
            <pc:sldMk cId="1980070182" sldId="271"/>
            <ac:graphicFrameMk id="26" creationId="{F8E3033F-8DE3-49AD-82CB-2CA0C202EE32}"/>
          </ac:graphicFrameMkLst>
        </pc:graphicFrameChg>
        <pc:graphicFrameChg chg="add mod modGraphic">
          <ac:chgData name="Tania López" userId="77f58189-e01e-4d35-9d35-b5786e1d02a6" providerId="ADAL" clId="{037381CC-DE65-422F-B7C1-913EECF18639}" dt="2019-06-26T21:44:16.180" v="5627" actId="1076"/>
          <ac:graphicFrameMkLst>
            <pc:docMk/>
            <pc:sldMk cId="1980070182" sldId="271"/>
            <ac:graphicFrameMk id="27" creationId="{80AC0A4D-F4E8-4C7E-9F94-9BC852B8E77C}"/>
          </ac:graphicFrameMkLst>
        </pc:graphicFrameChg>
        <pc:cxnChg chg="del">
          <ac:chgData name="Tania López" userId="77f58189-e01e-4d35-9d35-b5786e1d02a6" providerId="ADAL" clId="{037381CC-DE65-422F-B7C1-913EECF18639}" dt="2019-06-26T21:24:12.458" v="5392" actId="478"/>
          <ac:cxnSpMkLst>
            <pc:docMk/>
            <pc:sldMk cId="1980070182" sldId="271"/>
            <ac:cxnSpMk id="21" creationId="{1367F51F-E2B6-4D1E-AFDE-ED8688BC2510}"/>
          </ac:cxnSpMkLst>
        </pc:cxnChg>
        <pc:cxnChg chg="del mod">
          <ac:chgData name="Tania López" userId="77f58189-e01e-4d35-9d35-b5786e1d02a6" providerId="ADAL" clId="{037381CC-DE65-422F-B7C1-913EECF18639}" dt="2019-06-26T21:24:12.458" v="5392" actId="478"/>
          <ac:cxnSpMkLst>
            <pc:docMk/>
            <pc:sldMk cId="1980070182" sldId="271"/>
            <ac:cxnSpMk id="23" creationId="{B3277FE1-8878-4EE5-8E02-068380C3518E}"/>
          </ac:cxnSpMkLst>
        </pc:cxnChg>
        <pc:cxnChg chg="del mod">
          <ac:chgData name="Tania López" userId="77f58189-e01e-4d35-9d35-b5786e1d02a6" providerId="ADAL" clId="{037381CC-DE65-422F-B7C1-913EECF18639}" dt="2019-06-26T21:24:12.458" v="5392" actId="478"/>
          <ac:cxnSpMkLst>
            <pc:docMk/>
            <pc:sldMk cId="1980070182" sldId="271"/>
            <ac:cxnSpMk id="24" creationId="{A5A05458-E603-4B67-AB34-09205AD4C881}"/>
          </ac:cxnSpMkLst>
        </pc:cxnChg>
        <pc:cxnChg chg="del">
          <ac:chgData name="Tania López" userId="77f58189-e01e-4d35-9d35-b5786e1d02a6" providerId="ADAL" clId="{037381CC-DE65-422F-B7C1-913EECF18639}" dt="2019-06-26T21:24:12.458" v="5392" actId="478"/>
          <ac:cxnSpMkLst>
            <pc:docMk/>
            <pc:sldMk cId="1980070182" sldId="271"/>
            <ac:cxnSpMk id="28" creationId="{DE2BA44A-D0AF-4515-A452-3842DCA6B6C6}"/>
          </ac:cxnSpMkLst>
        </pc:cxnChg>
      </pc:sldChg>
      <pc:sldChg chg="modSp add">
        <pc:chgData name="Tania López" userId="77f58189-e01e-4d35-9d35-b5786e1d02a6" providerId="ADAL" clId="{037381CC-DE65-422F-B7C1-913EECF18639}" dt="2019-07-01T16:27:32.919" v="7979" actId="123"/>
        <pc:sldMkLst>
          <pc:docMk/>
          <pc:sldMk cId="2944184690" sldId="272"/>
        </pc:sldMkLst>
        <pc:spChg chg="mod">
          <ac:chgData name="Tania López" userId="77f58189-e01e-4d35-9d35-b5786e1d02a6" providerId="ADAL" clId="{037381CC-DE65-422F-B7C1-913EECF18639}" dt="2019-06-26T21:55:33.778" v="5916" actId="122"/>
          <ac:spMkLst>
            <pc:docMk/>
            <pc:sldMk cId="2944184690" sldId="272"/>
            <ac:spMk id="2" creationId="{63168170-D0CD-44F3-960B-B60CE77969F4}"/>
          </ac:spMkLst>
        </pc:spChg>
        <pc:spChg chg="mod">
          <ac:chgData name="Tania López" userId="77f58189-e01e-4d35-9d35-b5786e1d02a6" providerId="ADAL" clId="{037381CC-DE65-422F-B7C1-913EECF18639}" dt="2019-07-01T16:27:32.919" v="7979" actId="123"/>
          <ac:spMkLst>
            <pc:docMk/>
            <pc:sldMk cId="2944184690" sldId="272"/>
            <ac:spMk id="3" creationId="{1F14F571-C3E3-4A52-9FB1-4936966291E9}"/>
          </ac:spMkLst>
        </pc:spChg>
      </pc:sldChg>
      <pc:sldChg chg="modSp add">
        <pc:chgData name="Tania López" userId="77f58189-e01e-4d35-9d35-b5786e1d02a6" providerId="ADAL" clId="{037381CC-DE65-422F-B7C1-913EECF18639}" dt="2019-06-26T22:03:21.089" v="6794" actId="123"/>
        <pc:sldMkLst>
          <pc:docMk/>
          <pc:sldMk cId="536893739" sldId="273"/>
        </pc:sldMkLst>
        <pc:spChg chg="mod">
          <ac:chgData name="Tania López" userId="77f58189-e01e-4d35-9d35-b5786e1d02a6" providerId="ADAL" clId="{037381CC-DE65-422F-B7C1-913EECF18639}" dt="2019-06-26T21:59:15.082" v="6256" actId="20577"/>
          <ac:spMkLst>
            <pc:docMk/>
            <pc:sldMk cId="536893739" sldId="273"/>
            <ac:spMk id="2" creationId="{AE65AE42-C254-4159-A773-0C9B05129F05}"/>
          </ac:spMkLst>
        </pc:spChg>
        <pc:spChg chg="mod">
          <ac:chgData name="Tania López" userId="77f58189-e01e-4d35-9d35-b5786e1d02a6" providerId="ADAL" clId="{037381CC-DE65-422F-B7C1-913EECF18639}" dt="2019-06-26T22:03:21.089" v="6794" actId="123"/>
          <ac:spMkLst>
            <pc:docMk/>
            <pc:sldMk cId="536893739" sldId="273"/>
            <ac:spMk id="3" creationId="{30D07134-37A8-4F1B-944D-D609E0A7B900}"/>
          </ac:spMkLst>
        </pc:spChg>
      </pc:sldChg>
      <pc:sldChg chg="modSp add">
        <pc:chgData name="Tania López" userId="77f58189-e01e-4d35-9d35-b5786e1d02a6" providerId="ADAL" clId="{037381CC-DE65-422F-B7C1-913EECF18639}" dt="2019-06-26T22:06:58.902" v="7175" actId="20577"/>
        <pc:sldMkLst>
          <pc:docMk/>
          <pc:sldMk cId="2845285763" sldId="274"/>
        </pc:sldMkLst>
        <pc:spChg chg="mod">
          <ac:chgData name="Tania López" userId="77f58189-e01e-4d35-9d35-b5786e1d02a6" providerId="ADAL" clId="{037381CC-DE65-422F-B7C1-913EECF18639}" dt="2019-06-26T22:06:58.902" v="7175" actId="20577"/>
          <ac:spMkLst>
            <pc:docMk/>
            <pc:sldMk cId="2845285763" sldId="274"/>
            <ac:spMk id="3" creationId="{30D07134-37A8-4F1B-944D-D609E0A7B900}"/>
          </ac:spMkLst>
        </pc:spChg>
      </pc:sldChg>
      <pc:sldChg chg="addSp delSp modSp add">
        <pc:chgData name="Tania López" userId="77f58189-e01e-4d35-9d35-b5786e1d02a6" providerId="ADAL" clId="{037381CC-DE65-422F-B7C1-913EECF18639}" dt="2019-07-01T16:16:26.337" v="7914" actId="313"/>
        <pc:sldMkLst>
          <pc:docMk/>
          <pc:sldMk cId="675817458" sldId="275"/>
        </pc:sldMkLst>
        <pc:spChg chg="mod">
          <ac:chgData name="Tania López" userId="77f58189-e01e-4d35-9d35-b5786e1d02a6" providerId="ADAL" clId="{037381CC-DE65-422F-B7C1-913EECF18639}" dt="2019-06-26T22:14:21.692" v="7411" actId="122"/>
          <ac:spMkLst>
            <pc:docMk/>
            <pc:sldMk cId="675817458" sldId="275"/>
            <ac:spMk id="2" creationId="{CD3AC9D6-77A8-46A7-A72F-4AA5588C59D7}"/>
          </ac:spMkLst>
        </pc:spChg>
        <pc:spChg chg="del">
          <ac:chgData name="Tania López" userId="77f58189-e01e-4d35-9d35-b5786e1d02a6" providerId="ADAL" clId="{037381CC-DE65-422F-B7C1-913EECF18639}" dt="2019-06-26T22:14:31.902" v="7412" actId="478"/>
          <ac:spMkLst>
            <pc:docMk/>
            <pc:sldMk cId="675817458" sldId="275"/>
            <ac:spMk id="3" creationId="{A67B76B0-12EA-4887-B184-8745E7B9C6EA}"/>
          </ac:spMkLst>
        </pc:spChg>
        <pc:spChg chg="add del mod">
          <ac:chgData name="Tania López" userId="77f58189-e01e-4d35-9d35-b5786e1d02a6" providerId="ADAL" clId="{037381CC-DE65-422F-B7C1-913EECF18639}" dt="2019-06-26T22:14:37.226" v="7415" actId="478"/>
          <ac:spMkLst>
            <pc:docMk/>
            <pc:sldMk cId="675817458" sldId="275"/>
            <ac:spMk id="4" creationId="{C06258A9-AC20-4599-8625-19BB600A6851}"/>
          </ac:spMkLst>
        </pc:spChg>
        <pc:spChg chg="add del mod">
          <ac:chgData name="Tania López" userId="77f58189-e01e-4d35-9d35-b5786e1d02a6" providerId="ADAL" clId="{037381CC-DE65-422F-B7C1-913EECF18639}" dt="2019-06-26T22:14:37.226" v="7415" actId="478"/>
          <ac:spMkLst>
            <pc:docMk/>
            <pc:sldMk cId="675817458" sldId="275"/>
            <ac:spMk id="5" creationId="{2EF4F804-08D7-47C3-BA2E-61D6CF43D8EA}"/>
          </ac:spMkLst>
        </pc:spChg>
        <pc:spChg chg="add del mod">
          <ac:chgData name="Tania López" userId="77f58189-e01e-4d35-9d35-b5786e1d02a6" providerId="ADAL" clId="{037381CC-DE65-422F-B7C1-913EECF18639}" dt="2019-06-26T22:14:37.226" v="7415" actId="478"/>
          <ac:spMkLst>
            <pc:docMk/>
            <pc:sldMk cId="675817458" sldId="275"/>
            <ac:spMk id="6" creationId="{CDA06AAD-E0A5-48DF-9456-C38F2A35D8B7}"/>
          </ac:spMkLst>
        </pc:spChg>
        <pc:spChg chg="add del mod">
          <ac:chgData name="Tania López" userId="77f58189-e01e-4d35-9d35-b5786e1d02a6" providerId="ADAL" clId="{037381CC-DE65-422F-B7C1-913EECF18639}" dt="2019-06-26T22:14:37.226" v="7415" actId="478"/>
          <ac:spMkLst>
            <pc:docMk/>
            <pc:sldMk cId="675817458" sldId="275"/>
            <ac:spMk id="7" creationId="{DCB78BB6-517B-4B16-A2FC-0F3FB4C25083}"/>
          </ac:spMkLst>
        </pc:spChg>
        <pc:spChg chg="add del mod">
          <ac:chgData name="Tania López" userId="77f58189-e01e-4d35-9d35-b5786e1d02a6" providerId="ADAL" clId="{037381CC-DE65-422F-B7C1-913EECF18639}" dt="2019-06-26T22:14:37.226" v="7415" actId="478"/>
          <ac:spMkLst>
            <pc:docMk/>
            <pc:sldMk cId="675817458" sldId="275"/>
            <ac:spMk id="8" creationId="{6FDDFB5B-2C14-4425-AC1E-2AD9925504A7}"/>
          </ac:spMkLst>
        </pc:spChg>
        <pc:spChg chg="add del mod">
          <ac:chgData name="Tania López" userId="77f58189-e01e-4d35-9d35-b5786e1d02a6" providerId="ADAL" clId="{037381CC-DE65-422F-B7C1-913EECF18639}" dt="2019-06-26T22:14:37.226" v="7415" actId="478"/>
          <ac:spMkLst>
            <pc:docMk/>
            <pc:sldMk cId="675817458" sldId="275"/>
            <ac:spMk id="9" creationId="{B8BF357A-5B5C-4A87-AF66-18FA7B0D4DE7}"/>
          </ac:spMkLst>
        </pc:spChg>
        <pc:spChg chg="add del mod">
          <ac:chgData name="Tania López" userId="77f58189-e01e-4d35-9d35-b5786e1d02a6" providerId="ADAL" clId="{037381CC-DE65-422F-B7C1-913EECF18639}" dt="2019-06-26T22:14:37.226" v="7415" actId="478"/>
          <ac:spMkLst>
            <pc:docMk/>
            <pc:sldMk cId="675817458" sldId="275"/>
            <ac:spMk id="10" creationId="{23FED8FC-651D-4D76-A8C3-A21D24F9ED86}"/>
          </ac:spMkLst>
        </pc:spChg>
        <pc:spChg chg="add del mod">
          <ac:chgData name="Tania López" userId="77f58189-e01e-4d35-9d35-b5786e1d02a6" providerId="ADAL" clId="{037381CC-DE65-422F-B7C1-913EECF18639}" dt="2019-06-26T22:14:37.226" v="7415" actId="478"/>
          <ac:spMkLst>
            <pc:docMk/>
            <pc:sldMk cId="675817458" sldId="275"/>
            <ac:spMk id="11" creationId="{F86BF56E-FB4A-4607-805B-C02FB9CA142B}"/>
          </ac:spMkLst>
        </pc:spChg>
        <pc:spChg chg="add del mod">
          <ac:chgData name="Tania López" userId="77f58189-e01e-4d35-9d35-b5786e1d02a6" providerId="ADAL" clId="{037381CC-DE65-422F-B7C1-913EECF18639}" dt="2019-06-26T22:14:37.226" v="7415" actId="478"/>
          <ac:spMkLst>
            <pc:docMk/>
            <pc:sldMk cId="675817458" sldId="275"/>
            <ac:spMk id="12" creationId="{9811E36C-20EF-457B-9CA9-FF184A37E820}"/>
          </ac:spMkLst>
        </pc:spChg>
        <pc:spChg chg="add del mod">
          <ac:chgData name="Tania López" userId="77f58189-e01e-4d35-9d35-b5786e1d02a6" providerId="ADAL" clId="{037381CC-DE65-422F-B7C1-913EECF18639}" dt="2019-06-26T22:14:37.226" v="7415" actId="478"/>
          <ac:spMkLst>
            <pc:docMk/>
            <pc:sldMk cId="675817458" sldId="275"/>
            <ac:spMk id="13" creationId="{114B9A0F-EA1A-460B-A0B2-5AB470C33C1F}"/>
          </ac:spMkLst>
        </pc:spChg>
        <pc:spChg chg="add del mod">
          <ac:chgData name="Tania López" userId="77f58189-e01e-4d35-9d35-b5786e1d02a6" providerId="ADAL" clId="{037381CC-DE65-422F-B7C1-913EECF18639}" dt="2019-06-26T22:14:37.226" v="7415" actId="478"/>
          <ac:spMkLst>
            <pc:docMk/>
            <pc:sldMk cId="675817458" sldId="275"/>
            <ac:spMk id="14" creationId="{03431B71-FA5C-4D32-8884-92E6FD3E2732}"/>
          </ac:spMkLst>
        </pc:spChg>
        <pc:spChg chg="add del mod">
          <ac:chgData name="Tania López" userId="77f58189-e01e-4d35-9d35-b5786e1d02a6" providerId="ADAL" clId="{037381CC-DE65-422F-B7C1-913EECF18639}" dt="2019-06-26T22:14:37.226" v="7415" actId="478"/>
          <ac:spMkLst>
            <pc:docMk/>
            <pc:sldMk cId="675817458" sldId="275"/>
            <ac:spMk id="16" creationId="{1927C7AE-92A3-434E-B694-DE05C19AFDCF}"/>
          </ac:spMkLst>
        </pc:spChg>
        <pc:spChg chg="add del mod">
          <ac:chgData name="Tania López" userId="77f58189-e01e-4d35-9d35-b5786e1d02a6" providerId="ADAL" clId="{037381CC-DE65-422F-B7C1-913EECF18639}" dt="2019-06-26T22:14:37.226" v="7415" actId="478"/>
          <ac:spMkLst>
            <pc:docMk/>
            <pc:sldMk cId="675817458" sldId="275"/>
            <ac:spMk id="19" creationId="{E442572D-F245-4D1E-B3BB-8F22F050A7AC}"/>
          </ac:spMkLst>
        </pc:spChg>
        <pc:spChg chg="add del mod">
          <ac:chgData name="Tania López" userId="77f58189-e01e-4d35-9d35-b5786e1d02a6" providerId="ADAL" clId="{037381CC-DE65-422F-B7C1-913EECF18639}" dt="2019-06-26T22:14:37.226" v="7415" actId="478"/>
          <ac:spMkLst>
            <pc:docMk/>
            <pc:sldMk cId="675817458" sldId="275"/>
            <ac:spMk id="21" creationId="{E839F5B7-3815-4313-AA51-6E6E6FFA7660}"/>
          </ac:spMkLst>
        </pc:spChg>
        <pc:spChg chg="add del mod">
          <ac:chgData name="Tania López" userId="77f58189-e01e-4d35-9d35-b5786e1d02a6" providerId="ADAL" clId="{037381CC-DE65-422F-B7C1-913EECF18639}" dt="2019-06-26T22:14:37.226" v="7415" actId="478"/>
          <ac:spMkLst>
            <pc:docMk/>
            <pc:sldMk cId="675817458" sldId="275"/>
            <ac:spMk id="22" creationId="{0A8A8F75-C49B-483F-8E8B-4ADF5AB12713}"/>
          </ac:spMkLst>
        </pc:spChg>
        <pc:spChg chg="add mod">
          <ac:chgData name="Tania López" userId="77f58189-e01e-4d35-9d35-b5786e1d02a6" providerId="ADAL" clId="{037381CC-DE65-422F-B7C1-913EECF18639}" dt="2019-06-26T22:22:59.609" v="7856" actId="1076"/>
          <ac:spMkLst>
            <pc:docMk/>
            <pc:sldMk cId="675817458" sldId="275"/>
            <ac:spMk id="23" creationId="{B82F66C4-BC18-463E-9F49-2699E53CEB5B}"/>
          </ac:spMkLst>
        </pc:spChg>
        <pc:spChg chg="add mod">
          <ac:chgData name="Tania López" userId="77f58189-e01e-4d35-9d35-b5786e1d02a6" providerId="ADAL" clId="{037381CC-DE65-422F-B7C1-913EECF18639}" dt="2019-06-26T22:22:41.605" v="7855" actId="1076"/>
          <ac:spMkLst>
            <pc:docMk/>
            <pc:sldMk cId="675817458" sldId="275"/>
            <ac:spMk id="24" creationId="{36C96A97-BB3E-4AF0-91A4-DCE88056E254}"/>
          </ac:spMkLst>
        </pc:spChg>
        <pc:spChg chg="add mod">
          <ac:chgData name="Tania López" userId="77f58189-e01e-4d35-9d35-b5786e1d02a6" providerId="ADAL" clId="{037381CC-DE65-422F-B7C1-913EECF18639}" dt="2019-06-26T22:22:41.605" v="7855" actId="1076"/>
          <ac:spMkLst>
            <pc:docMk/>
            <pc:sldMk cId="675817458" sldId="275"/>
            <ac:spMk id="25" creationId="{B40AF55C-560D-4804-BBB9-D86233296716}"/>
          </ac:spMkLst>
        </pc:spChg>
        <pc:spChg chg="add mod">
          <ac:chgData name="Tania López" userId="77f58189-e01e-4d35-9d35-b5786e1d02a6" providerId="ADAL" clId="{037381CC-DE65-422F-B7C1-913EECF18639}" dt="2019-06-26T22:22:41.605" v="7855" actId="1076"/>
          <ac:spMkLst>
            <pc:docMk/>
            <pc:sldMk cId="675817458" sldId="275"/>
            <ac:spMk id="26" creationId="{9CD0C6E5-14B7-4B17-A5BC-7C8AFC1EBCAD}"/>
          </ac:spMkLst>
        </pc:spChg>
        <pc:spChg chg="add mod">
          <ac:chgData name="Tania López" userId="77f58189-e01e-4d35-9d35-b5786e1d02a6" providerId="ADAL" clId="{037381CC-DE65-422F-B7C1-913EECF18639}" dt="2019-06-26T22:22:41.605" v="7855" actId="1076"/>
          <ac:spMkLst>
            <pc:docMk/>
            <pc:sldMk cId="675817458" sldId="275"/>
            <ac:spMk id="27" creationId="{CA1AEA97-C859-4B13-B607-50EA38D43752}"/>
          </ac:spMkLst>
        </pc:spChg>
        <pc:spChg chg="add mod">
          <ac:chgData name="Tania López" userId="77f58189-e01e-4d35-9d35-b5786e1d02a6" providerId="ADAL" clId="{037381CC-DE65-422F-B7C1-913EECF18639}" dt="2019-06-26T22:22:41.605" v="7855" actId="1076"/>
          <ac:spMkLst>
            <pc:docMk/>
            <pc:sldMk cId="675817458" sldId="275"/>
            <ac:spMk id="28" creationId="{489768E9-4569-4132-A63E-BEB1C9D039DF}"/>
          </ac:spMkLst>
        </pc:spChg>
        <pc:spChg chg="add mod">
          <ac:chgData name="Tania López" userId="77f58189-e01e-4d35-9d35-b5786e1d02a6" providerId="ADAL" clId="{037381CC-DE65-422F-B7C1-913EECF18639}" dt="2019-06-26T22:22:41.605" v="7855" actId="1076"/>
          <ac:spMkLst>
            <pc:docMk/>
            <pc:sldMk cId="675817458" sldId="275"/>
            <ac:spMk id="29" creationId="{D0754B30-1DCA-4836-9379-1243E64A4138}"/>
          </ac:spMkLst>
        </pc:spChg>
        <pc:spChg chg="add mod">
          <ac:chgData name="Tania López" userId="77f58189-e01e-4d35-9d35-b5786e1d02a6" providerId="ADAL" clId="{037381CC-DE65-422F-B7C1-913EECF18639}" dt="2019-06-26T22:22:41.605" v="7855" actId="1076"/>
          <ac:spMkLst>
            <pc:docMk/>
            <pc:sldMk cId="675817458" sldId="275"/>
            <ac:spMk id="30" creationId="{28401D3F-2AEB-44C4-94B0-B6C16352B240}"/>
          </ac:spMkLst>
        </pc:spChg>
        <pc:spChg chg="add mod">
          <ac:chgData name="Tania López" userId="77f58189-e01e-4d35-9d35-b5786e1d02a6" providerId="ADAL" clId="{037381CC-DE65-422F-B7C1-913EECF18639}" dt="2019-06-26T22:23:21.298" v="7860" actId="1076"/>
          <ac:spMkLst>
            <pc:docMk/>
            <pc:sldMk cId="675817458" sldId="275"/>
            <ac:spMk id="31" creationId="{031A34FD-8DA2-43D4-94D8-716AA18F5721}"/>
          </ac:spMkLst>
        </pc:spChg>
        <pc:spChg chg="add mod">
          <ac:chgData name="Tania López" userId="77f58189-e01e-4d35-9d35-b5786e1d02a6" providerId="ADAL" clId="{037381CC-DE65-422F-B7C1-913EECF18639}" dt="2019-06-26T22:24:03.216" v="7864" actId="1076"/>
          <ac:spMkLst>
            <pc:docMk/>
            <pc:sldMk cId="675817458" sldId="275"/>
            <ac:spMk id="32" creationId="{65AD7723-2D8B-4E33-99D8-3B24323DB613}"/>
          </ac:spMkLst>
        </pc:spChg>
        <pc:spChg chg="add mod">
          <ac:chgData name="Tania López" userId="77f58189-e01e-4d35-9d35-b5786e1d02a6" providerId="ADAL" clId="{037381CC-DE65-422F-B7C1-913EECF18639}" dt="2019-06-26T22:25:52.294" v="7874" actId="1076"/>
          <ac:spMkLst>
            <pc:docMk/>
            <pc:sldMk cId="675817458" sldId="275"/>
            <ac:spMk id="33" creationId="{EDA91AF2-E8CE-4D4A-9AD7-0A4D7FAF7AF3}"/>
          </ac:spMkLst>
        </pc:spChg>
        <pc:spChg chg="add mod">
          <ac:chgData name="Tania López" userId="77f58189-e01e-4d35-9d35-b5786e1d02a6" providerId="ADAL" clId="{037381CC-DE65-422F-B7C1-913EECF18639}" dt="2019-06-26T22:22:41.605" v="7855" actId="1076"/>
          <ac:spMkLst>
            <pc:docMk/>
            <pc:sldMk cId="675817458" sldId="275"/>
            <ac:spMk id="35" creationId="{1F591E1D-694D-4CDB-A883-B2FD4E9D8F6D}"/>
          </ac:spMkLst>
        </pc:spChg>
        <pc:spChg chg="add del mod">
          <ac:chgData name="Tania López" userId="77f58189-e01e-4d35-9d35-b5786e1d02a6" providerId="ADAL" clId="{037381CC-DE65-422F-B7C1-913EECF18639}" dt="2019-06-26T22:15:49.613" v="7540" actId="478"/>
          <ac:spMkLst>
            <pc:docMk/>
            <pc:sldMk cId="675817458" sldId="275"/>
            <ac:spMk id="38" creationId="{DEC8F785-93EA-41B3-AB67-4D49EE86DDE7}"/>
          </ac:spMkLst>
        </pc:spChg>
        <pc:spChg chg="add mod">
          <ac:chgData name="Tania López" userId="77f58189-e01e-4d35-9d35-b5786e1d02a6" providerId="ADAL" clId="{037381CC-DE65-422F-B7C1-913EECF18639}" dt="2019-07-01T16:16:26.337" v="7914" actId="313"/>
          <ac:spMkLst>
            <pc:docMk/>
            <pc:sldMk cId="675817458" sldId="275"/>
            <ac:spMk id="40" creationId="{FB5F54A1-6781-469C-B83B-3835FC4CAF47}"/>
          </ac:spMkLst>
        </pc:spChg>
        <pc:spChg chg="add del mod">
          <ac:chgData name="Tania López" userId="77f58189-e01e-4d35-9d35-b5786e1d02a6" providerId="ADAL" clId="{037381CC-DE65-422F-B7C1-913EECF18639}" dt="2019-06-26T22:14:47.177" v="7418" actId="478"/>
          <ac:spMkLst>
            <pc:docMk/>
            <pc:sldMk cId="675817458" sldId="275"/>
            <ac:spMk id="41" creationId="{0AAD1A27-51FE-4A5B-8BA8-BFF9E9BADA05}"/>
          </ac:spMkLst>
        </pc:spChg>
        <pc:spChg chg="add mod">
          <ac:chgData name="Tania López" userId="77f58189-e01e-4d35-9d35-b5786e1d02a6" providerId="ADAL" clId="{037381CC-DE65-422F-B7C1-913EECF18639}" dt="2019-06-26T22:22:41.605" v="7855" actId="1076"/>
          <ac:spMkLst>
            <pc:docMk/>
            <pc:sldMk cId="675817458" sldId="275"/>
            <ac:spMk id="44" creationId="{5B8D6B7A-B25C-4870-B084-4B6EEE21BBC4}"/>
          </ac:spMkLst>
        </pc:spChg>
        <pc:spChg chg="add mod">
          <ac:chgData name="Tania López" userId="77f58189-e01e-4d35-9d35-b5786e1d02a6" providerId="ADAL" clId="{037381CC-DE65-422F-B7C1-913EECF18639}" dt="2019-06-26T22:22:41.605" v="7855" actId="1076"/>
          <ac:spMkLst>
            <pc:docMk/>
            <pc:sldMk cId="675817458" sldId="275"/>
            <ac:spMk id="45" creationId="{17850BA6-90B7-4A98-A4BD-4A4EAB356C10}"/>
          </ac:spMkLst>
        </pc:spChg>
        <pc:spChg chg="add mod">
          <ac:chgData name="Tania López" userId="77f58189-e01e-4d35-9d35-b5786e1d02a6" providerId="ADAL" clId="{037381CC-DE65-422F-B7C1-913EECF18639}" dt="2019-06-26T22:23:11.968" v="7858" actId="1076"/>
          <ac:spMkLst>
            <pc:docMk/>
            <pc:sldMk cId="675817458" sldId="275"/>
            <ac:spMk id="51" creationId="{8544D762-148B-434C-9250-5414F5A3DC72}"/>
          </ac:spMkLst>
        </pc:spChg>
        <pc:spChg chg="add mod">
          <ac:chgData name="Tania López" userId="77f58189-e01e-4d35-9d35-b5786e1d02a6" providerId="ADAL" clId="{037381CC-DE65-422F-B7C1-913EECF18639}" dt="2019-06-26T22:22:41.605" v="7855" actId="1076"/>
          <ac:spMkLst>
            <pc:docMk/>
            <pc:sldMk cId="675817458" sldId="275"/>
            <ac:spMk id="54" creationId="{9BBE5833-E08E-4CD2-9C04-429BC705CF44}"/>
          </ac:spMkLst>
        </pc:spChg>
        <pc:spChg chg="add mod">
          <ac:chgData name="Tania López" userId="77f58189-e01e-4d35-9d35-b5786e1d02a6" providerId="ADAL" clId="{037381CC-DE65-422F-B7C1-913EECF18639}" dt="2019-06-26T22:22:41.605" v="7855" actId="1076"/>
          <ac:spMkLst>
            <pc:docMk/>
            <pc:sldMk cId="675817458" sldId="275"/>
            <ac:spMk id="56" creationId="{8CD595AD-7C7B-4F5F-A6B6-48289C1389D9}"/>
          </ac:spMkLst>
        </pc:spChg>
        <pc:cxnChg chg="add del mod">
          <ac:chgData name="Tania López" userId="77f58189-e01e-4d35-9d35-b5786e1d02a6" providerId="ADAL" clId="{037381CC-DE65-422F-B7C1-913EECF18639}" dt="2019-06-26T22:14:37.226" v="7415" actId="478"/>
          <ac:cxnSpMkLst>
            <pc:docMk/>
            <pc:sldMk cId="675817458" sldId="275"/>
            <ac:cxnSpMk id="15" creationId="{0C78AA18-2140-4EB9-A0B6-5F216539215A}"/>
          </ac:cxnSpMkLst>
        </pc:cxnChg>
        <pc:cxnChg chg="add del mod">
          <ac:chgData name="Tania López" userId="77f58189-e01e-4d35-9d35-b5786e1d02a6" providerId="ADAL" clId="{037381CC-DE65-422F-B7C1-913EECF18639}" dt="2019-06-26T22:14:37.226" v="7415" actId="478"/>
          <ac:cxnSpMkLst>
            <pc:docMk/>
            <pc:sldMk cId="675817458" sldId="275"/>
            <ac:cxnSpMk id="17" creationId="{58FFFE7B-FA6E-412B-9557-E959906BC8FB}"/>
          </ac:cxnSpMkLst>
        </pc:cxnChg>
        <pc:cxnChg chg="add del mod">
          <ac:chgData name="Tania López" userId="77f58189-e01e-4d35-9d35-b5786e1d02a6" providerId="ADAL" clId="{037381CC-DE65-422F-B7C1-913EECF18639}" dt="2019-06-26T22:14:37.226" v="7415" actId="478"/>
          <ac:cxnSpMkLst>
            <pc:docMk/>
            <pc:sldMk cId="675817458" sldId="275"/>
            <ac:cxnSpMk id="18" creationId="{E556520B-2603-4624-9BD5-0EE1F897C1F9}"/>
          </ac:cxnSpMkLst>
        </pc:cxnChg>
        <pc:cxnChg chg="add del mod">
          <ac:chgData name="Tania López" userId="77f58189-e01e-4d35-9d35-b5786e1d02a6" providerId="ADAL" clId="{037381CC-DE65-422F-B7C1-913EECF18639}" dt="2019-06-26T22:14:37.226" v="7415" actId="478"/>
          <ac:cxnSpMkLst>
            <pc:docMk/>
            <pc:sldMk cId="675817458" sldId="275"/>
            <ac:cxnSpMk id="20" creationId="{99446EB7-209C-40C8-9C5C-BDA1119F80AD}"/>
          </ac:cxnSpMkLst>
        </pc:cxnChg>
        <pc:cxnChg chg="add mod">
          <ac:chgData name="Tania López" userId="77f58189-e01e-4d35-9d35-b5786e1d02a6" providerId="ADAL" clId="{037381CC-DE65-422F-B7C1-913EECF18639}" dt="2019-06-26T22:25:49.904" v="7873" actId="1076"/>
          <ac:cxnSpMkLst>
            <pc:docMk/>
            <pc:sldMk cId="675817458" sldId="275"/>
            <ac:cxnSpMk id="34" creationId="{C9EC3077-8A89-458F-A917-EC05B64A1532}"/>
          </ac:cxnSpMkLst>
        </pc:cxnChg>
        <pc:cxnChg chg="add mod">
          <ac:chgData name="Tania López" userId="77f58189-e01e-4d35-9d35-b5786e1d02a6" providerId="ADAL" clId="{037381CC-DE65-422F-B7C1-913EECF18639}" dt="2019-06-26T22:22:41.605" v="7855" actId="1076"/>
          <ac:cxnSpMkLst>
            <pc:docMk/>
            <pc:sldMk cId="675817458" sldId="275"/>
            <ac:cxnSpMk id="36" creationId="{4CF90547-5198-4C9C-AE4E-0C03052CD6C9}"/>
          </ac:cxnSpMkLst>
        </pc:cxnChg>
        <pc:cxnChg chg="add mod">
          <ac:chgData name="Tania López" userId="77f58189-e01e-4d35-9d35-b5786e1d02a6" providerId="ADAL" clId="{037381CC-DE65-422F-B7C1-913EECF18639}" dt="2019-06-26T22:22:41.605" v="7855" actId="1076"/>
          <ac:cxnSpMkLst>
            <pc:docMk/>
            <pc:sldMk cId="675817458" sldId="275"/>
            <ac:cxnSpMk id="37" creationId="{07CF4F50-313C-46C1-815A-4A8EA625CC53}"/>
          </ac:cxnSpMkLst>
        </pc:cxnChg>
        <pc:cxnChg chg="add mod">
          <ac:chgData name="Tania López" userId="77f58189-e01e-4d35-9d35-b5786e1d02a6" providerId="ADAL" clId="{037381CC-DE65-422F-B7C1-913EECF18639}" dt="2019-06-26T22:23:05.178" v="7857" actId="1076"/>
          <ac:cxnSpMkLst>
            <pc:docMk/>
            <pc:sldMk cId="675817458" sldId="275"/>
            <ac:cxnSpMk id="39" creationId="{3CA98CE2-7767-4DDD-94B9-3BC8CD5039DC}"/>
          </ac:cxnSpMkLst>
        </pc:cxnChg>
        <pc:cxnChg chg="add mod">
          <ac:chgData name="Tania López" userId="77f58189-e01e-4d35-9d35-b5786e1d02a6" providerId="ADAL" clId="{037381CC-DE65-422F-B7C1-913EECF18639}" dt="2019-06-26T22:22:41.605" v="7855" actId="1076"/>
          <ac:cxnSpMkLst>
            <pc:docMk/>
            <pc:sldMk cId="675817458" sldId="275"/>
            <ac:cxnSpMk id="46" creationId="{591E5DB0-5439-42C1-A53B-B5F13EF8712E}"/>
          </ac:cxnSpMkLst>
        </pc:cxnChg>
        <pc:cxnChg chg="add mod">
          <ac:chgData name="Tania López" userId="77f58189-e01e-4d35-9d35-b5786e1d02a6" providerId="ADAL" clId="{037381CC-DE65-422F-B7C1-913EECF18639}" dt="2019-06-26T22:23:11.968" v="7858" actId="1076"/>
          <ac:cxnSpMkLst>
            <pc:docMk/>
            <pc:sldMk cId="675817458" sldId="275"/>
            <ac:cxnSpMk id="52" creationId="{E6D871F0-CD23-452A-A34B-988F4AB3DA48}"/>
          </ac:cxnSpMkLst>
        </pc:cxnChg>
        <pc:cxnChg chg="add mod">
          <ac:chgData name="Tania López" userId="77f58189-e01e-4d35-9d35-b5786e1d02a6" providerId="ADAL" clId="{037381CC-DE65-422F-B7C1-913EECF18639}" dt="2019-06-26T22:25:57.155" v="7875" actId="1076"/>
          <ac:cxnSpMkLst>
            <pc:docMk/>
            <pc:sldMk cId="675817458" sldId="275"/>
            <ac:cxnSpMk id="53" creationId="{0EF7F075-CB7A-4252-B38B-4E4DBD5722E5}"/>
          </ac:cxnSpMkLst>
        </pc:cxnChg>
        <pc:cxnChg chg="add mod">
          <ac:chgData name="Tania López" userId="77f58189-e01e-4d35-9d35-b5786e1d02a6" providerId="ADAL" clId="{037381CC-DE65-422F-B7C1-913EECF18639}" dt="2019-06-26T22:22:41.605" v="7855" actId="1076"/>
          <ac:cxnSpMkLst>
            <pc:docMk/>
            <pc:sldMk cId="675817458" sldId="275"/>
            <ac:cxnSpMk id="55" creationId="{3D468B79-F5E5-4D0A-BB07-45D8B8924100}"/>
          </ac:cxnSpMkLst>
        </pc:cxnChg>
      </pc:sldChg>
      <pc:sldChg chg="modSp add">
        <pc:chgData name="Tania López" userId="77f58189-e01e-4d35-9d35-b5786e1d02a6" providerId="ADAL" clId="{037381CC-DE65-422F-B7C1-913EECF18639}" dt="2019-07-01T16:23:16.533" v="7968" actId="20577"/>
        <pc:sldMkLst>
          <pc:docMk/>
          <pc:sldMk cId="1458786102" sldId="276"/>
        </pc:sldMkLst>
        <pc:spChg chg="mod">
          <ac:chgData name="Tania López" userId="77f58189-e01e-4d35-9d35-b5786e1d02a6" providerId="ADAL" clId="{037381CC-DE65-422F-B7C1-913EECF18639}" dt="2019-06-28T22:05:19.915" v="7900" actId="122"/>
          <ac:spMkLst>
            <pc:docMk/>
            <pc:sldMk cId="1458786102" sldId="276"/>
            <ac:spMk id="2" creationId="{162D2846-99DD-4A55-AF1D-A7F5B0C39EF4}"/>
          </ac:spMkLst>
        </pc:spChg>
        <pc:spChg chg="mod">
          <ac:chgData name="Tania López" userId="77f58189-e01e-4d35-9d35-b5786e1d02a6" providerId="ADAL" clId="{037381CC-DE65-422F-B7C1-913EECF18639}" dt="2019-07-01T16:23:16.533" v="7968" actId="20577"/>
          <ac:spMkLst>
            <pc:docMk/>
            <pc:sldMk cId="1458786102" sldId="276"/>
            <ac:spMk id="3" creationId="{AA65345B-98DB-420F-A5BC-AF4094ED130A}"/>
          </ac:spMkLst>
        </pc:spChg>
      </pc:sldChg>
    </pc:docChg>
  </pc:docChgLst>
  <pc:docChgLst>
    <pc:chgData name="Pedro Alatorre" userId="9d3befdc-a3aa-476f-8ce4-395f998ca365" providerId="ADAL" clId="{A45246E8-E472-4F26-85DD-A73644BD0100}"/>
    <pc:docChg chg="custSel modSld">
      <pc:chgData name="Pedro Alatorre" userId="9d3befdc-a3aa-476f-8ce4-395f998ca365" providerId="ADAL" clId="{A45246E8-E472-4F26-85DD-A73644BD0100}" dt="2023-12-12T16:35:52.949" v="17"/>
      <pc:docMkLst>
        <pc:docMk/>
      </pc:docMkLst>
      <pc:sldChg chg="modSp mod">
        <pc:chgData name="Pedro Alatorre" userId="9d3befdc-a3aa-476f-8ce4-395f998ca365" providerId="ADAL" clId="{A45246E8-E472-4F26-85DD-A73644BD0100}" dt="2023-12-06T23:21:27.577" v="15" actId="33524"/>
        <pc:sldMkLst>
          <pc:docMk/>
          <pc:sldMk cId="770486342" sldId="261"/>
        </pc:sldMkLst>
        <pc:spChg chg="mod">
          <ac:chgData name="Pedro Alatorre" userId="9d3befdc-a3aa-476f-8ce4-395f998ca365" providerId="ADAL" clId="{A45246E8-E472-4F26-85DD-A73644BD0100}" dt="2023-12-06T23:21:27.577" v="15" actId="33524"/>
          <ac:spMkLst>
            <pc:docMk/>
            <pc:sldMk cId="770486342" sldId="261"/>
            <ac:spMk id="3" creationId="{64FA19AC-D2C8-4239-98D3-F0B588325EE4}"/>
          </ac:spMkLst>
        </pc:spChg>
      </pc:sldChg>
      <pc:sldChg chg="addCm delCm">
        <pc:chgData name="Pedro Alatorre" userId="9d3befdc-a3aa-476f-8ce4-395f998ca365" providerId="ADAL" clId="{A45246E8-E472-4F26-85DD-A73644BD0100}" dt="2023-12-12T16:35:52.949" v="17"/>
        <pc:sldMkLst>
          <pc:docMk/>
          <pc:sldMk cId="174035690" sldId="267"/>
        </pc:sldMkLst>
      </pc:sldChg>
    </pc:docChg>
  </pc:docChgLst>
  <pc:docChgLst>
    <pc:chgData name="Pedro Alatorre" userId="9d3befdc-a3aa-476f-8ce4-395f998ca365" providerId="ADAL" clId="{BD197E9B-A9F1-4854-AADC-4B7756F09CAE}"/>
    <pc:docChg chg="custSel modSld">
      <pc:chgData name="Pedro Alatorre" userId="9d3befdc-a3aa-476f-8ce4-395f998ca365" providerId="ADAL" clId="{BD197E9B-A9F1-4854-AADC-4B7756F09CAE}" dt="2024-01-15T18:32:19.037" v="99" actId="1076"/>
      <pc:docMkLst>
        <pc:docMk/>
      </pc:docMkLst>
      <pc:sldChg chg="addSp delSp modSp mod">
        <pc:chgData name="Pedro Alatorre" userId="9d3befdc-a3aa-476f-8ce4-395f998ca365" providerId="ADAL" clId="{BD197E9B-A9F1-4854-AADC-4B7756F09CAE}" dt="2024-01-15T18:25:34.717" v="32" actId="1076"/>
        <pc:sldMkLst>
          <pc:docMk/>
          <pc:sldMk cId="2706189380" sldId="265"/>
        </pc:sldMkLst>
        <pc:spChg chg="del">
          <ac:chgData name="Pedro Alatorre" userId="9d3befdc-a3aa-476f-8ce4-395f998ca365" providerId="ADAL" clId="{BD197E9B-A9F1-4854-AADC-4B7756F09CAE}" dt="2024-01-15T18:17:29.368" v="5" actId="478"/>
          <ac:spMkLst>
            <pc:docMk/>
            <pc:sldMk cId="2706189380" sldId="265"/>
            <ac:spMk id="4" creationId="{E8E565B5-389A-4B86-BDFD-E2041B6DF857}"/>
          </ac:spMkLst>
        </pc:spChg>
        <pc:spChg chg="del">
          <ac:chgData name="Pedro Alatorre" userId="9d3befdc-a3aa-476f-8ce4-395f998ca365" providerId="ADAL" clId="{BD197E9B-A9F1-4854-AADC-4B7756F09CAE}" dt="2024-01-15T18:17:31.278" v="8" actId="478"/>
          <ac:spMkLst>
            <pc:docMk/>
            <pc:sldMk cId="2706189380" sldId="265"/>
            <ac:spMk id="5" creationId="{CFBA6F88-C202-4B76-A7FF-CC81CD49A5C4}"/>
          </ac:spMkLst>
        </pc:spChg>
        <pc:spChg chg="del">
          <ac:chgData name="Pedro Alatorre" userId="9d3befdc-a3aa-476f-8ce4-395f998ca365" providerId="ADAL" clId="{BD197E9B-A9F1-4854-AADC-4B7756F09CAE}" dt="2024-01-15T18:17:28.308" v="4" actId="478"/>
          <ac:spMkLst>
            <pc:docMk/>
            <pc:sldMk cId="2706189380" sldId="265"/>
            <ac:spMk id="6" creationId="{E341103A-7F97-4088-A2BD-CF44F002A31F}"/>
          </ac:spMkLst>
        </pc:spChg>
        <pc:spChg chg="del">
          <ac:chgData name="Pedro Alatorre" userId="9d3befdc-a3aa-476f-8ce4-395f998ca365" providerId="ADAL" clId="{BD197E9B-A9F1-4854-AADC-4B7756F09CAE}" dt="2024-01-15T18:17:25.140" v="0" actId="478"/>
          <ac:spMkLst>
            <pc:docMk/>
            <pc:sldMk cId="2706189380" sldId="265"/>
            <ac:spMk id="8" creationId="{C6C59E63-C177-4BFD-ABCC-06CCC34156C9}"/>
          </ac:spMkLst>
        </pc:spChg>
        <pc:spChg chg="del mod">
          <ac:chgData name="Pedro Alatorre" userId="9d3befdc-a3aa-476f-8ce4-395f998ca365" providerId="ADAL" clId="{BD197E9B-A9F1-4854-AADC-4B7756F09CAE}" dt="2024-01-15T18:17:27.008" v="2" actId="478"/>
          <ac:spMkLst>
            <pc:docMk/>
            <pc:sldMk cId="2706189380" sldId="265"/>
            <ac:spMk id="9" creationId="{3E3B8DFF-1255-4841-B5CB-E7B1C2339E18}"/>
          </ac:spMkLst>
        </pc:spChg>
        <pc:spChg chg="del">
          <ac:chgData name="Pedro Alatorre" userId="9d3befdc-a3aa-476f-8ce4-395f998ca365" providerId="ADAL" clId="{BD197E9B-A9F1-4854-AADC-4B7756F09CAE}" dt="2024-01-15T18:17:27.769" v="3" actId="478"/>
          <ac:spMkLst>
            <pc:docMk/>
            <pc:sldMk cId="2706189380" sldId="265"/>
            <ac:spMk id="11" creationId="{53CC944C-C91F-4777-81DF-467408B8B553}"/>
          </ac:spMkLst>
        </pc:spChg>
        <pc:spChg chg="del">
          <ac:chgData name="Pedro Alatorre" userId="9d3befdc-a3aa-476f-8ce4-395f998ca365" providerId="ADAL" clId="{BD197E9B-A9F1-4854-AADC-4B7756F09CAE}" dt="2024-01-15T18:17:32.119" v="9" actId="478"/>
          <ac:spMkLst>
            <pc:docMk/>
            <pc:sldMk cId="2706189380" sldId="265"/>
            <ac:spMk id="14" creationId="{0CE5B18B-55F2-4A40-92F0-8E42530E04EA}"/>
          </ac:spMkLst>
        </pc:spChg>
        <pc:spChg chg="del">
          <ac:chgData name="Pedro Alatorre" userId="9d3befdc-a3aa-476f-8ce4-395f998ca365" providerId="ADAL" clId="{BD197E9B-A9F1-4854-AADC-4B7756F09CAE}" dt="2024-01-15T18:17:32.768" v="10" actId="478"/>
          <ac:spMkLst>
            <pc:docMk/>
            <pc:sldMk cId="2706189380" sldId="265"/>
            <ac:spMk id="15" creationId="{98590FF0-FD9D-49BF-AA1D-E61582B52FA3}"/>
          </ac:spMkLst>
        </pc:spChg>
        <pc:spChg chg="del">
          <ac:chgData name="Pedro Alatorre" userId="9d3befdc-a3aa-476f-8ce4-395f998ca365" providerId="ADAL" clId="{BD197E9B-A9F1-4854-AADC-4B7756F09CAE}" dt="2024-01-15T18:17:30.543" v="7" actId="478"/>
          <ac:spMkLst>
            <pc:docMk/>
            <pc:sldMk cId="2706189380" sldId="265"/>
            <ac:spMk id="16" creationId="{02CADCF0-81F4-45EB-B8D3-7767BB9BAA01}"/>
          </ac:spMkLst>
        </pc:spChg>
        <pc:spChg chg="del">
          <ac:chgData name="Pedro Alatorre" userId="9d3befdc-a3aa-476f-8ce4-395f998ca365" providerId="ADAL" clId="{BD197E9B-A9F1-4854-AADC-4B7756F09CAE}" dt="2024-01-15T18:17:29.928" v="6" actId="478"/>
          <ac:spMkLst>
            <pc:docMk/>
            <pc:sldMk cId="2706189380" sldId="265"/>
            <ac:spMk id="17" creationId="{D62A52F4-3E0D-49E2-8DDA-A11678FF14F4}"/>
          </ac:spMkLst>
        </pc:spChg>
        <pc:picChg chg="add del mod">
          <ac:chgData name="Pedro Alatorre" userId="9d3befdc-a3aa-476f-8ce4-395f998ca365" providerId="ADAL" clId="{BD197E9B-A9F1-4854-AADC-4B7756F09CAE}" dt="2024-01-15T18:25:22.998" v="27" actId="478"/>
          <ac:picMkLst>
            <pc:docMk/>
            <pc:sldMk cId="2706189380" sldId="265"/>
            <ac:picMk id="10" creationId="{5BC530DC-5EBF-1C31-29A6-0C58A3E349B5}"/>
          </ac:picMkLst>
        </pc:picChg>
        <pc:picChg chg="add mod">
          <ac:chgData name="Pedro Alatorre" userId="9d3befdc-a3aa-476f-8ce4-395f998ca365" providerId="ADAL" clId="{BD197E9B-A9F1-4854-AADC-4B7756F09CAE}" dt="2024-01-15T18:25:34.717" v="32" actId="1076"/>
          <ac:picMkLst>
            <pc:docMk/>
            <pc:sldMk cId="2706189380" sldId="265"/>
            <ac:picMk id="13" creationId="{8F67787D-0B34-AC3D-8188-95F4F22A3D1E}"/>
          </ac:picMkLst>
        </pc:picChg>
      </pc:sldChg>
      <pc:sldChg chg="addSp delSp modSp mod">
        <pc:chgData name="Pedro Alatorre" userId="9d3befdc-a3aa-476f-8ce4-395f998ca365" providerId="ADAL" clId="{BD197E9B-A9F1-4854-AADC-4B7756F09CAE}" dt="2024-01-15T18:27:19.147" v="39" actId="1076"/>
        <pc:sldMkLst>
          <pc:docMk/>
          <pc:sldMk cId="1633644913" sldId="266"/>
        </pc:sldMkLst>
        <pc:spChg chg="del">
          <ac:chgData name="Pedro Alatorre" userId="9d3befdc-a3aa-476f-8ce4-395f998ca365" providerId="ADAL" clId="{BD197E9B-A9F1-4854-AADC-4B7756F09CAE}" dt="2024-01-15T18:22:51.407" v="22" actId="478"/>
          <ac:spMkLst>
            <pc:docMk/>
            <pc:sldMk cId="1633644913" sldId="266"/>
            <ac:spMk id="4" creationId="{E8E565B5-389A-4B86-BDFD-E2041B6DF857}"/>
          </ac:spMkLst>
        </pc:spChg>
        <pc:spChg chg="del">
          <ac:chgData name="Pedro Alatorre" userId="9d3befdc-a3aa-476f-8ce4-395f998ca365" providerId="ADAL" clId="{BD197E9B-A9F1-4854-AADC-4B7756F09CAE}" dt="2024-01-15T18:22:49.257" v="19" actId="478"/>
          <ac:spMkLst>
            <pc:docMk/>
            <pc:sldMk cId="1633644913" sldId="266"/>
            <ac:spMk id="6" creationId="{E341103A-7F97-4088-A2BD-CF44F002A31F}"/>
          </ac:spMkLst>
        </pc:spChg>
        <pc:spChg chg="del">
          <ac:chgData name="Pedro Alatorre" userId="9d3befdc-a3aa-476f-8ce4-395f998ca365" providerId="ADAL" clId="{BD197E9B-A9F1-4854-AADC-4B7756F09CAE}" dt="2024-01-15T18:22:45.457" v="14" actId="478"/>
          <ac:spMkLst>
            <pc:docMk/>
            <pc:sldMk cId="1633644913" sldId="266"/>
            <ac:spMk id="8" creationId="{C6C59E63-C177-4BFD-ABCC-06CCC34156C9}"/>
          </ac:spMkLst>
        </pc:spChg>
        <pc:spChg chg="del">
          <ac:chgData name="Pedro Alatorre" userId="9d3befdc-a3aa-476f-8ce4-395f998ca365" providerId="ADAL" clId="{BD197E9B-A9F1-4854-AADC-4B7756F09CAE}" dt="2024-01-15T18:22:50.087" v="20" actId="478"/>
          <ac:spMkLst>
            <pc:docMk/>
            <pc:sldMk cId="1633644913" sldId="266"/>
            <ac:spMk id="9" creationId="{3E3B8DFF-1255-4841-B5CB-E7B1C2339E18}"/>
          </ac:spMkLst>
        </pc:spChg>
        <pc:spChg chg="del mod">
          <ac:chgData name="Pedro Alatorre" userId="9d3befdc-a3aa-476f-8ce4-395f998ca365" providerId="ADAL" clId="{BD197E9B-A9F1-4854-AADC-4B7756F09CAE}" dt="2024-01-15T18:22:48.392" v="18" actId="478"/>
          <ac:spMkLst>
            <pc:docMk/>
            <pc:sldMk cId="1633644913" sldId="266"/>
            <ac:spMk id="11" creationId="{53CC944C-C91F-4777-81DF-467408B8B553}"/>
          </ac:spMkLst>
        </pc:spChg>
        <pc:spChg chg="del">
          <ac:chgData name="Pedro Alatorre" userId="9d3befdc-a3aa-476f-8ce4-395f998ca365" providerId="ADAL" clId="{BD197E9B-A9F1-4854-AADC-4B7756F09CAE}" dt="2024-01-15T18:22:46.727" v="16" actId="478"/>
          <ac:spMkLst>
            <pc:docMk/>
            <pc:sldMk cId="1633644913" sldId="266"/>
            <ac:spMk id="14" creationId="{0CE5B18B-55F2-4A40-92F0-8E42530E04EA}"/>
          </ac:spMkLst>
        </pc:spChg>
        <pc:spChg chg="del">
          <ac:chgData name="Pedro Alatorre" userId="9d3befdc-a3aa-476f-8ce4-395f998ca365" providerId="ADAL" clId="{BD197E9B-A9F1-4854-AADC-4B7756F09CAE}" dt="2024-01-15T18:22:46.197" v="15" actId="478"/>
          <ac:spMkLst>
            <pc:docMk/>
            <pc:sldMk cId="1633644913" sldId="266"/>
            <ac:spMk id="15" creationId="{98590FF0-FD9D-49BF-AA1D-E61582B52FA3}"/>
          </ac:spMkLst>
        </pc:spChg>
        <pc:spChg chg="del">
          <ac:chgData name="Pedro Alatorre" userId="9d3befdc-a3aa-476f-8ce4-395f998ca365" providerId="ADAL" clId="{BD197E9B-A9F1-4854-AADC-4B7756F09CAE}" dt="2024-01-15T18:22:50.817" v="21" actId="478"/>
          <ac:spMkLst>
            <pc:docMk/>
            <pc:sldMk cId="1633644913" sldId="266"/>
            <ac:spMk id="17" creationId="{D62A52F4-3E0D-49E2-8DDA-A11678FF14F4}"/>
          </ac:spMkLst>
        </pc:spChg>
        <pc:picChg chg="add del mod">
          <ac:chgData name="Pedro Alatorre" userId="9d3befdc-a3aa-476f-8ce4-395f998ca365" providerId="ADAL" clId="{BD197E9B-A9F1-4854-AADC-4B7756F09CAE}" dt="2024-01-15T18:27:08.778" v="33" actId="478"/>
          <ac:picMkLst>
            <pc:docMk/>
            <pc:sldMk cId="1633644913" sldId="266"/>
            <ac:picMk id="7" creationId="{0A72511E-B7E0-60A1-CFDA-51CAB1774587}"/>
          </ac:picMkLst>
        </pc:picChg>
        <pc:picChg chg="add mod">
          <ac:chgData name="Pedro Alatorre" userId="9d3befdc-a3aa-476f-8ce4-395f998ca365" providerId="ADAL" clId="{BD197E9B-A9F1-4854-AADC-4B7756F09CAE}" dt="2024-01-15T18:27:19.147" v="39" actId="1076"/>
          <ac:picMkLst>
            <pc:docMk/>
            <pc:sldMk cId="1633644913" sldId="266"/>
            <ac:picMk id="12" creationId="{EFAB6092-1CB4-A4C2-E868-94B06C538F37}"/>
          </ac:picMkLst>
        </pc:picChg>
      </pc:sldChg>
      <pc:sldChg chg="addSp delSp modSp mod">
        <pc:chgData name="Pedro Alatorre" userId="9d3befdc-a3aa-476f-8ce4-395f998ca365" providerId="ADAL" clId="{BD197E9B-A9F1-4854-AADC-4B7756F09CAE}" dt="2024-01-15T18:29:33.447" v="59" actId="1076"/>
        <pc:sldMkLst>
          <pc:docMk/>
          <pc:sldMk cId="306689089" sldId="268"/>
        </pc:sldMkLst>
        <pc:spChg chg="del">
          <ac:chgData name="Pedro Alatorre" userId="9d3befdc-a3aa-476f-8ce4-395f998ca365" providerId="ADAL" clId="{BD197E9B-A9F1-4854-AADC-4B7756F09CAE}" dt="2024-01-15T18:29:18.518" v="51" actId="478"/>
          <ac:spMkLst>
            <pc:docMk/>
            <pc:sldMk cId="306689089" sldId="268"/>
            <ac:spMk id="31" creationId="{2E86D096-60D5-8CA8-9962-44A79E9AAC58}"/>
          </ac:spMkLst>
        </pc:spChg>
        <pc:spChg chg="del">
          <ac:chgData name="Pedro Alatorre" userId="9d3befdc-a3aa-476f-8ce4-395f998ca365" providerId="ADAL" clId="{BD197E9B-A9F1-4854-AADC-4B7756F09CAE}" dt="2024-01-15T18:29:11.497" v="43" actId="478"/>
          <ac:spMkLst>
            <pc:docMk/>
            <pc:sldMk cId="306689089" sldId="268"/>
            <ac:spMk id="32" creationId="{31F7E6BF-BED3-F811-111C-3D7E85F7C1E8}"/>
          </ac:spMkLst>
        </pc:spChg>
        <pc:spChg chg="del">
          <ac:chgData name="Pedro Alatorre" userId="9d3befdc-a3aa-476f-8ce4-395f998ca365" providerId="ADAL" clId="{BD197E9B-A9F1-4854-AADC-4B7756F09CAE}" dt="2024-01-15T18:29:08.912" v="40" actId="478"/>
          <ac:spMkLst>
            <pc:docMk/>
            <pc:sldMk cId="306689089" sldId="268"/>
            <ac:spMk id="33" creationId="{094B45E1-BF06-FCF5-FF68-5FF8ECC1D769}"/>
          </ac:spMkLst>
        </pc:spChg>
        <pc:spChg chg="del mod">
          <ac:chgData name="Pedro Alatorre" userId="9d3befdc-a3aa-476f-8ce4-395f998ca365" providerId="ADAL" clId="{BD197E9B-A9F1-4854-AADC-4B7756F09CAE}" dt="2024-01-15T18:29:10.668" v="42" actId="478"/>
          <ac:spMkLst>
            <pc:docMk/>
            <pc:sldMk cId="306689089" sldId="268"/>
            <ac:spMk id="34" creationId="{A8E182FE-1BC8-BE31-7C76-C2B360C96BB9}"/>
          </ac:spMkLst>
        </pc:spChg>
        <pc:spChg chg="del">
          <ac:chgData name="Pedro Alatorre" userId="9d3befdc-a3aa-476f-8ce4-395f998ca365" providerId="ADAL" clId="{BD197E9B-A9F1-4854-AADC-4B7756F09CAE}" dt="2024-01-15T18:29:15.388" v="47" actId="478"/>
          <ac:spMkLst>
            <pc:docMk/>
            <pc:sldMk cId="306689089" sldId="268"/>
            <ac:spMk id="35" creationId="{E0426D76-6C8B-30BC-C84C-164EB31E416D}"/>
          </ac:spMkLst>
        </pc:spChg>
        <pc:spChg chg="del">
          <ac:chgData name="Pedro Alatorre" userId="9d3befdc-a3aa-476f-8ce4-395f998ca365" providerId="ADAL" clId="{BD197E9B-A9F1-4854-AADC-4B7756F09CAE}" dt="2024-01-15T18:29:19.258" v="52" actId="478"/>
          <ac:spMkLst>
            <pc:docMk/>
            <pc:sldMk cId="306689089" sldId="268"/>
            <ac:spMk id="36" creationId="{01B02A00-8822-7BDA-E9B4-C48076821314}"/>
          </ac:spMkLst>
        </pc:spChg>
        <pc:spChg chg="del">
          <ac:chgData name="Pedro Alatorre" userId="9d3befdc-a3aa-476f-8ce4-395f998ca365" providerId="ADAL" clId="{BD197E9B-A9F1-4854-AADC-4B7756F09CAE}" dt="2024-01-15T18:29:16.097" v="48" actId="478"/>
          <ac:spMkLst>
            <pc:docMk/>
            <pc:sldMk cId="306689089" sldId="268"/>
            <ac:spMk id="37" creationId="{F23F01C1-8E94-85E7-9E2E-300FD16C3D4A}"/>
          </ac:spMkLst>
        </pc:spChg>
        <pc:spChg chg="del mod">
          <ac:chgData name="Pedro Alatorre" userId="9d3befdc-a3aa-476f-8ce4-395f998ca365" providerId="ADAL" clId="{BD197E9B-A9F1-4854-AADC-4B7756F09CAE}" dt="2024-01-15T18:29:17.751" v="50" actId="478"/>
          <ac:spMkLst>
            <pc:docMk/>
            <pc:sldMk cId="306689089" sldId="268"/>
            <ac:spMk id="38" creationId="{FA7185AD-BA69-94FB-D2D9-C628D6A89DE9}"/>
          </ac:spMkLst>
        </pc:spChg>
        <pc:spChg chg="del">
          <ac:chgData name="Pedro Alatorre" userId="9d3befdc-a3aa-476f-8ce4-395f998ca365" providerId="ADAL" clId="{BD197E9B-A9F1-4854-AADC-4B7756F09CAE}" dt="2024-01-15T18:29:22.968" v="54" actId="478"/>
          <ac:spMkLst>
            <pc:docMk/>
            <pc:sldMk cId="306689089" sldId="268"/>
            <ac:spMk id="39" creationId="{09EAC485-C2A1-1A34-92F3-18BC6BFB4763}"/>
          </ac:spMkLst>
        </pc:spChg>
        <pc:spChg chg="del mod">
          <ac:chgData name="Pedro Alatorre" userId="9d3befdc-a3aa-476f-8ce4-395f998ca365" providerId="ADAL" clId="{BD197E9B-A9F1-4854-AADC-4B7756F09CAE}" dt="2024-01-15T18:29:14.658" v="46" actId="478"/>
          <ac:spMkLst>
            <pc:docMk/>
            <pc:sldMk cId="306689089" sldId="268"/>
            <ac:spMk id="41" creationId="{B9CBF28C-B9C6-D62A-8A31-21B57EF6654B}"/>
          </ac:spMkLst>
        </pc:spChg>
        <pc:spChg chg="del">
          <ac:chgData name="Pedro Alatorre" userId="9d3befdc-a3aa-476f-8ce4-395f998ca365" providerId="ADAL" clId="{BD197E9B-A9F1-4854-AADC-4B7756F09CAE}" dt="2024-01-15T18:29:25.098" v="56" actId="478"/>
          <ac:spMkLst>
            <pc:docMk/>
            <pc:sldMk cId="306689089" sldId="268"/>
            <ac:spMk id="43" creationId="{D5DE4B2D-C9F9-2B09-5B3E-E29363393774}"/>
          </ac:spMkLst>
        </pc:spChg>
        <pc:picChg chg="add mod">
          <ac:chgData name="Pedro Alatorre" userId="9d3befdc-a3aa-476f-8ce4-395f998ca365" providerId="ADAL" clId="{BD197E9B-A9F1-4854-AADC-4B7756F09CAE}" dt="2024-01-15T18:29:33.447" v="59" actId="1076"/>
          <ac:picMkLst>
            <pc:docMk/>
            <pc:sldMk cId="306689089" sldId="268"/>
            <ac:picMk id="5" creationId="{5F656443-C5BE-8E03-9025-7BC8DE2DCD83}"/>
          </ac:picMkLst>
        </pc:picChg>
        <pc:cxnChg chg="del mod">
          <ac:chgData name="Pedro Alatorre" userId="9d3befdc-a3aa-476f-8ce4-395f998ca365" providerId="ADAL" clId="{BD197E9B-A9F1-4854-AADC-4B7756F09CAE}" dt="2024-01-15T18:29:20.417" v="53" actId="478"/>
          <ac:cxnSpMkLst>
            <pc:docMk/>
            <pc:sldMk cId="306689089" sldId="268"/>
            <ac:cxnSpMk id="40" creationId="{03565798-6F5B-8EDA-ADD0-4CB921223BF3}"/>
          </ac:cxnSpMkLst>
        </pc:cxnChg>
        <pc:cxnChg chg="del mod">
          <ac:chgData name="Pedro Alatorre" userId="9d3befdc-a3aa-476f-8ce4-395f998ca365" providerId="ADAL" clId="{BD197E9B-A9F1-4854-AADC-4B7756F09CAE}" dt="2024-01-15T18:29:13.767" v="45" actId="478"/>
          <ac:cxnSpMkLst>
            <pc:docMk/>
            <pc:sldMk cId="306689089" sldId="268"/>
            <ac:cxnSpMk id="42" creationId="{3D2A3CBB-8F3F-A422-84F4-E3A7FE6535F1}"/>
          </ac:cxnSpMkLst>
        </pc:cxnChg>
        <pc:cxnChg chg="del mod">
          <ac:chgData name="Pedro Alatorre" userId="9d3befdc-a3aa-476f-8ce4-395f998ca365" providerId="ADAL" clId="{BD197E9B-A9F1-4854-AADC-4B7756F09CAE}" dt="2024-01-15T18:29:24.078" v="55" actId="478"/>
          <ac:cxnSpMkLst>
            <pc:docMk/>
            <pc:sldMk cId="306689089" sldId="268"/>
            <ac:cxnSpMk id="44" creationId="{2384F292-C015-DDF5-48E8-C8819C5DA2C1}"/>
          </ac:cxnSpMkLst>
        </pc:cxnChg>
      </pc:sldChg>
      <pc:sldChg chg="addSp delSp modSp mod">
        <pc:chgData name="Pedro Alatorre" userId="9d3befdc-a3aa-476f-8ce4-395f998ca365" providerId="ADAL" clId="{BD197E9B-A9F1-4854-AADC-4B7756F09CAE}" dt="2024-01-15T18:30:48.818" v="65" actId="732"/>
        <pc:sldMkLst>
          <pc:docMk/>
          <pc:sldMk cId="1980070182" sldId="271"/>
        </pc:sldMkLst>
        <pc:graphicFrameChg chg="del">
          <ac:chgData name="Pedro Alatorre" userId="9d3befdc-a3aa-476f-8ce4-395f998ca365" providerId="ADAL" clId="{BD197E9B-A9F1-4854-AADC-4B7756F09CAE}" dt="2024-01-15T18:30:30.827" v="60" actId="478"/>
          <ac:graphicFrameMkLst>
            <pc:docMk/>
            <pc:sldMk cId="1980070182" sldId="271"/>
            <ac:graphicFrameMk id="27" creationId="{80AC0A4D-F4E8-4C7E-9F94-9BC852B8E77C}"/>
          </ac:graphicFrameMkLst>
        </pc:graphicFrameChg>
        <pc:picChg chg="add mod modCrop">
          <ac:chgData name="Pedro Alatorre" userId="9d3befdc-a3aa-476f-8ce4-395f998ca365" providerId="ADAL" clId="{BD197E9B-A9F1-4854-AADC-4B7756F09CAE}" dt="2024-01-15T18:30:48.818" v="65" actId="732"/>
          <ac:picMkLst>
            <pc:docMk/>
            <pc:sldMk cId="1980070182" sldId="271"/>
            <ac:picMk id="5" creationId="{9AF31DDB-0A50-FBFC-A7A6-8C53669F7100}"/>
          </ac:picMkLst>
        </pc:picChg>
      </pc:sldChg>
      <pc:sldChg chg="addSp delSp modSp mod">
        <pc:chgData name="Pedro Alatorre" userId="9d3befdc-a3aa-476f-8ce4-395f998ca365" providerId="ADAL" clId="{BD197E9B-A9F1-4854-AADC-4B7756F09CAE}" dt="2024-01-15T18:32:19.037" v="99" actId="1076"/>
        <pc:sldMkLst>
          <pc:docMk/>
          <pc:sldMk cId="675817458" sldId="275"/>
        </pc:sldMkLst>
        <pc:spChg chg="del">
          <ac:chgData name="Pedro Alatorre" userId="9d3befdc-a3aa-476f-8ce4-395f998ca365" providerId="ADAL" clId="{BD197E9B-A9F1-4854-AADC-4B7756F09CAE}" dt="2024-01-15T18:31:45.498" v="75" actId="478"/>
          <ac:spMkLst>
            <pc:docMk/>
            <pc:sldMk cId="675817458" sldId="275"/>
            <ac:spMk id="23" creationId="{B82F66C4-BC18-463E-9F49-2699E53CEB5B}"/>
          </ac:spMkLst>
        </pc:spChg>
        <pc:spChg chg="del">
          <ac:chgData name="Pedro Alatorre" userId="9d3befdc-a3aa-476f-8ce4-395f998ca365" providerId="ADAL" clId="{BD197E9B-A9F1-4854-AADC-4B7756F09CAE}" dt="2024-01-15T18:31:52.507" v="83" actId="478"/>
          <ac:spMkLst>
            <pc:docMk/>
            <pc:sldMk cId="675817458" sldId="275"/>
            <ac:spMk id="24" creationId="{36C96A97-BB3E-4AF0-91A4-DCE88056E254}"/>
          </ac:spMkLst>
        </pc:spChg>
        <pc:spChg chg="del">
          <ac:chgData name="Pedro Alatorre" userId="9d3befdc-a3aa-476f-8ce4-395f998ca365" providerId="ADAL" clId="{BD197E9B-A9F1-4854-AADC-4B7756F09CAE}" dt="2024-01-15T18:31:39.897" v="68" actId="478"/>
          <ac:spMkLst>
            <pc:docMk/>
            <pc:sldMk cId="675817458" sldId="275"/>
            <ac:spMk id="25" creationId="{B40AF55C-560D-4804-BBB9-D86233296716}"/>
          </ac:spMkLst>
        </pc:spChg>
        <pc:spChg chg="del">
          <ac:chgData name="Pedro Alatorre" userId="9d3befdc-a3aa-476f-8ce4-395f998ca365" providerId="ADAL" clId="{BD197E9B-A9F1-4854-AADC-4B7756F09CAE}" dt="2024-01-15T18:31:39.038" v="67" actId="478"/>
          <ac:spMkLst>
            <pc:docMk/>
            <pc:sldMk cId="675817458" sldId="275"/>
            <ac:spMk id="26" creationId="{9CD0C6E5-14B7-4B17-A5BC-7C8AFC1EBCAD}"/>
          </ac:spMkLst>
        </pc:spChg>
        <pc:spChg chg="del">
          <ac:chgData name="Pedro Alatorre" userId="9d3befdc-a3aa-476f-8ce4-395f998ca365" providerId="ADAL" clId="{BD197E9B-A9F1-4854-AADC-4B7756F09CAE}" dt="2024-01-15T18:31:38.137" v="66" actId="478"/>
          <ac:spMkLst>
            <pc:docMk/>
            <pc:sldMk cId="675817458" sldId="275"/>
            <ac:spMk id="27" creationId="{CA1AEA97-C859-4B13-B607-50EA38D43752}"/>
          </ac:spMkLst>
        </pc:spChg>
        <pc:spChg chg="del">
          <ac:chgData name="Pedro Alatorre" userId="9d3befdc-a3aa-476f-8ce4-395f998ca365" providerId="ADAL" clId="{BD197E9B-A9F1-4854-AADC-4B7756F09CAE}" dt="2024-01-15T18:31:44.027" v="74" actId="478"/>
          <ac:spMkLst>
            <pc:docMk/>
            <pc:sldMk cId="675817458" sldId="275"/>
            <ac:spMk id="28" creationId="{489768E9-4569-4132-A63E-BEB1C9D039DF}"/>
          </ac:spMkLst>
        </pc:spChg>
        <pc:spChg chg="del">
          <ac:chgData name="Pedro Alatorre" userId="9d3befdc-a3aa-476f-8ce4-395f998ca365" providerId="ADAL" clId="{BD197E9B-A9F1-4854-AADC-4B7756F09CAE}" dt="2024-01-15T18:31:57.847" v="89" actId="478"/>
          <ac:spMkLst>
            <pc:docMk/>
            <pc:sldMk cId="675817458" sldId="275"/>
            <ac:spMk id="29" creationId="{D0754B30-1DCA-4836-9379-1243E64A4138}"/>
          </ac:spMkLst>
        </pc:spChg>
        <pc:spChg chg="del">
          <ac:chgData name="Pedro Alatorre" userId="9d3befdc-a3aa-476f-8ce4-395f998ca365" providerId="ADAL" clId="{BD197E9B-A9F1-4854-AADC-4B7756F09CAE}" dt="2024-01-15T18:32:03.588" v="95" actId="478"/>
          <ac:spMkLst>
            <pc:docMk/>
            <pc:sldMk cId="675817458" sldId="275"/>
            <ac:spMk id="30" creationId="{28401D3F-2AEB-44C4-94B0-B6C16352B240}"/>
          </ac:spMkLst>
        </pc:spChg>
        <pc:spChg chg="del">
          <ac:chgData name="Pedro Alatorre" userId="9d3befdc-a3aa-476f-8ce4-395f998ca365" providerId="ADAL" clId="{BD197E9B-A9F1-4854-AADC-4B7756F09CAE}" dt="2024-01-15T18:31:51.737" v="82" actId="478"/>
          <ac:spMkLst>
            <pc:docMk/>
            <pc:sldMk cId="675817458" sldId="275"/>
            <ac:spMk id="31" creationId="{031A34FD-8DA2-43D4-94D8-716AA18F5721}"/>
          </ac:spMkLst>
        </pc:spChg>
        <pc:spChg chg="del mod">
          <ac:chgData name="Pedro Alatorre" userId="9d3befdc-a3aa-476f-8ce4-395f998ca365" providerId="ADAL" clId="{BD197E9B-A9F1-4854-AADC-4B7756F09CAE}" dt="2024-01-15T18:31:50.567" v="81" actId="478"/>
          <ac:spMkLst>
            <pc:docMk/>
            <pc:sldMk cId="675817458" sldId="275"/>
            <ac:spMk id="32" creationId="{65AD7723-2D8B-4E33-99D8-3B24323DB613}"/>
          </ac:spMkLst>
        </pc:spChg>
        <pc:spChg chg="del">
          <ac:chgData name="Pedro Alatorre" userId="9d3befdc-a3aa-476f-8ce4-395f998ca365" providerId="ADAL" clId="{BD197E9B-A9F1-4854-AADC-4B7756F09CAE}" dt="2024-01-15T18:31:54.427" v="85" actId="478"/>
          <ac:spMkLst>
            <pc:docMk/>
            <pc:sldMk cId="675817458" sldId="275"/>
            <ac:spMk id="33" creationId="{EDA91AF2-E8CE-4D4A-9AD7-0A4D7FAF7AF3}"/>
          </ac:spMkLst>
        </pc:spChg>
        <pc:spChg chg="del">
          <ac:chgData name="Pedro Alatorre" userId="9d3befdc-a3aa-476f-8ce4-395f998ca365" providerId="ADAL" clId="{BD197E9B-A9F1-4854-AADC-4B7756F09CAE}" dt="2024-01-15T18:32:01.957" v="93" actId="478"/>
          <ac:spMkLst>
            <pc:docMk/>
            <pc:sldMk cId="675817458" sldId="275"/>
            <ac:spMk id="35" creationId="{1F591E1D-694D-4CDB-A883-B2FD4E9D8F6D}"/>
          </ac:spMkLst>
        </pc:spChg>
        <pc:spChg chg="del">
          <ac:chgData name="Pedro Alatorre" userId="9d3befdc-a3aa-476f-8ce4-395f998ca365" providerId="ADAL" clId="{BD197E9B-A9F1-4854-AADC-4B7756F09CAE}" dt="2024-01-15T18:31:47.258" v="77" actId="478"/>
          <ac:spMkLst>
            <pc:docMk/>
            <pc:sldMk cId="675817458" sldId="275"/>
            <ac:spMk id="40" creationId="{FB5F54A1-6781-469C-B83B-3835FC4CAF47}"/>
          </ac:spMkLst>
        </pc:spChg>
        <pc:spChg chg="del">
          <ac:chgData name="Pedro Alatorre" userId="9d3befdc-a3aa-476f-8ce4-395f998ca365" providerId="ADAL" clId="{BD197E9B-A9F1-4854-AADC-4B7756F09CAE}" dt="2024-01-15T18:31:42.687" v="72" actId="478"/>
          <ac:spMkLst>
            <pc:docMk/>
            <pc:sldMk cId="675817458" sldId="275"/>
            <ac:spMk id="44" creationId="{5B8D6B7A-B25C-4870-B084-4B6EEE21BBC4}"/>
          </ac:spMkLst>
        </pc:spChg>
        <pc:spChg chg="del mod">
          <ac:chgData name="Pedro Alatorre" userId="9d3befdc-a3aa-476f-8ce4-395f998ca365" providerId="ADAL" clId="{BD197E9B-A9F1-4854-AADC-4B7756F09CAE}" dt="2024-01-15T18:31:41.778" v="71" actId="478"/>
          <ac:spMkLst>
            <pc:docMk/>
            <pc:sldMk cId="675817458" sldId="275"/>
            <ac:spMk id="45" creationId="{17850BA6-90B7-4A98-A4BD-4A4EAB356C10}"/>
          </ac:spMkLst>
        </pc:spChg>
        <pc:spChg chg="del">
          <ac:chgData name="Pedro Alatorre" userId="9d3befdc-a3aa-476f-8ce4-395f998ca365" providerId="ADAL" clId="{BD197E9B-A9F1-4854-AADC-4B7756F09CAE}" dt="2024-01-15T18:31:48.297" v="78" actId="478"/>
          <ac:spMkLst>
            <pc:docMk/>
            <pc:sldMk cId="675817458" sldId="275"/>
            <ac:spMk id="51" creationId="{8544D762-148B-434C-9250-5414F5A3DC72}"/>
          </ac:spMkLst>
        </pc:spChg>
        <pc:spChg chg="del mod">
          <ac:chgData name="Pedro Alatorre" userId="9d3befdc-a3aa-476f-8ce4-395f998ca365" providerId="ADAL" clId="{BD197E9B-A9F1-4854-AADC-4B7756F09CAE}" dt="2024-01-15T18:31:56.367" v="87" actId="478"/>
          <ac:spMkLst>
            <pc:docMk/>
            <pc:sldMk cId="675817458" sldId="275"/>
            <ac:spMk id="54" creationId="{9BBE5833-E08E-4CD2-9C04-429BC705CF44}"/>
          </ac:spMkLst>
        </pc:spChg>
        <pc:spChg chg="del mod">
          <ac:chgData name="Pedro Alatorre" userId="9d3befdc-a3aa-476f-8ce4-395f998ca365" providerId="ADAL" clId="{BD197E9B-A9F1-4854-AADC-4B7756F09CAE}" dt="2024-01-15T18:32:00.968" v="92" actId="478"/>
          <ac:spMkLst>
            <pc:docMk/>
            <pc:sldMk cId="675817458" sldId="275"/>
            <ac:spMk id="56" creationId="{8CD595AD-7C7B-4F5F-A6B6-48289C1389D9}"/>
          </ac:spMkLst>
        </pc:spChg>
        <pc:picChg chg="add mod">
          <ac:chgData name="Pedro Alatorre" userId="9d3befdc-a3aa-476f-8ce4-395f998ca365" providerId="ADAL" clId="{BD197E9B-A9F1-4854-AADC-4B7756F09CAE}" dt="2024-01-15T18:32:19.037" v="99" actId="1076"/>
          <ac:picMkLst>
            <pc:docMk/>
            <pc:sldMk cId="675817458" sldId="275"/>
            <ac:picMk id="4" creationId="{97C47525-1478-39FA-7CFF-4D8138CC9C50}"/>
          </ac:picMkLst>
        </pc:picChg>
        <pc:cxnChg chg="del">
          <ac:chgData name="Pedro Alatorre" userId="9d3befdc-a3aa-476f-8ce4-395f998ca365" providerId="ADAL" clId="{BD197E9B-A9F1-4854-AADC-4B7756F09CAE}" dt="2024-01-15T18:31:53.417" v="84" actId="478"/>
          <ac:cxnSpMkLst>
            <pc:docMk/>
            <pc:sldMk cId="675817458" sldId="275"/>
            <ac:cxnSpMk id="34" creationId="{C9EC3077-8A89-458F-A917-EC05B64A1532}"/>
          </ac:cxnSpMkLst>
        </pc:cxnChg>
        <pc:cxnChg chg="del">
          <ac:chgData name="Pedro Alatorre" userId="9d3befdc-a3aa-476f-8ce4-395f998ca365" providerId="ADAL" clId="{BD197E9B-A9F1-4854-AADC-4B7756F09CAE}" dt="2024-01-15T18:32:02.877" v="94" actId="478"/>
          <ac:cxnSpMkLst>
            <pc:docMk/>
            <pc:sldMk cId="675817458" sldId="275"/>
            <ac:cxnSpMk id="36" creationId="{4CF90547-5198-4C9C-AE4E-0C03052CD6C9}"/>
          </ac:cxnSpMkLst>
        </pc:cxnChg>
        <pc:cxnChg chg="del">
          <ac:chgData name="Pedro Alatorre" userId="9d3befdc-a3aa-476f-8ce4-395f998ca365" providerId="ADAL" clId="{BD197E9B-A9F1-4854-AADC-4B7756F09CAE}" dt="2024-01-15T18:31:43.357" v="73" actId="478"/>
          <ac:cxnSpMkLst>
            <pc:docMk/>
            <pc:sldMk cId="675817458" sldId="275"/>
            <ac:cxnSpMk id="37" creationId="{07CF4F50-313C-46C1-815A-4A8EA625CC53}"/>
          </ac:cxnSpMkLst>
        </pc:cxnChg>
        <pc:cxnChg chg="del">
          <ac:chgData name="Pedro Alatorre" userId="9d3befdc-a3aa-476f-8ce4-395f998ca365" providerId="ADAL" clId="{BD197E9B-A9F1-4854-AADC-4B7756F09CAE}" dt="2024-01-15T18:31:46.478" v="76" actId="478"/>
          <ac:cxnSpMkLst>
            <pc:docMk/>
            <pc:sldMk cId="675817458" sldId="275"/>
            <ac:cxnSpMk id="39" creationId="{3CA98CE2-7767-4DDD-94B9-3BC8CD5039DC}"/>
          </ac:cxnSpMkLst>
        </pc:cxnChg>
        <pc:cxnChg chg="del mod">
          <ac:chgData name="Pedro Alatorre" userId="9d3befdc-a3aa-476f-8ce4-395f998ca365" providerId="ADAL" clId="{BD197E9B-A9F1-4854-AADC-4B7756F09CAE}" dt="2024-01-15T18:31:41.167" v="70" actId="478"/>
          <ac:cxnSpMkLst>
            <pc:docMk/>
            <pc:sldMk cId="675817458" sldId="275"/>
            <ac:cxnSpMk id="46" creationId="{591E5DB0-5439-42C1-A53B-B5F13EF8712E}"/>
          </ac:cxnSpMkLst>
        </pc:cxnChg>
        <pc:cxnChg chg="del">
          <ac:chgData name="Pedro Alatorre" userId="9d3befdc-a3aa-476f-8ce4-395f998ca365" providerId="ADAL" clId="{BD197E9B-A9F1-4854-AADC-4B7756F09CAE}" dt="2024-01-15T18:31:48.977" v="79" actId="478"/>
          <ac:cxnSpMkLst>
            <pc:docMk/>
            <pc:sldMk cId="675817458" sldId="275"/>
            <ac:cxnSpMk id="52" creationId="{E6D871F0-CD23-452A-A34B-988F4AB3DA48}"/>
          </ac:cxnSpMkLst>
        </pc:cxnChg>
        <pc:cxnChg chg="del">
          <ac:chgData name="Pedro Alatorre" userId="9d3befdc-a3aa-476f-8ce4-395f998ca365" providerId="ADAL" clId="{BD197E9B-A9F1-4854-AADC-4B7756F09CAE}" dt="2024-01-15T18:31:58.547" v="90" actId="478"/>
          <ac:cxnSpMkLst>
            <pc:docMk/>
            <pc:sldMk cId="675817458" sldId="275"/>
            <ac:cxnSpMk id="53" creationId="{0EF7F075-CB7A-4252-B38B-4E4DBD5722E5}"/>
          </ac:cxnSpMkLst>
        </pc:cxnChg>
        <pc:cxnChg chg="del">
          <ac:chgData name="Pedro Alatorre" userId="9d3befdc-a3aa-476f-8ce4-395f998ca365" providerId="ADAL" clId="{BD197E9B-A9F1-4854-AADC-4B7756F09CAE}" dt="2024-01-15T18:31:57.157" v="88" actId="478"/>
          <ac:cxnSpMkLst>
            <pc:docMk/>
            <pc:sldMk cId="675817458" sldId="275"/>
            <ac:cxnSpMk id="55" creationId="{3D468B79-F5E5-4D0A-BB07-45D8B8924100}"/>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B7CE7B-FD34-468C-B952-3A5C6A452B41}" type="datetimeFigureOut">
              <a:rPr lang="es-MX" smtClean="0"/>
              <a:t>15/01/2024</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47DA94-F6C9-4C8B-A359-ADC4B18E6CA5}" type="slidenum">
              <a:rPr lang="es-MX" smtClean="0"/>
              <a:t>‹Nº›</a:t>
            </a:fld>
            <a:endParaRPr lang="es-MX"/>
          </a:p>
        </p:txBody>
      </p:sp>
    </p:spTree>
    <p:extLst>
      <p:ext uri="{BB962C8B-B14F-4D97-AF65-F5344CB8AC3E}">
        <p14:creationId xmlns:p14="http://schemas.microsoft.com/office/powerpoint/2010/main" val="29840197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D047DA94-F6C9-4C8B-A359-ADC4B18E6CA5}" type="slidenum">
              <a:rPr lang="es-MX" smtClean="0"/>
              <a:t>1</a:t>
            </a:fld>
            <a:endParaRPr lang="es-MX"/>
          </a:p>
        </p:txBody>
      </p:sp>
    </p:spTree>
    <p:extLst>
      <p:ext uri="{BB962C8B-B14F-4D97-AF65-F5344CB8AC3E}">
        <p14:creationId xmlns:p14="http://schemas.microsoft.com/office/powerpoint/2010/main" val="7205380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D047DA94-F6C9-4C8B-A359-ADC4B18E6CA5}" type="slidenum">
              <a:rPr lang="es-MX" smtClean="0"/>
              <a:t>7</a:t>
            </a:fld>
            <a:endParaRPr lang="es-MX"/>
          </a:p>
        </p:txBody>
      </p:sp>
    </p:spTree>
    <p:extLst>
      <p:ext uri="{BB962C8B-B14F-4D97-AF65-F5344CB8AC3E}">
        <p14:creationId xmlns:p14="http://schemas.microsoft.com/office/powerpoint/2010/main" val="9316610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98DEDD-4759-425C-A08F-138B8F11ED1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C67397D5-9D60-4805-B7A6-23DDDD61D3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68A02313-9BCF-4C84-862B-DAE45B50C7CB}"/>
              </a:ext>
            </a:extLst>
          </p:cNvPr>
          <p:cNvSpPr>
            <a:spLocks noGrp="1"/>
          </p:cNvSpPr>
          <p:nvPr>
            <p:ph type="dt" sz="half" idx="10"/>
          </p:nvPr>
        </p:nvSpPr>
        <p:spPr/>
        <p:txBody>
          <a:bodyPr/>
          <a:lstStyle/>
          <a:p>
            <a:fld id="{47238F7E-5965-4DBF-A6BE-AA7EDEF6AF9E}" type="datetimeFigureOut">
              <a:rPr lang="es-MX" smtClean="0"/>
              <a:t>15/01/2024</a:t>
            </a:fld>
            <a:endParaRPr lang="es-MX"/>
          </a:p>
        </p:txBody>
      </p:sp>
      <p:sp>
        <p:nvSpPr>
          <p:cNvPr id="5" name="Marcador de pie de página 4">
            <a:extLst>
              <a:ext uri="{FF2B5EF4-FFF2-40B4-BE49-F238E27FC236}">
                <a16:creationId xmlns:a16="http://schemas.microsoft.com/office/drawing/2014/main" id="{C8A226E1-35E9-4CAF-966B-30C2F65F23B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DC0CCBD-199B-4EE5-B4EA-4387C9EB2B1B}"/>
              </a:ext>
            </a:extLst>
          </p:cNvPr>
          <p:cNvSpPr>
            <a:spLocks noGrp="1"/>
          </p:cNvSpPr>
          <p:nvPr>
            <p:ph type="sldNum" sz="quarter" idx="12"/>
          </p:nvPr>
        </p:nvSpPr>
        <p:spPr/>
        <p:txBody>
          <a:bodyPr/>
          <a:lstStyle/>
          <a:p>
            <a:fld id="{DC0F45DF-23C7-4842-98CC-B485DD4DB01A}" type="slidenum">
              <a:rPr lang="es-MX" smtClean="0"/>
              <a:t>‹Nº›</a:t>
            </a:fld>
            <a:endParaRPr lang="es-MX"/>
          </a:p>
        </p:txBody>
      </p:sp>
    </p:spTree>
    <p:extLst>
      <p:ext uri="{BB962C8B-B14F-4D97-AF65-F5344CB8AC3E}">
        <p14:creationId xmlns:p14="http://schemas.microsoft.com/office/powerpoint/2010/main" val="13904622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0F819-52EA-4575-B2F3-BA0F7E7A2C2D}"/>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45E4C1A3-7130-4B13-A198-2F9260C74931}"/>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CAA0E31-A6E8-4745-93F3-E375289C982E}"/>
              </a:ext>
            </a:extLst>
          </p:cNvPr>
          <p:cNvSpPr>
            <a:spLocks noGrp="1"/>
          </p:cNvSpPr>
          <p:nvPr>
            <p:ph type="dt" sz="half" idx="10"/>
          </p:nvPr>
        </p:nvSpPr>
        <p:spPr/>
        <p:txBody>
          <a:bodyPr/>
          <a:lstStyle/>
          <a:p>
            <a:fld id="{47238F7E-5965-4DBF-A6BE-AA7EDEF6AF9E}" type="datetimeFigureOut">
              <a:rPr lang="es-MX" smtClean="0"/>
              <a:t>15/01/2024</a:t>
            </a:fld>
            <a:endParaRPr lang="es-MX"/>
          </a:p>
        </p:txBody>
      </p:sp>
      <p:sp>
        <p:nvSpPr>
          <p:cNvPr id="5" name="Marcador de pie de página 4">
            <a:extLst>
              <a:ext uri="{FF2B5EF4-FFF2-40B4-BE49-F238E27FC236}">
                <a16:creationId xmlns:a16="http://schemas.microsoft.com/office/drawing/2014/main" id="{64FCD95E-13AF-4D1D-925E-65EC100CEC0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406F7ECD-502E-461D-B1DE-D5F1932FC9C9}"/>
              </a:ext>
            </a:extLst>
          </p:cNvPr>
          <p:cNvSpPr>
            <a:spLocks noGrp="1"/>
          </p:cNvSpPr>
          <p:nvPr>
            <p:ph type="sldNum" sz="quarter" idx="12"/>
          </p:nvPr>
        </p:nvSpPr>
        <p:spPr/>
        <p:txBody>
          <a:bodyPr/>
          <a:lstStyle/>
          <a:p>
            <a:fld id="{DC0F45DF-23C7-4842-98CC-B485DD4DB01A}" type="slidenum">
              <a:rPr lang="es-MX" smtClean="0"/>
              <a:t>‹Nº›</a:t>
            </a:fld>
            <a:endParaRPr lang="es-MX"/>
          </a:p>
        </p:txBody>
      </p:sp>
    </p:spTree>
    <p:extLst>
      <p:ext uri="{BB962C8B-B14F-4D97-AF65-F5344CB8AC3E}">
        <p14:creationId xmlns:p14="http://schemas.microsoft.com/office/powerpoint/2010/main" val="3839207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E92637-4A44-4B41-BFAA-35D9738663F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49C1BDD-4F09-4811-97EF-B3A9B41B65B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87EC0F6-B52E-4852-A043-3E846F50E9DB}"/>
              </a:ext>
            </a:extLst>
          </p:cNvPr>
          <p:cNvSpPr>
            <a:spLocks noGrp="1"/>
          </p:cNvSpPr>
          <p:nvPr>
            <p:ph type="dt" sz="half" idx="10"/>
          </p:nvPr>
        </p:nvSpPr>
        <p:spPr/>
        <p:txBody>
          <a:bodyPr/>
          <a:lstStyle/>
          <a:p>
            <a:fld id="{47238F7E-5965-4DBF-A6BE-AA7EDEF6AF9E}" type="datetimeFigureOut">
              <a:rPr lang="es-MX" smtClean="0"/>
              <a:t>15/01/2024</a:t>
            </a:fld>
            <a:endParaRPr lang="es-MX"/>
          </a:p>
        </p:txBody>
      </p:sp>
      <p:sp>
        <p:nvSpPr>
          <p:cNvPr id="5" name="Marcador de pie de página 4">
            <a:extLst>
              <a:ext uri="{FF2B5EF4-FFF2-40B4-BE49-F238E27FC236}">
                <a16:creationId xmlns:a16="http://schemas.microsoft.com/office/drawing/2014/main" id="{EF9FE94F-DDD4-40C7-91C1-1DD3A3B36BA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2E274B66-F74F-447C-9625-8FC88D7A1D13}"/>
              </a:ext>
            </a:extLst>
          </p:cNvPr>
          <p:cNvSpPr>
            <a:spLocks noGrp="1"/>
          </p:cNvSpPr>
          <p:nvPr>
            <p:ph type="sldNum" sz="quarter" idx="12"/>
          </p:nvPr>
        </p:nvSpPr>
        <p:spPr/>
        <p:txBody>
          <a:bodyPr/>
          <a:lstStyle/>
          <a:p>
            <a:fld id="{DC0F45DF-23C7-4842-98CC-B485DD4DB01A}" type="slidenum">
              <a:rPr lang="es-MX" smtClean="0"/>
              <a:t>‹Nº›</a:t>
            </a:fld>
            <a:endParaRPr lang="es-MX"/>
          </a:p>
        </p:txBody>
      </p:sp>
    </p:spTree>
    <p:extLst>
      <p:ext uri="{BB962C8B-B14F-4D97-AF65-F5344CB8AC3E}">
        <p14:creationId xmlns:p14="http://schemas.microsoft.com/office/powerpoint/2010/main" val="28379647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2E9BA5-2F34-4958-8040-0B93B43DE9FC}"/>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FA0AA7DC-F961-4C83-828B-D69EC21CDF17}"/>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1BF59C8F-123F-425C-8C74-632BB798F70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DD488A99-5C58-458A-B321-67D993376F84}"/>
              </a:ext>
            </a:extLst>
          </p:cNvPr>
          <p:cNvSpPr>
            <a:spLocks noGrp="1"/>
          </p:cNvSpPr>
          <p:nvPr>
            <p:ph type="dt" sz="half" idx="10"/>
          </p:nvPr>
        </p:nvSpPr>
        <p:spPr/>
        <p:txBody>
          <a:bodyPr/>
          <a:lstStyle/>
          <a:p>
            <a:fld id="{47238F7E-5965-4DBF-A6BE-AA7EDEF6AF9E}" type="datetimeFigureOut">
              <a:rPr lang="es-MX" smtClean="0"/>
              <a:t>15/01/2024</a:t>
            </a:fld>
            <a:endParaRPr lang="es-MX"/>
          </a:p>
        </p:txBody>
      </p:sp>
      <p:sp>
        <p:nvSpPr>
          <p:cNvPr id="6" name="Marcador de pie de página 5">
            <a:extLst>
              <a:ext uri="{FF2B5EF4-FFF2-40B4-BE49-F238E27FC236}">
                <a16:creationId xmlns:a16="http://schemas.microsoft.com/office/drawing/2014/main" id="{6990553F-D2EF-499D-8757-E8A55FDD8C63}"/>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FABD7F1-7B64-462D-AA42-9D9E1DCAF110}"/>
              </a:ext>
            </a:extLst>
          </p:cNvPr>
          <p:cNvSpPr>
            <a:spLocks noGrp="1"/>
          </p:cNvSpPr>
          <p:nvPr>
            <p:ph type="sldNum" sz="quarter" idx="12"/>
          </p:nvPr>
        </p:nvSpPr>
        <p:spPr/>
        <p:txBody>
          <a:bodyPr/>
          <a:lstStyle/>
          <a:p>
            <a:fld id="{DC0F45DF-23C7-4842-98CC-B485DD4DB01A}" type="slidenum">
              <a:rPr lang="es-MX" smtClean="0"/>
              <a:t>‹Nº›</a:t>
            </a:fld>
            <a:endParaRPr lang="es-MX"/>
          </a:p>
        </p:txBody>
      </p:sp>
    </p:spTree>
    <p:extLst>
      <p:ext uri="{BB962C8B-B14F-4D97-AF65-F5344CB8AC3E}">
        <p14:creationId xmlns:p14="http://schemas.microsoft.com/office/powerpoint/2010/main" val="1881509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06E1E9-DA5A-4411-BAB0-7A3D26C0F5D9}"/>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3B40824-7FC7-478B-A15E-B544FA4331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23A72DDC-F6DA-4E75-BB5D-CCACBFF56D2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A3EE0B80-B018-4C12-8F95-6ED3D34D77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BE384126-1046-4271-992B-DBF9D067AB2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5E8A9705-1980-4755-BFBD-5227976E28F5}"/>
              </a:ext>
            </a:extLst>
          </p:cNvPr>
          <p:cNvSpPr>
            <a:spLocks noGrp="1"/>
          </p:cNvSpPr>
          <p:nvPr>
            <p:ph type="dt" sz="half" idx="10"/>
          </p:nvPr>
        </p:nvSpPr>
        <p:spPr/>
        <p:txBody>
          <a:bodyPr/>
          <a:lstStyle/>
          <a:p>
            <a:fld id="{47238F7E-5965-4DBF-A6BE-AA7EDEF6AF9E}" type="datetimeFigureOut">
              <a:rPr lang="es-MX" smtClean="0"/>
              <a:t>15/01/2024</a:t>
            </a:fld>
            <a:endParaRPr lang="es-MX"/>
          </a:p>
        </p:txBody>
      </p:sp>
      <p:sp>
        <p:nvSpPr>
          <p:cNvPr id="8" name="Marcador de pie de página 7">
            <a:extLst>
              <a:ext uri="{FF2B5EF4-FFF2-40B4-BE49-F238E27FC236}">
                <a16:creationId xmlns:a16="http://schemas.microsoft.com/office/drawing/2014/main" id="{D39D1201-86EA-42BC-82D5-78934C89E9CE}"/>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77E21036-3A72-4CB2-9FA6-2A999933F650}"/>
              </a:ext>
            </a:extLst>
          </p:cNvPr>
          <p:cNvSpPr>
            <a:spLocks noGrp="1"/>
          </p:cNvSpPr>
          <p:nvPr>
            <p:ph type="sldNum" sz="quarter" idx="12"/>
          </p:nvPr>
        </p:nvSpPr>
        <p:spPr/>
        <p:txBody>
          <a:bodyPr/>
          <a:lstStyle/>
          <a:p>
            <a:fld id="{DC0F45DF-23C7-4842-98CC-B485DD4DB01A}" type="slidenum">
              <a:rPr lang="es-MX" smtClean="0"/>
              <a:t>‹Nº›</a:t>
            </a:fld>
            <a:endParaRPr lang="es-MX"/>
          </a:p>
        </p:txBody>
      </p:sp>
    </p:spTree>
    <p:extLst>
      <p:ext uri="{BB962C8B-B14F-4D97-AF65-F5344CB8AC3E}">
        <p14:creationId xmlns:p14="http://schemas.microsoft.com/office/powerpoint/2010/main" val="4034528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404FE1-3299-4C78-AAED-6439B726F4E5}"/>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311249EC-2538-4ECC-9E12-87B7FF0D15C4}"/>
              </a:ext>
            </a:extLst>
          </p:cNvPr>
          <p:cNvSpPr>
            <a:spLocks noGrp="1"/>
          </p:cNvSpPr>
          <p:nvPr>
            <p:ph type="dt" sz="half" idx="10"/>
          </p:nvPr>
        </p:nvSpPr>
        <p:spPr/>
        <p:txBody>
          <a:bodyPr/>
          <a:lstStyle/>
          <a:p>
            <a:fld id="{47238F7E-5965-4DBF-A6BE-AA7EDEF6AF9E}" type="datetimeFigureOut">
              <a:rPr lang="es-MX" smtClean="0"/>
              <a:t>15/01/2024</a:t>
            </a:fld>
            <a:endParaRPr lang="es-MX"/>
          </a:p>
        </p:txBody>
      </p:sp>
      <p:sp>
        <p:nvSpPr>
          <p:cNvPr id="4" name="Marcador de pie de página 3">
            <a:extLst>
              <a:ext uri="{FF2B5EF4-FFF2-40B4-BE49-F238E27FC236}">
                <a16:creationId xmlns:a16="http://schemas.microsoft.com/office/drawing/2014/main" id="{4516AD5F-859B-4836-BDA1-E058920E53EA}"/>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3811CC77-3539-4DDE-8AAE-7D8699E2F4D8}"/>
              </a:ext>
            </a:extLst>
          </p:cNvPr>
          <p:cNvSpPr>
            <a:spLocks noGrp="1"/>
          </p:cNvSpPr>
          <p:nvPr>
            <p:ph type="sldNum" sz="quarter" idx="12"/>
          </p:nvPr>
        </p:nvSpPr>
        <p:spPr/>
        <p:txBody>
          <a:bodyPr/>
          <a:lstStyle/>
          <a:p>
            <a:fld id="{DC0F45DF-23C7-4842-98CC-B485DD4DB01A}" type="slidenum">
              <a:rPr lang="es-MX" smtClean="0"/>
              <a:t>‹Nº›</a:t>
            </a:fld>
            <a:endParaRPr lang="es-MX"/>
          </a:p>
        </p:txBody>
      </p:sp>
    </p:spTree>
    <p:extLst>
      <p:ext uri="{BB962C8B-B14F-4D97-AF65-F5344CB8AC3E}">
        <p14:creationId xmlns:p14="http://schemas.microsoft.com/office/powerpoint/2010/main" val="18586386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702585F-4E6B-4333-AEA9-847A383F6DFE}"/>
              </a:ext>
            </a:extLst>
          </p:cNvPr>
          <p:cNvSpPr>
            <a:spLocks noGrp="1"/>
          </p:cNvSpPr>
          <p:nvPr>
            <p:ph type="dt" sz="half" idx="10"/>
          </p:nvPr>
        </p:nvSpPr>
        <p:spPr/>
        <p:txBody>
          <a:bodyPr/>
          <a:lstStyle/>
          <a:p>
            <a:fld id="{47238F7E-5965-4DBF-A6BE-AA7EDEF6AF9E}" type="datetimeFigureOut">
              <a:rPr lang="es-MX" smtClean="0"/>
              <a:t>15/01/2024</a:t>
            </a:fld>
            <a:endParaRPr lang="es-MX"/>
          </a:p>
        </p:txBody>
      </p:sp>
      <p:sp>
        <p:nvSpPr>
          <p:cNvPr id="3" name="Marcador de pie de página 2">
            <a:extLst>
              <a:ext uri="{FF2B5EF4-FFF2-40B4-BE49-F238E27FC236}">
                <a16:creationId xmlns:a16="http://schemas.microsoft.com/office/drawing/2014/main" id="{E737D3C3-5D29-4FCE-842F-2C2A0834008C}"/>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3B4CA8B7-6B9C-44C7-A4BA-44BF402B38D3}"/>
              </a:ext>
            </a:extLst>
          </p:cNvPr>
          <p:cNvSpPr>
            <a:spLocks noGrp="1"/>
          </p:cNvSpPr>
          <p:nvPr>
            <p:ph type="sldNum" sz="quarter" idx="12"/>
          </p:nvPr>
        </p:nvSpPr>
        <p:spPr/>
        <p:txBody>
          <a:bodyPr/>
          <a:lstStyle/>
          <a:p>
            <a:fld id="{DC0F45DF-23C7-4842-98CC-B485DD4DB01A}" type="slidenum">
              <a:rPr lang="es-MX" smtClean="0"/>
              <a:t>‹Nº›</a:t>
            </a:fld>
            <a:endParaRPr lang="es-MX"/>
          </a:p>
        </p:txBody>
      </p:sp>
    </p:spTree>
    <p:extLst>
      <p:ext uri="{BB962C8B-B14F-4D97-AF65-F5344CB8AC3E}">
        <p14:creationId xmlns:p14="http://schemas.microsoft.com/office/powerpoint/2010/main" val="14799156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59F943-4DD3-42CE-9365-9F1FE27FBA1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8BEE41C8-AB71-400A-A960-CC65AE34F1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1CCF53B9-AC56-435A-8BEB-9BEF126A61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51D08A9-FC93-43CB-B64D-F54B498D548C}"/>
              </a:ext>
            </a:extLst>
          </p:cNvPr>
          <p:cNvSpPr>
            <a:spLocks noGrp="1"/>
          </p:cNvSpPr>
          <p:nvPr>
            <p:ph type="dt" sz="half" idx="10"/>
          </p:nvPr>
        </p:nvSpPr>
        <p:spPr/>
        <p:txBody>
          <a:bodyPr/>
          <a:lstStyle/>
          <a:p>
            <a:fld id="{47238F7E-5965-4DBF-A6BE-AA7EDEF6AF9E}" type="datetimeFigureOut">
              <a:rPr lang="es-MX" smtClean="0"/>
              <a:t>15/01/2024</a:t>
            </a:fld>
            <a:endParaRPr lang="es-MX"/>
          </a:p>
        </p:txBody>
      </p:sp>
      <p:sp>
        <p:nvSpPr>
          <p:cNvPr id="6" name="Marcador de pie de página 5">
            <a:extLst>
              <a:ext uri="{FF2B5EF4-FFF2-40B4-BE49-F238E27FC236}">
                <a16:creationId xmlns:a16="http://schemas.microsoft.com/office/drawing/2014/main" id="{1BACDA20-D1A4-4BC8-84FA-31C43C5700F3}"/>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D0F4A79-BC8C-4E35-8DC8-CE5A2C60C712}"/>
              </a:ext>
            </a:extLst>
          </p:cNvPr>
          <p:cNvSpPr>
            <a:spLocks noGrp="1"/>
          </p:cNvSpPr>
          <p:nvPr>
            <p:ph type="sldNum" sz="quarter" idx="12"/>
          </p:nvPr>
        </p:nvSpPr>
        <p:spPr/>
        <p:txBody>
          <a:bodyPr/>
          <a:lstStyle/>
          <a:p>
            <a:fld id="{DC0F45DF-23C7-4842-98CC-B485DD4DB01A}" type="slidenum">
              <a:rPr lang="es-MX" smtClean="0"/>
              <a:t>‹Nº›</a:t>
            </a:fld>
            <a:endParaRPr lang="es-MX"/>
          </a:p>
        </p:txBody>
      </p:sp>
    </p:spTree>
    <p:extLst>
      <p:ext uri="{BB962C8B-B14F-4D97-AF65-F5344CB8AC3E}">
        <p14:creationId xmlns:p14="http://schemas.microsoft.com/office/powerpoint/2010/main" val="16442814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92D1B0-58F6-4C34-840B-093931B6837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E66CC05C-0C88-441F-9502-31AB67AB72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30CCAD5D-EB99-4563-A3CA-733D51214C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8F4514E-9EB3-4449-B19E-AD956B4EE6BE}"/>
              </a:ext>
            </a:extLst>
          </p:cNvPr>
          <p:cNvSpPr>
            <a:spLocks noGrp="1"/>
          </p:cNvSpPr>
          <p:nvPr>
            <p:ph type="dt" sz="half" idx="10"/>
          </p:nvPr>
        </p:nvSpPr>
        <p:spPr/>
        <p:txBody>
          <a:bodyPr/>
          <a:lstStyle/>
          <a:p>
            <a:fld id="{47238F7E-5965-4DBF-A6BE-AA7EDEF6AF9E}" type="datetimeFigureOut">
              <a:rPr lang="es-MX" smtClean="0"/>
              <a:t>15/01/2024</a:t>
            </a:fld>
            <a:endParaRPr lang="es-MX"/>
          </a:p>
        </p:txBody>
      </p:sp>
      <p:sp>
        <p:nvSpPr>
          <p:cNvPr id="6" name="Marcador de pie de página 5">
            <a:extLst>
              <a:ext uri="{FF2B5EF4-FFF2-40B4-BE49-F238E27FC236}">
                <a16:creationId xmlns:a16="http://schemas.microsoft.com/office/drawing/2014/main" id="{5B4BC939-8991-4702-AE3F-047C0C4C68E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5A3118AD-E666-4434-BC2F-676ECBDEF8BC}"/>
              </a:ext>
            </a:extLst>
          </p:cNvPr>
          <p:cNvSpPr>
            <a:spLocks noGrp="1"/>
          </p:cNvSpPr>
          <p:nvPr>
            <p:ph type="sldNum" sz="quarter" idx="12"/>
          </p:nvPr>
        </p:nvSpPr>
        <p:spPr/>
        <p:txBody>
          <a:bodyPr/>
          <a:lstStyle/>
          <a:p>
            <a:fld id="{DC0F45DF-23C7-4842-98CC-B485DD4DB01A}" type="slidenum">
              <a:rPr lang="es-MX" smtClean="0"/>
              <a:t>‹Nº›</a:t>
            </a:fld>
            <a:endParaRPr lang="es-MX"/>
          </a:p>
        </p:txBody>
      </p:sp>
    </p:spTree>
    <p:extLst>
      <p:ext uri="{BB962C8B-B14F-4D97-AF65-F5344CB8AC3E}">
        <p14:creationId xmlns:p14="http://schemas.microsoft.com/office/powerpoint/2010/main" val="3038927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B82FFD-0904-4BA8-92BE-3BF7E50F413C}"/>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2DBBE9A9-1203-476F-A43A-CCC904C9DC9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BDE22D1-35F5-414A-9D0A-661CADA5AE71}"/>
              </a:ext>
            </a:extLst>
          </p:cNvPr>
          <p:cNvSpPr>
            <a:spLocks noGrp="1"/>
          </p:cNvSpPr>
          <p:nvPr>
            <p:ph type="dt" sz="half" idx="10"/>
          </p:nvPr>
        </p:nvSpPr>
        <p:spPr/>
        <p:txBody>
          <a:bodyPr/>
          <a:lstStyle/>
          <a:p>
            <a:fld id="{47238F7E-5965-4DBF-A6BE-AA7EDEF6AF9E}" type="datetimeFigureOut">
              <a:rPr lang="es-MX" smtClean="0"/>
              <a:t>15/01/2024</a:t>
            </a:fld>
            <a:endParaRPr lang="es-MX"/>
          </a:p>
        </p:txBody>
      </p:sp>
      <p:sp>
        <p:nvSpPr>
          <p:cNvPr id="5" name="Marcador de pie de página 4">
            <a:extLst>
              <a:ext uri="{FF2B5EF4-FFF2-40B4-BE49-F238E27FC236}">
                <a16:creationId xmlns:a16="http://schemas.microsoft.com/office/drawing/2014/main" id="{85FA2EC9-74B6-411D-88D3-159C02B00A4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146D06B-4946-43E5-BD20-C386863A1BDE}"/>
              </a:ext>
            </a:extLst>
          </p:cNvPr>
          <p:cNvSpPr>
            <a:spLocks noGrp="1"/>
          </p:cNvSpPr>
          <p:nvPr>
            <p:ph type="sldNum" sz="quarter" idx="12"/>
          </p:nvPr>
        </p:nvSpPr>
        <p:spPr/>
        <p:txBody>
          <a:bodyPr/>
          <a:lstStyle/>
          <a:p>
            <a:fld id="{DC0F45DF-23C7-4842-98CC-B485DD4DB01A}" type="slidenum">
              <a:rPr lang="es-MX" smtClean="0"/>
              <a:t>‹Nº›</a:t>
            </a:fld>
            <a:endParaRPr lang="es-MX"/>
          </a:p>
        </p:txBody>
      </p:sp>
    </p:spTree>
    <p:extLst>
      <p:ext uri="{BB962C8B-B14F-4D97-AF65-F5344CB8AC3E}">
        <p14:creationId xmlns:p14="http://schemas.microsoft.com/office/powerpoint/2010/main" val="2719924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8E58BDA-9E81-491E-81E9-B1B00B7113C3}"/>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97A38005-508C-425E-8D9E-4C74F6AB3F91}"/>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3E07F9B3-8722-455A-BE20-F476E8610D42}"/>
              </a:ext>
            </a:extLst>
          </p:cNvPr>
          <p:cNvSpPr>
            <a:spLocks noGrp="1"/>
          </p:cNvSpPr>
          <p:nvPr>
            <p:ph type="dt" sz="half" idx="10"/>
          </p:nvPr>
        </p:nvSpPr>
        <p:spPr/>
        <p:txBody>
          <a:bodyPr/>
          <a:lstStyle/>
          <a:p>
            <a:fld id="{47238F7E-5965-4DBF-A6BE-AA7EDEF6AF9E}" type="datetimeFigureOut">
              <a:rPr lang="es-MX" smtClean="0"/>
              <a:t>15/01/2024</a:t>
            </a:fld>
            <a:endParaRPr lang="es-MX"/>
          </a:p>
        </p:txBody>
      </p:sp>
      <p:sp>
        <p:nvSpPr>
          <p:cNvPr id="5" name="Marcador de pie de página 4">
            <a:extLst>
              <a:ext uri="{FF2B5EF4-FFF2-40B4-BE49-F238E27FC236}">
                <a16:creationId xmlns:a16="http://schemas.microsoft.com/office/drawing/2014/main" id="{72A23D23-935F-4098-95D1-D5D018900D7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19D3406-ADE7-4A6C-84EA-D3CFE77D700F}"/>
              </a:ext>
            </a:extLst>
          </p:cNvPr>
          <p:cNvSpPr>
            <a:spLocks noGrp="1"/>
          </p:cNvSpPr>
          <p:nvPr>
            <p:ph type="sldNum" sz="quarter" idx="12"/>
          </p:nvPr>
        </p:nvSpPr>
        <p:spPr/>
        <p:txBody>
          <a:bodyPr/>
          <a:lstStyle/>
          <a:p>
            <a:fld id="{DC0F45DF-23C7-4842-98CC-B485DD4DB01A}" type="slidenum">
              <a:rPr lang="es-MX" smtClean="0"/>
              <a:t>‹Nº›</a:t>
            </a:fld>
            <a:endParaRPr lang="es-MX"/>
          </a:p>
        </p:txBody>
      </p:sp>
    </p:spTree>
    <p:extLst>
      <p:ext uri="{BB962C8B-B14F-4D97-AF65-F5344CB8AC3E}">
        <p14:creationId xmlns:p14="http://schemas.microsoft.com/office/powerpoint/2010/main" val="13941002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C440AF8-622A-4045-A5DF-595C0913F4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A59C0DA-606F-47F6-9DF6-0848DBC122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F6395A2A-9A0B-457F-942A-7BDF7EA204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238F7E-5965-4DBF-A6BE-AA7EDEF6AF9E}" type="datetimeFigureOut">
              <a:rPr lang="es-MX" smtClean="0"/>
              <a:t>15/01/2024</a:t>
            </a:fld>
            <a:endParaRPr lang="es-MX"/>
          </a:p>
        </p:txBody>
      </p:sp>
      <p:sp>
        <p:nvSpPr>
          <p:cNvPr id="5" name="Marcador de pie de página 4">
            <a:extLst>
              <a:ext uri="{FF2B5EF4-FFF2-40B4-BE49-F238E27FC236}">
                <a16:creationId xmlns:a16="http://schemas.microsoft.com/office/drawing/2014/main" id="{36749F90-AD8B-43DD-98F7-A7360C03B7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52CF4D14-3444-4531-AB87-2075C80D32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0F45DF-23C7-4842-98CC-B485DD4DB01A}" type="slidenum">
              <a:rPr lang="es-MX" smtClean="0"/>
              <a:t>‹Nº›</a:t>
            </a:fld>
            <a:endParaRPr lang="es-MX"/>
          </a:p>
        </p:txBody>
      </p:sp>
    </p:spTree>
    <p:extLst>
      <p:ext uri="{BB962C8B-B14F-4D97-AF65-F5344CB8AC3E}">
        <p14:creationId xmlns:p14="http://schemas.microsoft.com/office/powerpoint/2010/main" val="33514342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2F5DC0-3F93-4029-8C50-251DFC620358}"/>
              </a:ext>
            </a:extLst>
          </p:cNvPr>
          <p:cNvSpPr>
            <a:spLocks noGrp="1"/>
          </p:cNvSpPr>
          <p:nvPr>
            <p:ph type="ctrTitle"/>
          </p:nvPr>
        </p:nvSpPr>
        <p:spPr>
          <a:xfrm>
            <a:off x="1524000" y="1122362"/>
            <a:ext cx="9144000" cy="2802523"/>
          </a:xfrm>
        </p:spPr>
        <p:txBody>
          <a:bodyPr>
            <a:normAutofit/>
          </a:bodyPr>
          <a:lstStyle/>
          <a:p>
            <a:r>
              <a:rPr lang="es-MX" b="1"/>
              <a:t>Método análisis causa y efecto</a:t>
            </a:r>
            <a:br>
              <a:rPr lang="es-MX" b="1"/>
            </a:br>
            <a:r>
              <a:rPr lang="es-MX" b="1"/>
              <a:t>(Diagrama Ishikawa)</a:t>
            </a:r>
          </a:p>
        </p:txBody>
      </p:sp>
    </p:spTree>
    <p:extLst>
      <p:ext uri="{BB962C8B-B14F-4D97-AF65-F5344CB8AC3E}">
        <p14:creationId xmlns:p14="http://schemas.microsoft.com/office/powerpoint/2010/main" val="28108556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9C7559-8718-428E-88B5-AA339B4CF04C}"/>
              </a:ext>
            </a:extLst>
          </p:cNvPr>
          <p:cNvSpPr>
            <a:spLocks noGrp="1"/>
          </p:cNvSpPr>
          <p:nvPr>
            <p:ph type="title"/>
          </p:nvPr>
        </p:nvSpPr>
        <p:spPr/>
        <p:txBody>
          <a:bodyPr/>
          <a:lstStyle/>
          <a:p>
            <a:pPr algn="ctr"/>
            <a:r>
              <a:rPr lang="es-MX" b="1"/>
              <a:t>¿Qué es?</a:t>
            </a:r>
          </a:p>
        </p:txBody>
      </p:sp>
      <p:sp>
        <p:nvSpPr>
          <p:cNvPr id="3" name="Marcador de contenido 2">
            <a:extLst>
              <a:ext uri="{FF2B5EF4-FFF2-40B4-BE49-F238E27FC236}">
                <a16:creationId xmlns:a16="http://schemas.microsoft.com/office/drawing/2014/main" id="{64FA19AC-D2C8-4239-98D3-F0B588325EE4}"/>
              </a:ext>
            </a:extLst>
          </p:cNvPr>
          <p:cNvSpPr>
            <a:spLocks noGrp="1"/>
          </p:cNvSpPr>
          <p:nvPr>
            <p:ph idx="1"/>
          </p:nvPr>
        </p:nvSpPr>
        <p:spPr/>
        <p:txBody>
          <a:bodyPr>
            <a:normAutofit/>
          </a:bodyPr>
          <a:lstStyle/>
          <a:p>
            <a:pPr algn="just"/>
            <a:r>
              <a:rPr lang="es-MX"/>
              <a:t>El diagrama de Ishikawa supone el análisis fácil, sencillo y estructurado de  un problema mediante la definición de sus causas y efectos. Básicamente representa la relación entre un efecto y todas las posibles causas que lo ocasionan.</a:t>
            </a:r>
          </a:p>
          <a:p>
            <a:pPr algn="just"/>
            <a:endParaRPr lang="es-MX"/>
          </a:p>
          <a:p>
            <a:pPr algn="just"/>
            <a:r>
              <a:rPr lang="es-MX"/>
              <a:t>El modelo de Ishikawa planeta dos hipótesis:</a:t>
            </a:r>
          </a:p>
          <a:p>
            <a:pPr marL="971550" lvl="1" indent="-514350" algn="just">
              <a:buFont typeface="+mj-lt"/>
              <a:buAutoNum type="arabicPeriod"/>
            </a:pPr>
            <a:r>
              <a:rPr lang="es-MX"/>
              <a:t>Existe un número limitado de causas principales y secundarias para cada problema.</a:t>
            </a:r>
          </a:p>
          <a:p>
            <a:pPr marL="971550" lvl="1" indent="-514350" algn="just">
              <a:buFont typeface="+mj-lt"/>
              <a:buAutoNum type="arabicPeriod"/>
            </a:pPr>
            <a:r>
              <a:rPr lang="es-MX"/>
              <a:t>Distinguir estos dos tipos de causas es una primera etapa hacia la resolución  del problema.</a:t>
            </a:r>
          </a:p>
          <a:p>
            <a:pPr algn="just"/>
            <a:endParaRPr lang="es-MX"/>
          </a:p>
        </p:txBody>
      </p:sp>
    </p:spTree>
    <p:extLst>
      <p:ext uri="{BB962C8B-B14F-4D97-AF65-F5344CB8AC3E}">
        <p14:creationId xmlns:p14="http://schemas.microsoft.com/office/powerpoint/2010/main" val="3343994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7268454-BF10-40FD-A253-D053C1365DF7}"/>
              </a:ext>
            </a:extLst>
          </p:cNvPr>
          <p:cNvSpPr>
            <a:spLocks noGrp="1"/>
          </p:cNvSpPr>
          <p:nvPr>
            <p:ph idx="1"/>
          </p:nvPr>
        </p:nvSpPr>
        <p:spPr/>
        <p:txBody>
          <a:bodyPr/>
          <a:lstStyle/>
          <a:p>
            <a:pPr algn="just"/>
            <a:r>
              <a:rPr lang="es-MX"/>
              <a:t>El diagrama llamado causa-efecto llamado usualmente diagrama de “Ishikawa” porque fue creado por Kaoru Ishikawa experto en dirección de empresas interesado en mejorar el control de la calidad; también es llamado “diagrama de espina de pescado” por su parecido con el esqueleto de un pescado. </a:t>
            </a:r>
          </a:p>
        </p:txBody>
      </p:sp>
      <p:sp>
        <p:nvSpPr>
          <p:cNvPr id="4" name="Título 1">
            <a:extLst>
              <a:ext uri="{FF2B5EF4-FFF2-40B4-BE49-F238E27FC236}">
                <a16:creationId xmlns:a16="http://schemas.microsoft.com/office/drawing/2014/main" id="{4177E35D-8A0E-4832-A4A5-E370FE018E64}"/>
              </a:ext>
            </a:extLst>
          </p:cNvPr>
          <p:cNvSpPr>
            <a:spLocks noGrp="1"/>
          </p:cNvSpPr>
          <p:nvPr>
            <p:ph type="title"/>
          </p:nvPr>
        </p:nvSpPr>
        <p:spPr>
          <a:xfrm>
            <a:off x="838200" y="365125"/>
            <a:ext cx="10515600" cy="1325563"/>
          </a:xfrm>
        </p:spPr>
        <p:txBody>
          <a:bodyPr/>
          <a:lstStyle/>
          <a:p>
            <a:pPr algn="ctr"/>
            <a:r>
              <a:rPr lang="es-MX" b="1"/>
              <a:t>¿Qué es?</a:t>
            </a:r>
          </a:p>
        </p:txBody>
      </p:sp>
    </p:spTree>
    <p:extLst>
      <p:ext uri="{BB962C8B-B14F-4D97-AF65-F5344CB8AC3E}">
        <p14:creationId xmlns:p14="http://schemas.microsoft.com/office/powerpoint/2010/main" val="1495884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9C7559-8718-428E-88B5-AA339B4CF04C}"/>
              </a:ext>
            </a:extLst>
          </p:cNvPr>
          <p:cNvSpPr>
            <a:spLocks noGrp="1"/>
          </p:cNvSpPr>
          <p:nvPr>
            <p:ph type="title"/>
          </p:nvPr>
        </p:nvSpPr>
        <p:spPr/>
        <p:txBody>
          <a:bodyPr/>
          <a:lstStyle/>
          <a:p>
            <a:pPr algn="ctr"/>
            <a:r>
              <a:rPr lang="es-MX" b="1"/>
              <a:t>¿Qué es?</a:t>
            </a:r>
          </a:p>
        </p:txBody>
      </p:sp>
      <p:sp>
        <p:nvSpPr>
          <p:cNvPr id="3" name="Marcador de contenido 2">
            <a:extLst>
              <a:ext uri="{FF2B5EF4-FFF2-40B4-BE49-F238E27FC236}">
                <a16:creationId xmlns:a16="http://schemas.microsoft.com/office/drawing/2014/main" id="{64FA19AC-D2C8-4239-98D3-F0B588325EE4}"/>
              </a:ext>
            </a:extLst>
          </p:cNvPr>
          <p:cNvSpPr>
            <a:spLocks noGrp="1"/>
          </p:cNvSpPr>
          <p:nvPr>
            <p:ph idx="1"/>
          </p:nvPr>
        </p:nvSpPr>
        <p:spPr>
          <a:xfrm>
            <a:off x="907867" y="1416322"/>
            <a:ext cx="10515600" cy="4351338"/>
          </a:xfrm>
        </p:spPr>
        <p:txBody>
          <a:bodyPr>
            <a:normAutofit/>
          </a:bodyPr>
          <a:lstStyle/>
          <a:p>
            <a:pPr algn="just"/>
            <a:r>
              <a:rPr lang="es-MX"/>
              <a:t>El diagrama causa-efecto está compuesto por un recuadro que constituye la cabeza, una línea principal que constituye su columna, y de 4 o más líneas que apuntan a la línea principal formando un ángulo aproximado de 70 grados que constituyen sus espinas principales. Cada espina a su vez varias espinas y cada una de ellas puede tener a su vez dos o tres espinas menores más.</a:t>
            </a:r>
          </a:p>
        </p:txBody>
      </p:sp>
      <p:pic>
        <p:nvPicPr>
          <p:cNvPr id="4" name="Imagen 3" descr="http://4.bp.blogspot.com/_VedmK88PKks/SS8kQLcWqhI/AAAAAAAAAEs/dVA4TRzLuRI/S760/ejemplo+de+causa-efecto.bmp">
            <a:extLst>
              <a:ext uri="{FF2B5EF4-FFF2-40B4-BE49-F238E27FC236}">
                <a16:creationId xmlns:a16="http://schemas.microsoft.com/office/drawing/2014/main" id="{D458ADF2-DEA0-47FC-8060-9BFFF722DE91}"/>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884022" y="3996055"/>
            <a:ext cx="4563291" cy="2577737"/>
          </a:xfrm>
          <a:prstGeom prst="rect">
            <a:avLst/>
          </a:prstGeom>
          <a:noFill/>
          <a:ln>
            <a:noFill/>
          </a:ln>
        </p:spPr>
      </p:pic>
    </p:spTree>
    <p:extLst>
      <p:ext uri="{BB962C8B-B14F-4D97-AF65-F5344CB8AC3E}">
        <p14:creationId xmlns:p14="http://schemas.microsoft.com/office/powerpoint/2010/main" val="770486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2ECD5B-0328-41AC-81EA-C1783E9E66A6}"/>
              </a:ext>
            </a:extLst>
          </p:cNvPr>
          <p:cNvSpPr>
            <a:spLocks noGrp="1"/>
          </p:cNvSpPr>
          <p:nvPr>
            <p:ph type="title"/>
          </p:nvPr>
        </p:nvSpPr>
        <p:spPr/>
        <p:txBody>
          <a:bodyPr/>
          <a:lstStyle/>
          <a:p>
            <a:pPr algn="ctr"/>
            <a:r>
              <a:rPr lang="es-MX" b="1" dirty="0"/>
              <a:t>6</a:t>
            </a:r>
            <a:r>
              <a:rPr lang="es-MX" b="1"/>
              <a:t> M</a:t>
            </a:r>
          </a:p>
        </p:txBody>
      </p:sp>
      <p:sp>
        <p:nvSpPr>
          <p:cNvPr id="3" name="Marcador de contenido 2">
            <a:extLst>
              <a:ext uri="{FF2B5EF4-FFF2-40B4-BE49-F238E27FC236}">
                <a16:creationId xmlns:a16="http://schemas.microsoft.com/office/drawing/2014/main" id="{9A1F229B-A787-419F-A415-0619B5BC5FA6}"/>
              </a:ext>
            </a:extLst>
          </p:cNvPr>
          <p:cNvSpPr>
            <a:spLocks noGrp="1"/>
          </p:cNvSpPr>
          <p:nvPr>
            <p:ph idx="1"/>
          </p:nvPr>
        </p:nvSpPr>
        <p:spPr/>
        <p:txBody>
          <a:bodyPr>
            <a:normAutofit fontScale="85000" lnSpcReduction="20000"/>
          </a:bodyPr>
          <a:lstStyle/>
          <a:p>
            <a:pPr algn="just"/>
            <a:r>
              <a:rPr lang="es-MX"/>
              <a:t>El </a:t>
            </a:r>
            <a:r>
              <a:rPr lang="es-MX" dirty="0"/>
              <a:t>esquema original aborda </a:t>
            </a:r>
            <a:r>
              <a:rPr lang="es-MX"/>
              <a:t>las </a:t>
            </a:r>
            <a:r>
              <a:rPr lang="es-MX" dirty="0"/>
              <a:t>6M, que son grandes bloques </a:t>
            </a:r>
            <a:r>
              <a:rPr lang="es-MX"/>
              <a:t>de </a:t>
            </a:r>
            <a:r>
              <a:rPr lang="es-MX" dirty="0"/>
              <a:t>categorías </a:t>
            </a:r>
            <a:r>
              <a:rPr lang="es-MX"/>
              <a:t>de las causas</a:t>
            </a:r>
            <a:r>
              <a:rPr lang="es-MX" dirty="0"/>
              <a:t>. </a:t>
            </a:r>
            <a:r>
              <a:rPr lang="es-MX" sz="2800" kern="0" dirty="0">
                <a:solidFill>
                  <a:prstClr val="black"/>
                </a:solidFill>
              </a:rPr>
              <a:t>El método Ishikawa debe adaptarse al contexto y a la problemática específica. </a:t>
            </a:r>
            <a:r>
              <a:rPr lang="es-MX" dirty="0"/>
              <a:t>Se pueden utilizar o crear propias categorías</a:t>
            </a:r>
            <a:r>
              <a:rPr lang="es-MX"/>
              <a:t> de </a:t>
            </a:r>
            <a:r>
              <a:rPr lang="es-MX" dirty="0"/>
              <a:t>acuerdo con el </a:t>
            </a:r>
            <a:r>
              <a:rPr lang="es-MX"/>
              <a:t>problema</a:t>
            </a:r>
            <a:r>
              <a:rPr lang="es-MX" dirty="0"/>
              <a:t> en cuestión</a:t>
            </a:r>
            <a:r>
              <a:rPr lang="es-MX"/>
              <a:t>.</a:t>
            </a:r>
            <a:r>
              <a:rPr lang="es-MX" dirty="0"/>
              <a:t> Las 6 categorías donde pueden alojar las causas son las siguientes:</a:t>
            </a:r>
            <a:endParaRPr lang="es-MX"/>
          </a:p>
          <a:p>
            <a:pPr lvl="1" algn="just"/>
            <a:r>
              <a:rPr lang="es-MX" b="1" kern="0">
                <a:solidFill>
                  <a:prstClr val="black"/>
                </a:solidFill>
              </a:rPr>
              <a:t>Método: </a:t>
            </a:r>
            <a:r>
              <a:rPr lang="es-MX" kern="0" dirty="0">
                <a:solidFill>
                  <a:prstClr val="black"/>
                </a:solidFill>
              </a:rPr>
              <a:t>se refiere a las acciones que se llevan a cabo para ejecutar un proceso</a:t>
            </a:r>
            <a:r>
              <a:rPr lang="es-MX" kern="0">
                <a:solidFill>
                  <a:prstClr val="black"/>
                </a:solidFill>
              </a:rPr>
              <a:t>.</a:t>
            </a:r>
          </a:p>
          <a:p>
            <a:pPr lvl="1" algn="just"/>
            <a:r>
              <a:rPr lang="es-MX" b="1" kern="0" dirty="0">
                <a:solidFill>
                  <a:prstClr val="black"/>
                </a:solidFill>
              </a:rPr>
              <a:t>Maquinaria</a:t>
            </a:r>
            <a:r>
              <a:rPr lang="es-MX" b="1" kern="0">
                <a:solidFill>
                  <a:prstClr val="black"/>
                </a:solidFill>
              </a:rPr>
              <a:t>: </a:t>
            </a:r>
            <a:r>
              <a:rPr lang="es-MX" kern="0">
                <a:solidFill>
                  <a:prstClr val="black"/>
                </a:solidFill>
              </a:rPr>
              <a:t>se refiere al material necesario </a:t>
            </a:r>
            <a:r>
              <a:rPr lang="es-MX" kern="0" dirty="0">
                <a:solidFill>
                  <a:prstClr val="black"/>
                </a:solidFill>
              </a:rPr>
              <a:t>utilizado </a:t>
            </a:r>
            <a:r>
              <a:rPr lang="es-MX" kern="0">
                <a:solidFill>
                  <a:prstClr val="black"/>
                </a:solidFill>
              </a:rPr>
              <a:t>para realizar las actividades, como herramientas</a:t>
            </a:r>
            <a:r>
              <a:rPr lang="es-MX" kern="0" dirty="0">
                <a:solidFill>
                  <a:prstClr val="black"/>
                </a:solidFill>
              </a:rPr>
              <a:t> (por </a:t>
            </a:r>
            <a:r>
              <a:rPr lang="es-MX" kern="0">
                <a:solidFill>
                  <a:prstClr val="black"/>
                </a:solidFill>
              </a:rPr>
              <a:t>ejemplo: software, locales eventuales, máquinas, etc</a:t>
            </a:r>
            <a:r>
              <a:rPr lang="es-MX" kern="0" dirty="0">
                <a:solidFill>
                  <a:prstClr val="black"/>
                </a:solidFill>
              </a:rPr>
              <a:t>.).</a:t>
            </a:r>
            <a:endParaRPr lang="es-MX" kern="0">
              <a:solidFill>
                <a:prstClr val="black"/>
              </a:solidFill>
            </a:endParaRPr>
          </a:p>
          <a:p>
            <a:pPr lvl="1" algn="just"/>
            <a:r>
              <a:rPr lang="es-MX" b="1" kern="0">
                <a:solidFill>
                  <a:prstClr val="black"/>
                </a:solidFill>
              </a:rPr>
              <a:t>Mano de obra: </a:t>
            </a:r>
            <a:r>
              <a:rPr lang="es-MX" kern="0">
                <a:solidFill>
                  <a:prstClr val="black"/>
                </a:solidFill>
              </a:rPr>
              <a:t>hace referencia a los recursos humanos</a:t>
            </a:r>
            <a:r>
              <a:rPr lang="es-MX" kern="0" dirty="0">
                <a:solidFill>
                  <a:prstClr val="black"/>
                </a:solidFill>
              </a:rPr>
              <a:t> e </a:t>
            </a:r>
            <a:r>
              <a:rPr lang="es-MX" kern="0">
                <a:solidFill>
                  <a:prstClr val="black"/>
                </a:solidFill>
              </a:rPr>
              <a:t>incluye capacitaciones, aptitudes, habilidades, etc.</a:t>
            </a:r>
          </a:p>
          <a:p>
            <a:pPr lvl="1" algn="just"/>
            <a:r>
              <a:rPr lang="es-MX" b="1" kern="0" dirty="0">
                <a:solidFill>
                  <a:prstClr val="black"/>
                </a:solidFill>
              </a:rPr>
              <a:t>Materiales: </a:t>
            </a:r>
            <a:r>
              <a:rPr lang="es-MX" kern="0" dirty="0">
                <a:solidFill>
                  <a:prstClr val="black"/>
                </a:solidFill>
              </a:rPr>
              <a:t>cualquier accesorio, instrumento o material que se ocupa para que el proceso se lleve a cabo.</a:t>
            </a:r>
          </a:p>
          <a:p>
            <a:pPr lvl="1" algn="just"/>
            <a:r>
              <a:rPr lang="es-MX" b="1" kern="0" dirty="0">
                <a:solidFill>
                  <a:prstClr val="black"/>
                </a:solidFill>
              </a:rPr>
              <a:t>Medición: </a:t>
            </a:r>
            <a:r>
              <a:rPr lang="es-MX" kern="0" dirty="0">
                <a:solidFill>
                  <a:prstClr val="black"/>
                </a:solidFill>
              </a:rPr>
              <a:t>aquí se contempla el control para lograr el proceso.</a:t>
            </a:r>
          </a:p>
          <a:p>
            <a:pPr lvl="1" algn="just"/>
            <a:r>
              <a:rPr lang="es-MX" b="1" kern="0">
                <a:solidFill>
                  <a:prstClr val="black"/>
                </a:solidFill>
              </a:rPr>
              <a:t>Medio ambiente: </a:t>
            </a:r>
            <a:r>
              <a:rPr lang="es-MX" kern="0">
                <a:solidFill>
                  <a:prstClr val="black"/>
                </a:solidFill>
              </a:rPr>
              <a:t>corresponde </a:t>
            </a:r>
            <a:r>
              <a:rPr lang="es-MX" kern="0" dirty="0">
                <a:solidFill>
                  <a:prstClr val="black"/>
                </a:solidFill>
              </a:rPr>
              <a:t>al </a:t>
            </a:r>
            <a:r>
              <a:rPr lang="es-MX" kern="0">
                <a:solidFill>
                  <a:prstClr val="black"/>
                </a:solidFill>
              </a:rPr>
              <a:t>entorno, es decir</a:t>
            </a:r>
            <a:r>
              <a:rPr lang="es-MX" kern="0" dirty="0">
                <a:solidFill>
                  <a:prstClr val="black"/>
                </a:solidFill>
              </a:rPr>
              <a:t>,</a:t>
            </a:r>
            <a:r>
              <a:rPr lang="es-MX" kern="0">
                <a:solidFill>
                  <a:prstClr val="black"/>
                </a:solidFill>
              </a:rPr>
              <a:t> el contexto que puede tener un impacto en las actividades</a:t>
            </a:r>
            <a:r>
              <a:rPr lang="es-MX" kern="0" dirty="0">
                <a:solidFill>
                  <a:prstClr val="black"/>
                </a:solidFill>
              </a:rPr>
              <a:t>, como el </a:t>
            </a:r>
            <a:r>
              <a:rPr lang="es-MX" kern="0">
                <a:solidFill>
                  <a:prstClr val="black"/>
                </a:solidFill>
              </a:rPr>
              <a:t>lugar de trabajo.</a:t>
            </a:r>
          </a:p>
          <a:p>
            <a:pPr lvl="1" algn="just"/>
            <a:endParaRPr lang="es-MX" kern="0">
              <a:solidFill>
                <a:prstClr val="black"/>
              </a:solidFill>
            </a:endParaRPr>
          </a:p>
          <a:p>
            <a:pPr lvl="1" algn="just"/>
            <a:endParaRPr lang="es-MX"/>
          </a:p>
        </p:txBody>
      </p:sp>
    </p:spTree>
    <p:extLst>
      <p:ext uri="{BB962C8B-B14F-4D97-AF65-F5344CB8AC3E}">
        <p14:creationId xmlns:p14="http://schemas.microsoft.com/office/powerpoint/2010/main" val="174035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776814-24AD-44D7-A207-D9F3BE45B39F}"/>
              </a:ext>
            </a:extLst>
          </p:cNvPr>
          <p:cNvSpPr>
            <a:spLocks noGrp="1"/>
          </p:cNvSpPr>
          <p:nvPr>
            <p:ph type="title"/>
          </p:nvPr>
        </p:nvSpPr>
        <p:spPr/>
        <p:txBody>
          <a:bodyPr/>
          <a:lstStyle/>
          <a:p>
            <a:pPr algn="ctr"/>
            <a:r>
              <a:rPr lang="es-MX" b="1"/>
              <a:t>Elaboración</a:t>
            </a:r>
          </a:p>
        </p:txBody>
      </p:sp>
      <p:sp>
        <p:nvSpPr>
          <p:cNvPr id="3" name="Marcador de contenido 2">
            <a:extLst>
              <a:ext uri="{FF2B5EF4-FFF2-40B4-BE49-F238E27FC236}">
                <a16:creationId xmlns:a16="http://schemas.microsoft.com/office/drawing/2014/main" id="{A5091348-6969-4E72-B866-7F1CDA8B6A6D}"/>
              </a:ext>
            </a:extLst>
          </p:cNvPr>
          <p:cNvSpPr>
            <a:spLocks noGrp="1"/>
          </p:cNvSpPr>
          <p:nvPr>
            <p:ph idx="1"/>
          </p:nvPr>
        </p:nvSpPr>
        <p:spPr>
          <a:xfrm>
            <a:off x="923977" y="1492193"/>
            <a:ext cx="10515600" cy="4351338"/>
          </a:xfrm>
        </p:spPr>
        <p:txBody>
          <a:bodyPr/>
          <a:lstStyle/>
          <a:p>
            <a:pPr marL="0" indent="0" algn="just">
              <a:buNone/>
            </a:pPr>
            <a:r>
              <a:rPr lang="es-MX"/>
              <a:t>1. Definir el </a:t>
            </a:r>
            <a:r>
              <a:rPr lang="es-MX" dirty="0"/>
              <a:t>efecto que se va a analizar</a:t>
            </a:r>
            <a:r>
              <a:rPr lang="es-MX"/>
              <a:t>.</a:t>
            </a:r>
          </a:p>
          <a:p>
            <a:pPr marL="0" indent="0" algn="just">
              <a:buNone/>
            </a:pPr>
            <a:r>
              <a:rPr lang="es-MX"/>
              <a:t>En la cabeza </a:t>
            </a:r>
            <a:r>
              <a:rPr lang="es-MX" dirty="0"/>
              <a:t>del diagrama </a:t>
            </a:r>
            <a:r>
              <a:rPr lang="es-MX"/>
              <a:t>de pescado</a:t>
            </a:r>
            <a:r>
              <a:rPr lang="es-MX" dirty="0"/>
              <a:t>,</a:t>
            </a:r>
            <a:r>
              <a:rPr lang="es-MX"/>
              <a:t> escribimos el efecto que </a:t>
            </a:r>
            <a:r>
              <a:rPr lang="es-MX" dirty="0"/>
              <a:t>se va a </a:t>
            </a:r>
            <a:r>
              <a:rPr lang="es-MX"/>
              <a:t>analizar</a:t>
            </a:r>
            <a:r>
              <a:rPr lang="es-MX" dirty="0"/>
              <a:t>, ya sea positivo o negativo</a:t>
            </a:r>
            <a:r>
              <a:rPr lang="es-MX"/>
              <a:t>. La espina central del pescado agrupará las causas que</a:t>
            </a:r>
            <a:r>
              <a:rPr lang="es-MX" dirty="0"/>
              <a:t>,</a:t>
            </a:r>
            <a:r>
              <a:rPr lang="es-MX"/>
              <a:t> según nuestro análisis</a:t>
            </a:r>
            <a:r>
              <a:rPr lang="es-MX" dirty="0"/>
              <a:t>,</a:t>
            </a:r>
            <a:r>
              <a:rPr lang="es-MX"/>
              <a:t> produce dicho efecto.</a:t>
            </a:r>
          </a:p>
        </p:txBody>
      </p:sp>
      <p:pic>
        <p:nvPicPr>
          <p:cNvPr id="13" name="Imagen 12">
            <a:extLst>
              <a:ext uri="{FF2B5EF4-FFF2-40B4-BE49-F238E27FC236}">
                <a16:creationId xmlns:a16="http://schemas.microsoft.com/office/drawing/2014/main" id="{8F67787D-0B34-AC3D-8188-95F4F22A3D1E}"/>
              </a:ext>
            </a:extLst>
          </p:cNvPr>
          <p:cNvPicPr>
            <a:picLocks noChangeAspect="1"/>
          </p:cNvPicPr>
          <p:nvPr/>
        </p:nvPicPr>
        <p:blipFill>
          <a:blip r:embed="rId2"/>
          <a:stretch>
            <a:fillRect/>
          </a:stretch>
        </p:blipFill>
        <p:spPr>
          <a:xfrm>
            <a:off x="3022059" y="3597187"/>
            <a:ext cx="6147881" cy="2895688"/>
          </a:xfrm>
          <a:prstGeom prst="rect">
            <a:avLst/>
          </a:prstGeom>
        </p:spPr>
      </p:pic>
    </p:spTree>
    <p:extLst>
      <p:ext uri="{BB962C8B-B14F-4D97-AF65-F5344CB8AC3E}">
        <p14:creationId xmlns:p14="http://schemas.microsoft.com/office/powerpoint/2010/main" val="27061893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776814-24AD-44D7-A207-D9F3BE45B39F}"/>
              </a:ext>
            </a:extLst>
          </p:cNvPr>
          <p:cNvSpPr>
            <a:spLocks noGrp="1"/>
          </p:cNvSpPr>
          <p:nvPr>
            <p:ph type="title"/>
          </p:nvPr>
        </p:nvSpPr>
        <p:spPr/>
        <p:txBody>
          <a:bodyPr/>
          <a:lstStyle/>
          <a:p>
            <a:pPr algn="ctr"/>
            <a:r>
              <a:rPr lang="es-MX" b="1"/>
              <a:t>Elaboración</a:t>
            </a:r>
          </a:p>
        </p:txBody>
      </p:sp>
      <p:sp>
        <p:nvSpPr>
          <p:cNvPr id="3" name="Marcador de contenido 2">
            <a:extLst>
              <a:ext uri="{FF2B5EF4-FFF2-40B4-BE49-F238E27FC236}">
                <a16:creationId xmlns:a16="http://schemas.microsoft.com/office/drawing/2014/main" id="{A5091348-6969-4E72-B866-7F1CDA8B6A6D}"/>
              </a:ext>
            </a:extLst>
          </p:cNvPr>
          <p:cNvSpPr>
            <a:spLocks noGrp="1"/>
          </p:cNvSpPr>
          <p:nvPr>
            <p:ph idx="1"/>
          </p:nvPr>
        </p:nvSpPr>
        <p:spPr/>
        <p:txBody>
          <a:bodyPr/>
          <a:lstStyle/>
          <a:p>
            <a:pPr marL="514350" indent="-514350" algn="just">
              <a:buFont typeface="+mj-lt"/>
              <a:buAutoNum type="arabicPeriod" startAt="2"/>
            </a:pPr>
            <a:r>
              <a:rPr lang="es-MX"/>
              <a:t>Las diferentes categorías en que podemos agrupar las causas conforman las espinas que se desprenden de la horizontal principal. Escribimos el nombre de la categoría en el extremo de cada nueva línea.</a:t>
            </a:r>
          </a:p>
        </p:txBody>
      </p:sp>
      <p:pic>
        <p:nvPicPr>
          <p:cNvPr id="12" name="Imagen 11">
            <a:extLst>
              <a:ext uri="{FF2B5EF4-FFF2-40B4-BE49-F238E27FC236}">
                <a16:creationId xmlns:a16="http://schemas.microsoft.com/office/drawing/2014/main" id="{EFAB6092-1CB4-A4C2-E868-94B06C538F37}"/>
              </a:ext>
            </a:extLst>
          </p:cNvPr>
          <p:cNvPicPr>
            <a:picLocks noChangeAspect="1"/>
          </p:cNvPicPr>
          <p:nvPr/>
        </p:nvPicPr>
        <p:blipFill>
          <a:blip r:embed="rId3"/>
          <a:stretch>
            <a:fillRect/>
          </a:stretch>
        </p:blipFill>
        <p:spPr>
          <a:xfrm>
            <a:off x="2958830" y="3429000"/>
            <a:ext cx="6274340" cy="3078117"/>
          </a:xfrm>
          <a:prstGeom prst="rect">
            <a:avLst/>
          </a:prstGeom>
        </p:spPr>
      </p:pic>
    </p:spTree>
    <p:extLst>
      <p:ext uri="{BB962C8B-B14F-4D97-AF65-F5344CB8AC3E}">
        <p14:creationId xmlns:p14="http://schemas.microsoft.com/office/powerpoint/2010/main" val="16336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776814-24AD-44D7-A207-D9F3BE45B39F}"/>
              </a:ext>
            </a:extLst>
          </p:cNvPr>
          <p:cNvSpPr>
            <a:spLocks noGrp="1"/>
          </p:cNvSpPr>
          <p:nvPr>
            <p:ph type="title"/>
          </p:nvPr>
        </p:nvSpPr>
        <p:spPr/>
        <p:txBody>
          <a:bodyPr/>
          <a:lstStyle/>
          <a:p>
            <a:pPr algn="ctr"/>
            <a:r>
              <a:rPr lang="es-MX" b="1"/>
              <a:t>Elaboración</a:t>
            </a:r>
          </a:p>
        </p:txBody>
      </p:sp>
      <p:sp>
        <p:nvSpPr>
          <p:cNvPr id="3" name="Marcador de contenido 2">
            <a:extLst>
              <a:ext uri="{FF2B5EF4-FFF2-40B4-BE49-F238E27FC236}">
                <a16:creationId xmlns:a16="http://schemas.microsoft.com/office/drawing/2014/main" id="{A5091348-6969-4E72-B866-7F1CDA8B6A6D}"/>
              </a:ext>
            </a:extLst>
          </p:cNvPr>
          <p:cNvSpPr>
            <a:spLocks noGrp="1"/>
          </p:cNvSpPr>
          <p:nvPr>
            <p:ph idx="1"/>
          </p:nvPr>
        </p:nvSpPr>
        <p:spPr>
          <a:xfrm>
            <a:off x="838200" y="1828370"/>
            <a:ext cx="10515600" cy="4351338"/>
          </a:xfrm>
        </p:spPr>
        <p:txBody>
          <a:bodyPr/>
          <a:lstStyle/>
          <a:p>
            <a:pPr marL="0" indent="0" algn="just">
              <a:buNone/>
            </a:pPr>
            <a:r>
              <a:rPr lang="es-MX"/>
              <a:t>3. Realizar tormenta de ideas o utilizar el método 5 porqués para identificar las causas</a:t>
            </a:r>
            <a:r>
              <a:rPr lang="es-MX" dirty="0"/>
              <a:t>. A medida que identifiquemos </a:t>
            </a:r>
            <a:r>
              <a:rPr lang="es-MX"/>
              <a:t>cada causa</a:t>
            </a:r>
            <a:r>
              <a:rPr lang="es-MX" dirty="0"/>
              <a:t>,</a:t>
            </a:r>
            <a:r>
              <a:rPr lang="es-MX"/>
              <a:t> la </a:t>
            </a:r>
            <a:r>
              <a:rPr lang="es-MX" dirty="0"/>
              <a:t>agregamos a</a:t>
            </a:r>
            <a:r>
              <a:rPr lang="es-MX"/>
              <a:t> la categoría bajo las que consideramos que encaja mejor.</a:t>
            </a:r>
          </a:p>
        </p:txBody>
      </p:sp>
      <p:pic>
        <p:nvPicPr>
          <p:cNvPr id="5" name="Imagen 4">
            <a:extLst>
              <a:ext uri="{FF2B5EF4-FFF2-40B4-BE49-F238E27FC236}">
                <a16:creationId xmlns:a16="http://schemas.microsoft.com/office/drawing/2014/main" id="{5F656443-C5BE-8E03-9025-7BC8DE2DCD83}"/>
              </a:ext>
            </a:extLst>
          </p:cNvPr>
          <p:cNvPicPr>
            <a:picLocks noChangeAspect="1"/>
          </p:cNvPicPr>
          <p:nvPr/>
        </p:nvPicPr>
        <p:blipFill>
          <a:blip r:embed="rId2"/>
          <a:stretch>
            <a:fillRect/>
          </a:stretch>
        </p:blipFill>
        <p:spPr>
          <a:xfrm>
            <a:off x="2762199" y="3306095"/>
            <a:ext cx="6667601" cy="3186780"/>
          </a:xfrm>
          <a:prstGeom prst="rect">
            <a:avLst/>
          </a:prstGeom>
        </p:spPr>
      </p:pic>
    </p:spTree>
    <p:extLst>
      <p:ext uri="{BB962C8B-B14F-4D97-AF65-F5344CB8AC3E}">
        <p14:creationId xmlns:p14="http://schemas.microsoft.com/office/powerpoint/2010/main" val="3066890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2D2846-99DD-4A55-AF1D-A7F5B0C39EF4}"/>
              </a:ext>
            </a:extLst>
          </p:cNvPr>
          <p:cNvSpPr>
            <a:spLocks noGrp="1"/>
          </p:cNvSpPr>
          <p:nvPr>
            <p:ph type="title"/>
          </p:nvPr>
        </p:nvSpPr>
        <p:spPr/>
        <p:txBody>
          <a:bodyPr/>
          <a:lstStyle/>
          <a:p>
            <a:pPr algn="ctr"/>
            <a:r>
              <a:rPr lang="es-MX" b="1"/>
              <a:t>Tormenta de ideas</a:t>
            </a:r>
          </a:p>
        </p:txBody>
      </p:sp>
      <p:sp>
        <p:nvSpPr>
          <p:cNvPr id="3" name="Marcador de contenido 2">
            <a:extLst>
              <a:ext uri="{FF2B5EF4-FFF2-40B4-BE49-F238E27FC236}">
                <a16:creationId xmlns:a16="http://schemas.microsoft.com/office/drawing/2014/main" id="{AA65345B-98DB-420F-A5BC-AF4094ED130A}"/>
              </a:ext>
            </a:extLst>
          </p:cNvPr>
          <p:cNvSpPr>
            <a:spLocks noGrp="1"/>
          </p:cNvSpPr>
          <p:nvPr>
            <p:ph idx="1"/>
          </p:nvPr>
        </p:nvSpPr>
        <p:spPr/>
        <p:txBody>
          <a:bodyPr/>
          <a:lstStyle/>
          <a:p>
            <a:pPr algn="just"/>
            <a:r>
              <a:rPr lang="es-MX" dirty="0"/>
              <a:t>Intercambia </a:t>
            </a:r>
            <a:r>
              <a:rPr lang="es-MX"/>
              <a:t>puntos de vista con todos los miembros del equipo para abordar </a:t>
            </a:r>
            <a:r>
              <a:rPr lang="es-MX" dirty="0"/>
              <a:t>todos los </a:t>
            </a:r>
            <a:r>
              <a:rPr lang="es-MX"/>
              <a:t>aspectos del </a:t>
            </a:r>
            <a:r>
              <a:rPr lang="es-MX" dirty="0"/>
              <a:t>efecto </a:t>
            </a:r>
            <a:r>
              <a:rPr lang="es-MX"/>
              <a:t>definido. Todos son libres de </a:t>
            </a:r>
            <a:r>
              <a:rPr lang="es-MX" dirty="0"/>
              <a:t>expresar </a:t>
            </a:r>
            <a:r>
              <a:rPr lang="es-MX"/>
              <a:t>sus </a:t>
            </a:r>
            <a:r>
              <a:rPr lang="es-MX" dirty="0"/>
              <a:t>opiniones </a:t>
            </a:r>
            <a:r>
              <a:rPr lang="es-MX"/>
              <a:t>sobre el problema en cuestión.</a:t>
            </a:r>
          </a:p>
          <a:p>
            <a:pPr algn="just"/>
            <a:r>
              <a:rPr lang="es-MX"/>
              <a:t>Enlista todas las posibilidades al inicio. Posteriormente</a:t>
            </a:r>
            <a:r>
              <a:rPr lang="es-MX" dirty="0"/>
              <a:t>,</a:t>
            </a:r>
            <a:r>
              <a:rPr lang="es-MX"/>
              <a:t> se podrán discutir y eliminar algunas. Una manera de encontrar las causas </a:t>
            </a:r>
            <a:r>
              <a:rPr lang="es-MX" dirty="0"/>
              <a:t>es </a:t>
            </a:r>
            <a:r>
              <a:rPr lang="es-MX"/>
              <a:t>pensar en </a:t>
            </a:r>
            <a:r>
              <a:rPr lang="es-MX" dirty="0"/>
              <a:t>cuál</a:t>
            </a:r>
            <a:r>
              <a:rPr lang="es-MX"/>
              <a:t> puede ser la causa de la causa que está enlistada, es decir, explorar las causas de las causas, hasta que ya no haya respuestas.</a:t>
            </a:r>
          </a:p>
        </p:txBody>
      </p:sp>
    </p:spTree>
    <p:extLst>
      <p:ext uri="{BB962C8B-B14F-4D97-AF65-F5344CB8AC3E}">
        <p14:creationId xmlns:p14="http://schemas.microsoft.com/office/powerpoint/2010/main" val="1458786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168170-D0CD-44F3-960B-B60CE77969F4}"/>
              </a:ext>
            </a:extLst>
          </p:cNvPr>
          <p:cNvSpPr>
            <a:spLocks noGrp="1"/>
          </p:cNvSpPr>
          <p:nvPr>
            <p:ph type="title"/>
          </p:nvPr>
        </p:nvSpPr>
        <p:spPr/>
        <p:txBody>
          <a:bodyPr/>
          <a:lstStyle/>
          <a:p>
            <a:pPr algn="ctr"/>
            <a:r>
              <a:rPr lang="es-MX" b="1"/>
              <a:t>Elaboración</a:t>
            </a:r>
            <a:endParaRPr lang="es-MX"/>
          </a:p>
        </p:txBody>
      </p:sp>
      <p:sp>
        <p:nvSpPr>
          <p:cNvPr id="3" name="Marcador de contenido 2">
            <a:extLst>
              <a:ext uri="{FF2B5EF4-FFF2-40B4-BE49-F238E27FC236}">
                <a16:creationId xmlns:a16="http://schemas.microsoft.com/office/drawing/2014/main" id="{1F14F571-C3E3-4A52-9FB1-4936966291E9}"/>
              </a:ext>
            </a:extLst>
          </p:cNvPr>
          <p:cNvSpPr>
            <a:spLocks noGrp="1"/>
          </p:cNvSpPr>
          <p:nvPr>
            <p:ph idx="1"/>
          </p:nvPr>
        </p:nvSpPr>
        <p:spPr/>
        <p:txBody>
          <a:bodyPr/>
          <a:lstStyle/>
          <a:p>
            <a:pPr marL="514350" indent="-514350" algn="just">
              <a:buFont typeface="+mj-lt"/>
              <a:buAutoNum type="arabicPeriod" startAt="4"/>
            </a:pPr>
            <a:r>
              <a:rPr lang="es-ES" dirty="0"/>
              <a:t>Es fundamental avanzar gradualmente en la clasificación de las causas, considerando su prioridad en relación con el efecto. El diagrama de espina de pescado se fundamenta principalmente en un efecto y en reflexiones asociadas con el efecto estudiado.</a:t>
            </a:r>
            <a:endParaRPr lang="es-MX"/>
          </a:p>
        </p:txBody>
      </p:sp>
    </p:spTree>
    <p:extLst>
      <p:ext uri="{BB962C8B-B14F-4D97-AF65-F5344CB8AC3E}">
        <p14:creationId xmlns:p14="http://schemas.microsoft.com/office/powerpoint/2010/main" val="29441846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776814-24AD-44D7-A207-D9F3BE45B39F}"/>
              </a:ext>
            </a:extLst>
          </p:cNvPr>
          <p:cNvSpPr>
            <a:spLocks noGrp="1"/>
          </p:cNvSpPr>
          <p:nvPr>
            <p:ph type="title"/>
          </p:nvPr>
        </p:nvSpPr>
        <p:spPr/>
        <p:txBody>
          <a:bodyPr/>
          <a:lstStyle/>
          <a:p>
            <a:pPr algn="ctr"/>
            <a:r>
              <a:rPr lang="es-MX" b="1"/>
              <a:t>Elaboración</a:t>
            </a:r>
          </a:p>
        </p:txBody>
      </p:sp>
      <p:sp>
        <p:nvSpPr>
          <p:cNvPr id="3" name="Marcador de contenido 2">
            <a:extLst>
              <a:ext uri="{FF2B5EF4-FFF2-40B4-BE49-F238E27FC236}">
                <a16:creationId xmlns:a16="http://schemas.microsoft.com/office/drawing/2014/main" id="{A5091348-6969-4E72-B866-7F1CDA8B6A6D}"/>
              </a:ext>
            </a:extLst>
          </p:cNvPr>
          <p:cNvSpPr>
            <a:spLocks noGrp="1"/>
          </p:cNvSpPr>
          <p:nvPr>
            <p:ph idx="1"/>
          </p:nvPr>
        </p:nvSpPr>
        <p:spPr>
          <a:xfrm>
            <a:off x="838200" y="1828370"/>
            <a:ext cx="10515600" cy="4351338"/>
          </a:xfrm>
        </p:spPr>
        <p:txBody>
          <a:bodyPr/>
          <a:lstStyle/>
          <a:p>
            <a:pPr marL="514350" indent="-514350" algn="just">
              <a:buFont typeface="+mj-lt"/>
              <a:buAutoNum type="arabicPeriod" startAt="5"/>
            </a:pPr>
            <a:r>
              <a:rPr lang="es-MX" dirty="0"/>
              <a:t>Seleccionar </a:t>
            </a:r>
            <a:r>
              <a:rPr lang="es-MX"/>
              <a:t>las causas sobre las cuales actuar, </a:t>
            </a:r>
            <a:r>
              <a:rPr lang="es-MX" dirty="0"/>
              <a:t>priorizarlas</a:t>
            </a:r>
            <a:r>
              <a:rPr lang="es-MX"/>
              <a:t> para establecer soluciones y acciones correctivas.</a:t>
            </a:r>
          </a:p>
        </p:txBody>
      </p:sp>
      <p:pic>
        <p:nvPicPr>
          <p:cNvPr id="5" name="Imagen 4">
            <a:extLst>
              <a:ext uri="{FF2B5EF4-FFF2-40B4-BE49-F238E27FC236}">
                <a16:creationId xmlns:a16="http://schemas.microsoft.com/office/drawing/2014/main" id="{9AF31DDB-0A50-FBFC-A7A6-8C53669F7100}"/>
              </a:ext>
            </a:extLst>
          </p:cNvPr>
          <p:cNvPicPr>
            <a:picLocks noChangeAspect="1"/>
          </p:cNvPicPr>
          <p:nvPr/>
        </p:nvPicPr>
        <p:blipFill rotWithShape="1">
          <a:blip r:embed="rId2"/>
          <a:srcRect t="2944" b="-1"/>
          <a:stretch/>
        </p:blipFill>
        <p:spPr>
          <a:xfrm>
            <a:off x="2789507" y="3493008"/>
            <a:ext cx="6612985" cy="2110124"/>
          </a:xfrm>
          <a:prstGeom prst="rect">
            <a:avLst/>
          </a:prstGeom>
        </p:spPr>
      </p:pic>
    </p:spTree>
    <p:extLst>
      <p:ext uri="{BB962C8B-B14F-4D97-AF65-F5344CB8AC3E}">
        <p14:creationId xmlns:p14="http://schemas.microsoft.com/office/powerpoint/2010/main" val="19800701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3AC9D6-77A8-46A7-A72F-4AA5588C59D7}"/>
              </a:ext>
            </a:extLst>
          </p:cNvPr>
          <p:cNvSpPr>
            <a:spLocks noGrp="1"/>
          </p:cNvSpPr>
          <p:nvPr>
            <p:ph type="title"/>
          </p:nvPr>
        </p:nvSpPr>
        <p:spPr/>
        <p:txBody>
          <a:bodyPr/>
          <a:lstStyle/>
          <a:p>
            <a:pPr algn="ctr"/>
            <a:r>
              <a:rPr lang="es-MX" b="1"/>
              <a:t>Ejemplo</a:t>
            </a:r>
          </a:p>
        </p:txBody>
      </p:sp>
      <p:pic>
        <p:nvPicPr>
          <p:cNvPr id="4" name="Imagen 3">
            <a:extLst>
              <a:ext uri="{FF2B5EF4-FFF2-40B4-BE49-F238E27FC236}">
                <a16:creationId xmlns:a16="http://schemas.microsoft.com/office/drawing/2014/main" id="{97C47525-1478-39FA-7CFF-4D8138CC9C50}"/>
              </a:ext>
            </a:extLst>
          </p:cNvPr>
          <p:cNvPicPr>
            <a:picLocks noChangeAspect="1"/>
          </p:cNvPicPr>
          <p:nvPr/>
        </p:nvPicPr>
        <p:blipFill>
          <a:blip r:embed="rId2"/>
          <a:stretch>
            <a:fillRect/>
          </a:stretch>
        </p:blipFill>
        <p:spPr>
          <a:xfrm>
            <a:off x="300037" y="1481771"/>
            <a:ext cx="11591925" cy="4564063"/>
          </a:xfrm>
          <a:prstGeom prst="rect">
            <a:avLst/>
          </a:prstGeom>
        </p:spPr>
      </p:pic>
    </p:spTree>
    <p:extLst>
      <p:ext uri="{BB962C8B-B14F-4D97-AF65-F5344CB8AC3E}">
        <p14:creationId xmlns:p14="http://schemas.microsoft.com/office/powerpoint/2010/main" val="6758174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65AE42-C254-4159-A773-0C9B05129F05}"/>
              </a:ext>
            </a:extLst>
          </p:cNvPr>
          <p:cNvSpPr>
            <a:spLocks noGrp="1"/>
          </p:cNvSpPr>
          <p:nvPr>
            <p:ph type="title"/>
          </p:nvPr>
        </p:nvSpPr>
        <p:spPr/>
        <p:txBody>
          <a:bodyPr/>
          <a:lstStyle/>
          <a:p>
            <a:pPr algn="ctr"/>
            <a:r>
              <a:rPr lang="es-MX" b="1"/>
              <a:t>Recomendaciones</a:t>
            </a:r>
          </a:p>
        </p:txBody>
      </p:sp>
      <p:sp>
        <p:nvSpPr>
          <p:cNvPr id="3" name="Marcador de contenido 2">
            <a:extLst>
              <a:ext uri="{FF2B5EF4-FFF2-40B4-BE49-F238E27FC236}">
                <a16:creationId xmlns:a16="http://schemas.microsoft.com/office/drawing/2014/main" id="{30D07134-37A8-4F1B-944D-D609E0A7B900}"/>
              </a:ext>
            </a:extLst>
          </p:cNvPr>
          <p:cNvSpPr>
            <a:spLocks noGrp="1"/>
          </p:cNvSpPr>
          <p:nvPr>
            <p:ph idx="1"/>
          </p:nvPr>
        </p:nvSpPr>
        <p:spPr/>
        <p:txBody>
          <a:bodyPr/>
          <a:lstStyle/>
          <a:p>
            <a:pPr marL="514350" indent="-514350" algn="just">
              <a:buFont typeface="+mj-lt"/>
              <a:buAutoNum type="arabicPeriod"/>
            </a:pPr>
            <a:r>
              <a:rPr lang="es-MX" b="1"/>
              <a:t>Ser metódico</a:t>
            </a:r>
            <a:r>
              <a:rPr lang="es-MX"/>
              <a:t>. Es importante no saltarse las etapas y buscar las causas antes que las soluciones.</a:t>
            </a:r>
          </a:p>
          <a:p>
            <a:pPr marL="514350" indent="-514350" algn="just">
              <a:buFont typeface="+mj-lt"/>
              <a:buAutoNum type="arabicPeriod"/>
            </a:pPr>
            <a:r>
              <a:rPr lang="es-MX" b="1"/>
              <a:t>Estar atento. </a:t>
            </a:r>
            <a:r>
              <a:rPr lang="es-MX"/>
              <a:t>Durante el debate, se pueden mencionar nuevas causas. En esta etapa de la tormenta de ideas, no hay que pasar por alto nada para favorecer la creatividad, la mentalidad abierta y las proposiciones del grupo.</a:t>
            </a:r>
          </a:p>
          <a:p>
            <a:pPr marL="514350" indent="-514350" algn="just">
              <a:buFont typeface="+mj-lt"/>
              <a:buAutoNum type="arabicPeriod"/>
            </a:pPr>
            <a:r>
              <a:rPr lang="es-MX" b="1"/>
              <a:t>Ser meticuloso. </a:t>
            </a:r>
            <a:r>
              <a:rPr lang="es-MX"/>
              <a:t>Si las causas son demasiado numerosas y conducen a un diagrama demasiado complicado, es preferible construirlo por ramas.</a:t>
            </a:r>
          </a:p>
          <a:p>
            <a:pPr marL="514350" indent="-514350" algn="just">
              <a:buFont typeface="+mj-lt"/>
              <a:buAutoNum type="arabicPeriod"/>
            </a:pPr>
            <a:endParaRPr lang="es-MX"/>
          </a:p>
        </p:txBody>
      </p:sp>
    </p:spTree>
    <p:extLst>
      <p:ext uri="{BB962C8B-B14F-4D97-AF65-F5344CB8AC3E}">
        <p14:creationId xmlns:p14="http://schemas.microsoft.com/office/powerpoint/2010/main" val="5368937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65AE42-C254-4159-A773-0C9B05129F05}"/>
              </a:ext>
            </a:extLst>
          </p:cNvPr>
          <p:cNvSpPr>
            <a:spLocks noGrp="1"/>
          </p:cNvSpPr>
          <p:nvPr>
            <p:ph type="title"/>
          </p:nvPr>
        </p:nvSpPr>
        <p:spPr/>
        <p:txBody>
          <a:bodyPr/>
          <a:lstStyle/>
          <a:p>
            <a:pPr algn="ctr"/>
            <a:r>
              <a:rPr lang="es-MX" b="1"/>
              <a:t>Recomendaciones</a:t>
            </a:r>
          </a:p>
        </p:txBody>
      </p:sp>
      <p:sp>
        <p:nvSpPr>
          <p:cNvPr id="3" name="Marcador de contenido 2">
            <a:extLst>
              <a:ext uri="{FF2B5EF4-FFF2-40B4-BE49-F238E27FC236}">
                <a16:creationId xmlns:a16="http://schemas.microsoft.com/office/drawing/2014/main" id="{30D07134-37A8-4F1B-944D-D609E0A7B900}"/>
              </a:ext>
            </a:extLst>
          </p:cNvPr>
          <p:cNvSpPr>
            <a:spLocks noGrp="1"/>
          </p:cNvSpPr>
          <p:nvPr>
            <p:ph idx="1"/>
          </p:nvPr>
        </p:nvSpPr>
        <p:spPr/>
        <p:txBody>
          <a:bodyPr/>
          <a:lstStyle/>
          <a:p>
            <a:pPr marL="514350" indent="-514350" algn="just">
              <a:buFont typeface="+mj-lt"/>
              <a:buAutoNum type="arabicPeriod" startAt="4"/>
            </a:pPr>
            <a:r>
              <a:rPr lang="es-MX" b="1"/>
              <a:t>Ser pragmático. </a:t>
            </a:r>
            <a:r>
              <a:rPr lang="es-MX"/>
              <a:t>Es esencial adaptar terminología de esta herramienta a la problemática a analizar.</a:t>
            </a:r>
          </a:p>
          <a:p>
            <a:pPr marL="514350" indent="-514350" algn="just">
              <a:buFont typeface="+mj-lt"/>
              <a:buAutoNum type="arabicPeriod" startAt="4"/>
            </a:pPr>
            <a:r>
              <a:rPr lang="es-MX" b="1"/>
              <a:t>Ser completo. </a:t>
            </a:r>
            <a:r>
              <a:rPr lang="es-MX"/>
              <a:t>No hay que limitarse a las causas negativas, sino analizar también causas positivas.</a:t>
            </a:r>
          </a:p>
          <a:p>
            <a:pPr marL="514350" indent="-514350" algn="just">
              <a:buFont typeface="+mj-lt"/>
              <a:buAutoNum type="arabicPeriod" startAt="4"/>
            </a:pPr>
            <a:r>
              <a:rPr lang="es-MX" b="1"/>
              <a:t>Ser preciso. </a:t>
            </a:r>
            <a:r>
              <a:rPr lang="es-MX"/>
              <a:t>Comprobar sobre el terreno que las causas determinadas generan el efecto comprobado.</a:t>
            </a:r>
            <a:endParaRPr lang="es-MX" b="1"/>
          </a:p>
          <a:p>
            <a:pPr marL="514350" indent="-514350" algn="just">
              <a:buFont typeface="+mj-lt"/>
              <a:buAutoNum type="arabicPeriod" startAt="4"/>
            </a:pPr>
            <a:endParaRPr lang="es-MX"/>
          </a:p>
        </p:txBody>
      </p:sp>
    </p:spTree>
    <p:extLst>
      <p:ext uri="{BB962C8B-B14F-4D97-AF65-F5344CB8AC3E}">
        <p14:creationId xmlns:p14="http://schemas.microsoft.com/office/powerpoint/2010/main" val="284528576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Estado xmlns="f1020bcf-9500-4749-8c84-b23cf1385772" xsi:nil="true"/>
    <Descripci_x00f3_n xmlns="f1020bcf-9500-4749-8c84-b23cf1385772" xsi:nil="true"/>
    <TaxCatchAll xmlns="7a0a35da-276e-4c8e-b365-e7c47df80865" xsi:nil="true"/>
    <lcf76f155ced4ddcb4097134ff3c332f xmlns="f1020bcf-9500-4749-8c84-b23cf1385772">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F79CA91C779E94BAF39074ADA180F65" ma:contentTypeVersion="14" ma:contentTypeDescription="Create a new document." ma:contentTypeScope="" ma:versionID="12dd0f68e6a0e3f5670cf01c756dcf49">
  <xsd:schema xmlns:xsd="http://www.w3.org/2001/XMLSchema" xmlns:xs="http://www.w3.org/2001/XMLSchema" xmlns:p="http://schemas.microsoft.com/office/2006/metadata/properties" xmlns:ns2="f1020bcf-9500-4749-8c84-b23cf1385772" xmlns:ns3="7a0a35da-276e-4c8e-b365-e7c47df80865" targetNamespace="http://schemas.microsoft.com/office/2006/metadata/properties" ma:root="true" ma:fieldsID="d411a79370b44c829afa24eed6c737e9" ns2:_="" ns3:_="">
    <xsd:import namespace="f1020bcf-9500-4749-8c84-b23cf1385772"/>
    <xsd:import namespace="7a0a35da-276e-4c8e-b365-e7c47df80865"/>
    <xsd:element name="properties">
      <xsd:complexType>
        <xsd:sequence>
          <xsd:element name="documentManagement">
            <xsd:complexType>
              <xsd:all>
                <xsd:element ref="ns2:MediaServiceMetadata" minOccurs="0"/>
                <xsd:element ref="ns2:MediaServiceFastMetadata" minOccurs="0"/>
                <xsd:element ref="ns2:Descripci_x00f3_n" minOccurs="0"/>
                <xsd:element ref="ns3:SharedWithUsers" minOccurs="0"/>
                <xsd:element ref="ns3:SharedWithDetail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Estado"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1020bcf-9500-4749-8c84-b23cf138577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Descripci_x00f3_n" ma:index="10" nillable="true" ma:displayName="Descripción" ma:format="Dropdown" ma:internalName="Descripci_x00f3_n">
      <xsd:simpleType>
        <xsd:restriction base="dms:Note">
          <xsd:maxLength value="255"/>
        </xsd:restriction>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7fe8c325-51f2-41db-97de-ec0d1fae0df0"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Estado" ma:index="20" nillable="true" ma:displayName="Estado" ma:description="Fase en el flujo de trabajo de la elaboración de documentos para la PA.&#10;&#10;PA = Practice Area&#10;LA = Lead Appraiser&#10;RI = Revisión interna (miembros del grupo de desarrollo)" ma:format="Dropdown" ma:internalName="Estado">
      <xsd:simpleType>
        <xsd:restriction base="dms:Choice">
          <xsd:enumeration value="Enviado a LA"/>
          <xsd:enumeration value="Aprobada por LA"/>
          <xsd:enumeration value="Con observaciones de LA"/>
          <xsd:enumeration value="INTERNO - En proceso"/>
          <xsd:enumeration value="INTERNO - Aprobado"/>
        </xsd:restrictio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a0a35da-276e-4c8e-b365-e7c47df80865"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79373c78-d39d-4c83-b4a7-15850042ac80}" ma:internalName="TaxCatchAll" ma:showField="CatchAllData" ma:web="7a0a35da-276e-4c8e-b365-e7c47df8086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AE4715A-A719-47F6-B514-2EFC8A5A1878}">
  <ds:schemaRefs>
    <ds:schemaRef ds:uri="http://schemas.microsoft.com/sharepoint/v3/contenttype/forms"/>
  </ds:schemaRefs>
</ds:datastoreItem>
</file>

<file path=customXml/itemProps2.xml><?xml version="1.0" encoding="utf-8"?>
<ds:datastoreItem xmlns:ds="http://schemas.openxmlformats.org/officeDocument/2006/customXml" ds:itemID="{8760A688-38B5-47F6-B9D2-83784DC197E9}">
  <ds:schemaRefs>
    <ds:schemaRef ds:uri="http://schemas.microsoft.com/office/2006/documentManagement/types"/>
    <ds:schemaRef ds:uri="http://purl.org/dc/elements/1.1/"/>
    <ds:schemaRef ds:uri="f1020bcf-9500-4749-8c84-b23cf1385772"/>
    <ds:schemaRef ds:uri="http://purl.org/dc/terms/"/>
    <ds:schemaRef ds:uri="http://schemas.microsoft.com/office/infopath/2007/PartnerControls"/>
    <ds:schemaRef ds:uri="http://schemas.openxmlformats.org/package/2006/metadata/core-properties"/>
    <ds:schemaRef ds:uri="http://purl.org/dc/dcmitype/"/>
    <ds:schemaRef ds:uri="7a0a35da-276e-4c8e-b365-e7c47df80865"/>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F9A6A65E-D710-4620-9F45-43862050283E}"/>
</file>

<file path=docProps/app.xml><?xml version="1.0" encoding="utf-8"?>
<Properties xmlns="http://schemas.openxmlformats.org/officeDocument/2006/extended-properties" xmlns:vt="http://schemas.openxmlformats.org/officeDocument/2006/docPropsVTypes">
  <TotalTime>80</TotalTime>
  <Words>816</Words>
  <Application>Microsoft Office PowerPoint</Application>
  <PresentationFormat>Panorámica</PresentationFormat>
  <Paragraphs>44</Paragraphs>
  <Slides>14</Slides>
  <Notes>2</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Arial</vt:lpstr>
      <vt:lpstr>Calibri</vt:lpstr>
      <vt:lpstr>Calibri Light</vt:lpstr>
      <vt:lpstr>Tema de Office</vt:lpstr>
      <vt:lpstr>Método análisis causa y efecto (Diagrama Ishikawa)</vt:lpstr>
      <vt:lpstr>¿Qué es?</vt:lpstr>
      <vt:lpstr>¿Qué es?</vt:lpstr>
      <vt:lpstr>¿Qué es?</vt:lpstr>
      <vt:lpstr>6 M</vt:lpstr>
      <vt:lpstr>Elaboración</vt:lpstr>
      <vt:lpstr>Elaboración</vt:lpstr>
      <vt:lpstr>Elaboración</vt:lpstr>
      <vt:lpstr>Tormenta de ideas</vt:lpstr>
      <vt:lpstr>Elaboración</vt:lpstr>
      <vt:lpstr>Elaboración</vt:lpstr>
      <vt:lpstr>Ejemplo</vt:lpstr>
      <vt:lpstr>Recomendaciones</vt:lpstr>
      <vt:lpstr>Recomendaciones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Tania López</dc:creator>
  <cp:lastModifiedBy>Documentación Innevo</cp:lastModifiedBy>
  <cp:revision>1</cp:revision>
  <dcterms:created xsi:type="dcterms:W3CDTF">2019-06-25T22:52:28Z</dcterms:created>
  <dcterms:modified xsi:type="dcterms:W3CDTF">2024-01-15T18:32:22Z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0x0101005F79CA91C779E94BAF39074ADA180F65</vt:lpwstr>
  </property>
  <property fmtid="{D5CDD505-2E9C-101B-9397-08002B2CF9AE}" pid="3" name="MediaServiceImageTags">
    <vt:lpwstr/>
  </property>
</Properties>
</file>
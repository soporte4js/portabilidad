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1" r:id="rId9"/>
    <p:sldId id="262" r:id="rId10"/>
    <p:sldId id="260" r:id="rId11"/>
    <p:sldId id="263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88B9421A-3DB1-44DE-B9F8-B4C159F14241}"/>
    <pc:docChg chg="modSld">
      <pc:chgData name="Pedro Alatorre" userId="9d3befdc-a3aa-476f-8ce4-395f998ca365" providerId="ADAL" clId="{88B9421A-3DB1-44DE-B9F8-B4C159F14241}" dt="2024-01-15T18:34:39.287" v="2" actId="12385"/>
      <pc:docMkLst>
        <pc:docMk/>
      </pc:docMkLst>
      <pc:sldChg chg="modSp mod">
        <pc:chgData name="Pedro Alatorre" userId="9d3befdc-a3aa-476f-8ce4-395f998ca365" providerId="ADAL" clId="{88B9421A-3DB1-44DE-B9F8-B4C159F14241}" dt="2024-01-15T18:34:39.287" v="2" actId="12385"/>
        <pc:sldMkLst>
          <pc:docMk/>
          <pc:sldMk cId="3829417438" sldId="260"/>
        </pc:sldMkLst>
        <pc:spChg chg="mod">
          <ac:chgData name="Pedro Alatorre" userId="9d3befdc-a3aa-476f-8ce4-395f998ca365" providerId="ADAL" clId="{88B9421A-3DB1-44DE-B9F8-B4C159F14241}" dt="2024-01-15T18:33:52.107" v="1" actId="1076"/>
          <ac:spMkLst>
            <pc:docMk/>
            <pc:sldMk cId="3829417438" sldId="260"/>
            <ac:spMk id="12" creationId="{3A5CB7FD-EBF3-DA36-A511-7F3C8522E181}"/>
          </ac:spMkLst>
        </pc:spChg>
        <pc:graphicFrameChg chg="modGraphic">
          <ac:chgData name="Pedro Alatorre" userId="9d3befdc-a3aa-476f-8ce4-395f998ca365" providerId="ADAL" clId="{88B9421A-3DB1-44DE-B9F8-B4C159F14241}" dt="2024-01-15T18:34:39.287" v="2" actId="12385"/>
          <ac:graphicFrameMkLst>
            <pc:docMk/>
            <pc:sldMk cId="3829417438" sldId="260"/>
            <ac:graphicFrameMk id="6" creationId="{EFEFF6E1-75EF-9653-AF47-30227310F81D}"/>
          </ac:graphicFrameMkLst>
        </pc:graphicFrameChg>
      </pc:sldChg>
    </pc:docChg>
  </pc:docChgLst>
  <pc:docChgLst>
    <pc:chgData name="Tania López" userId="77f58189-e01e-4d35-9d35-b5786e1d02a6" providerId="ADAL" clId="{5AB2B43A-AA81-4958-BDAA-9E6DFA624E5D}"/>
    <pc:docChg chg="undo redo custSel addSld delSld modSld sldOrd">
      <pc:chgData name="Tania López" userId="77f58189-e01e-4d35-9d35-b5786e1d02a6" providerId="ADAL" clId="{5AB2B43A-AA81-4958-BDAA-9E6DFA624E5D}" dt="2022-05-13T19:47:00.698" v="112" actId="790"/>
      <pc:docMkLst>
        <pc:docMk/>
      </pc:docMkLst>
      <pc:sldChg chg="modSp mod">
        <pc:chgData name="Tania López" userId="77f58189-e01e-4d35-9d35-b5786e1d02a6" providerId="ADAL" clId="{5AB2B43A-AA81-4958-BDAA-9E6DFA624E5D}" dt="2022-05-13T18:51:24.716" v="8" actId="20577"/>
        <pc:sldMkLst>
          <pc:docMk/>
          <pc:sldMk cId="2810855674" sldId="256"/>
        </pc:sldMkLst>
        <pc:spChg chg="mod">
          <ac:chgData name="Tania López" userId="77f58189-e01e-4d35-9d35-b5786e1d02a6" providerId="ADAL" clId="{5AB2B43A-AA81-4958-BDAA-9E6DFA624E5D}" dt="2022-05-13T18:51:24.716" v="8" actId="20577"/>
          <ac:spMkLst>
            <pc:docMk/>
            <pc:sldMk cId="2810855674" sldId="256"/>
            <ac:spMk id="2" creationId="{462F5DC0-3F93-4029-8C50-251DFC620358}"/>
          </ac:spMkLst>
        </pc:spChg>
      </pc:sldChg>
      <pc:sldChg chg="addSp delSp modSp mod">
        <pc:chgData name="Tania López" userId="77f58189-e01e-4d35-9d35-b5786e1d02a6" providerId="ADAL" clId="{5AB2B43A-AA81-4958-BDAA-9E6DFA624E5D}" dt="2022-05-13T19:47:00.698" v="112" actId="790"/>
        <pc:sldMkLst>
          <pc:docMk/>
          <pc:sldMk cId="944487942" sldId="257"/>
        </pc:sldMkLst>
        <pc:spChg chg="mod">
          <ac:chgData name="Tania López" userId="77f58189-e01e-4d35-9d35-b5786e1d02a6" providerId="ADAL" clId="{5AB2B43A-AA81-4958-BDAA-9E6DFA624E5D}" dt="2022-05-13T19:47:00.698" v="112" actId="790"/>
          <ac:spMkLst>
            <pc:docMk/>
            <pc:sldMk cId="944487942" sldId="257"/>
            <ac:spMk id="3" creationId="{44010FF1-E081-441A-8B9A-FA91AE178CB1}"/>
          </ac:spMkLst>
        </pc:spChg>
        <pc:spChg chg="add del mod">
          <ac:chgData name="Tania López" userId="77f58189-e01e-4d35-9d35-b5786e1d02a6" providerId="ADAL" clId="{5AB2B43A-AA81-4958-BDAA-9E6DFA624E5D}" dt="2022-05-13T18:52:00.417" v="23" actId="22"/>
          <ac:spMkLst>
            <pc:docMk/>
            <pc:sldMk cId="944487942" sldId="257"/>
            <ac:spMk id="6" creationId="{B2A1FA88-DA8D-BC2A-11A1-039FE9C2C6E5}"/>
          </ac:spMkLst>
        </pc:spChg>
        <pc:spChg chg="add del">
          <ac:chgData name="Tania López" userId="77f58189-e01e-4d35-9d35-b5786e1d02a6" providerId="ADAL" clId="{5AB2B43A-AA81-4958-BDAA-9E6DFA624E5D}" dt="2022-05-13T18:51:59.481" v="21" actId="22"/>
          <ac:spMkLst>
            <pc:docMk/>
            <pc:sldMk cId="944487942" sldId="257"/>
            <ac:spMk id="8" creationId="{C278A74A-6C9A-BCC8-9C55-2F9CD8C282F3}"/>
          </ac:spMkLst>
        </pc:spChg>
        <pc:picChg chg="del">
          <ac:chgData name="Tania López" userId="77f58189-e01e-4d35-9d35-b5786e1d02a6" providerId="ADAL" clId="{5AB2B43A-AA81-4958-BDAA-9E6DFA624E5D}" dt="2022-05-13T18:51:31.859" v="9" actId="478"/>
          <ac:picMkLst>
            <pc:docMk/>
            <pc:sldMk cId="944487942" sldId="257"/>
            <ac:picMk id="4" creationId="{064CF347-AD9B-4444-A99A-6FE0CA2CD15E}"/>
          </ac:picMkLst>
        </pc:picChg>
      </pc:sldChg>
      <pc:sldChg chg="addSp modSp new mod">
        <pc:chgData name="Tania López" userId="77f58189-e01e-4d35-9d35-b5786e1d02a6" providerId="ADAL" clId="{5AB2B43A-AA81-4958-BDAA-9E6DFA624E5D}" dt="2022-05-13T18:53:00.747" v="35" actId="108"/>
        <pc:sldMkLst>
          <pc:docMk/>
          <pc:sldMk cId="1471978993" sldId="258"/>
        </pc:sldMkLst>
        <pc:spChg chg="mod">
          <ac:chgData name="Tania López" userId="77f58189-e01e-4d35-9d35-b5786e1d02a6" providerId="ADAL" clId="{5AB2B43A-AA81-4958-BDAA-9E6DFA624E5D}" dt="2022-05-13T18:53:00.747" v="35" actId="108"/>
          <ac:spMkLst>
            <pc:docMk/>
            <pc:sldMk cId="1471978993" sldId="258"/>
            <ac:spMk id="2" creationId="{8FE33E26-9AB0-8EF6-06EA-C7A324BD3037}"/>
          </ac:spMkLst>
        </pc:spChg>
        <pc:spChg chg="mod">
          <ac:chgData name="Tania López" userId="77f58189-e01e-4d35-9d35-b5786e1d02a6" providerId="ADAL" clId="{5AB2B43A-AA81-4958-BDAA-9E6DFA624E5D}" dt="2022-05-13T18:52:49.719" v="33" actId="123"/>
          <ac:spMkLst>
            <pc:docMk/>
            <pc:sldMk cId="1471978993" sldId="258"/>
            <ac:spMk id="3" creationId="{72F3D40A-F7A3-35BF-8DA1-B667BFA05D73}"/>
          </ac:spMkLst>
        </pc:spChg>
        <pc:picChg chg="add mod">
          <ac:chgData name="Tania López" userId="77f58189-e01e-4d35-9d35-b5786e1d02a6" providerId="ADAL" clId="{5AB2B43A-AA81-4958-BDAA-9E6DFA624E5D}" dt="2022-05-13T18:52:43.567" v="32" actId="1076"/>
          <ac:picMkLst>
            <pc:docMk/>
            <pc:sldMk cId="1471978993" sldId="258"/>
            <ac:picMk id="4" creationId="{A1EED8AD-F80F-2EAD-0C98-657B592CE217}"/>
          </ac:picMkLst>
        </pc:picChg>
      </pc:sldChg>
      <pc:sldChg chg="addSp delSp modSp add mod">
        <pc:chgData name="Tania López" userId="77f58189-e01e-4d35-9d35-b5786e1d02a6" providerId="ADAL" clId="{5AB2B43A-AA81-4958-BDAA-9E6DFA624E5D}" dt="2022-05-13T18:53:26.206" v="44"/>
        <pc:sldMkLst>
          <pc:docMk/>
          <pc:sldMk cId="3739989066" sldId="259"/>
        </pc:sldMkLst>
        <pc:spChg chg="mod">
          <ac:chgData name="Tania López" userId="77f58189-e01e-4d35-9d35-b5786e1d02a6" providerId="ADAL" clId="{5AB2B43A-AA81-4958-BDAA-9E6DFA624E5D}" dt="2022-05-13T18:53:26.206" v="44"/>
          <ac:spMkLst>
            <pc:docMk/>
            <pc:sldMk cId="3739989066" sldId="259"/>
            <ac:spMk id="2" creationId="{8FE33E26-9AB0-8EF6-06EA-C7A324BD3037}"/>
          </ac:spMkLst>
        </pc:spChg>
        <pc:spChg chg="mod">
          <ac:chgData name="Tania López" userId="77f58189-e01e-4d35-9d35-b5786e1d02a6" providerId="ADAL" clId="{5AB2B43A-AA81-4958-BDAA-9E6DFA624E5D}" dt="2022-05-13T18:53:09.592" v="37"/>
          <ac:spMkLst>
            <pc:docMk/>
            <pc:sldMk cId="3739989066" sldId="259"/>
            <ac:spMk id="3" creationId="{72F3D40A-F7A3-35BF-8DA1-B667BFA05D73}"/>
          </ac:spMkLst>
        </pc:spChg>
        <pc:graphicFrameChg chg="add mod">
          <ac:chgData name="Tania López" userId="77f58189-e01e-4d35-9d35-b5786e1d02a6" providerId="ADAL" clId="{5AB2B43A-AA81-4958-BDAA-9E6DFA624E5D}" dt="2022-05-13T18:53:16.202" v="41" actId="14100"/>
          <ac:graphicFrameMkLst>
            <pc:docMk/>
            <pc:sldMk cId="3739989066" sldId="259"/>
            <ac:graphicFrameMk id="5" creationId="{41B0D7EF-722B-FF3C-3204-978200EFEB2D}"/>
          </ac:graphicFrameMkLst>
        </pc:graphicFrameChg>
        <pc:picChg chg="del">
          <ac:chgData name="Tania López" userId="77f58189-e01e-4d35-9d35-b5786e1d02a6" providerId="ADAL" clId="{5AB2B43A-AA81-4958-BDAA-9E6DFA624E5D}" dt="2022-05-13T18:53:12.570" v="38" actId="478"/>
          <ac:picMkLst>
            <pc:docMk/>
            <pc:sldMk cId="3739989066" sldId="259"/>
            <ac:picMk id="4" creationId="{A1EED8AD-F80F-2EAD-0C98-657B592CE217}"/>
          </ac:picMkLst>
        </pc:pic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833015975" sldId="260"/>
        </pc:sldMkLst>
      </pc:sldChg>
      <pc:sldChg chg="addSp delSp modSp add mod modClrScheme chgLayout">
        <pc:chgData name="Tania López" userId="77f58189-e01e-4d35-9d35-b5786e1d02a6" providerId="ADAL" clId="{5AB2B43A-AA81-4958-BDAA-9E6DFA624E5D}" dt="2022-05-13T18:54:37.043" v="79"/>
        <pc:sldMkLst>
          <pc:docMk/>
          <pc:sldMk cId="3829417438" sldId="260"/>
        </pc:sldMkLst>
        <pc:spChg chg="mod ord">
          <ac:chgData name="Tania López" userId="77f58189-e01e-4d35-9d35-b5786e1d02a6" providerId="ADAL" clId="{5AB2B43A-AA81-4958-BDAA-9E6DFA624E5D}" dt="2022-05-13T18:54:37.043" v="79"/>
          <ac:spMkLst>
            <pc:docMk/>
            <pc:sldMk cId="3829417438" sldId="260"/>
            <ac:spMk id="2" creationId="{8FE33E26-9AB0-8EF6-06EA-C7A324BD3037}"/>
          </ac:spMkLst>
        </pc:spChg>
        <pc:spChg chg="del mod ord">
          <ac:chgData name="Tania López" userId="77f58189-e01e-4d35-9d35-b5786e1d02a6" providerId="ADAL" clId="{5AB2B43A-AA81-4958-BDAA-9E6DFA624E5D}" dt="2022-05-13T18:54:22.396" v="74" actId="478"/>
          <ac:spMkLst>
            <pc:docMk/>
            <pc:sldMk cId="3829417438" sldId="260"/>
            <ac:spMk id="3" creationId="{72F3D40A-F7A3-35BF-8DA1-B667BFA05D73}"/>
          </ac:spMkLst>
        </pc:spChg>
        <pc:spChg chg="add mod">
          <ac:chgData name="Tania López" userId="77f58189-e01e-4d35-9d35-b5786e1d02a6" providerId="ADAL" clId="{5AB2B43A-AA81-4958-BDAA-9E6DFA624E5D}" dt="2022-05-13T18:54:32.790" v="78" actId="1076"/>
          <ac:spMkLst>
            <pc:docMk/>
            <pc:sldMk cId="3829417438" sldId="260"/>
            <ac:spMk id="12" creationId="{3A5CB7FD-EBF3-DA36-A511-7F3C8522E181}"/>
          </ac:spMkLst>
        </pc:spChg>
        <pc:spChg chg="add mod">
          <ac:chgData name="Tania López" userId="77f58189-e01e-4d35-9d35-b5786e1d02a6" providerId="ADAL" clId="{5AB2B43A-AA81-4958-BDAA-9E6DFA624E5D}" dt="2022-05-13T18:54:32.790" v="78" actId="1076"/>
          <ac:spMkLst>
            <pc:docMk/>
            <pc:sldMk cId="3829417438" sldId="260"/>
            <ac:spMk id="13" creationId="{B4F7B004-7110-9E0E-5EAA-11658D521F37}"/>
          </ac:spMkLst>
        </pc:spChg>
        <pc:spChg chg="add mod">
          <ac:chgData name="Tania López" userId="77f58189-e01e-4d35-9d35-b5786e1d02a6" providerId="ADAL" clId="{5AB2B43A-AA81-4958-BDAA-9E6DFA624E5D}" dt="2022-05-13T18:54:32.790" v="78" actId="1076"/>
          <ac:spMkLst>
            <pc:docMk/>
            <pc:sldMk cId="3829417438" sldId="260"/>
            <ac:spMk id="14" creationId="{EA57094D-1BA1-6C90-5A34-7C334F1802EA}"/>
          </ac:spMkLst>
        </pc:spChg>
        <pc:graphicFrameChg chg="del">
          <ac:chgData name="Tania López" userId="77f58189-e01e-4d35-9d35-b5786e1d02a6" providerId="ADAL" clId="{5AB2B43A-AA81-4958-BDAA-9E6DFA624E5D}" dt="2022-05-13T18:54:20.809" v="73" actId="478"/>
          <ac:graphicFrameMkLst>
            <pc:docMk/>
            <pc:sldMk cId="3829417438" sldId="260"/>
            <ac:graphicFrameMk id="5" creationId="{41B0D7EF-722B-FF3C-3204-978200EFEB2D}"/>
          </ac:graphicFrameMkLst>
        </pc:graphicFrameChg>
        <pc:graphicFrameChg chg="add mod">
          <ac:chgData name="Tania López" userId="77f58189-e01e-4d35-9d35-b5786e1d02a6" providerId="ADAL" clId="{5AB2B43A-AA81-4958-BDAA-9E6DFA624E5D}" dt="2022-05-13T18:54:32.790" v="78" actId="1076"/>
          <ac:graphicFrameMkLst>
            <pc:docMk/>
            <pc:sldMk cId="3829417438" sldId="260"/>
            <ac:graphicFrameMk id="6" creationId="{EFEFF6E1-75EF-9653-AF47-30227310F81D}"/>
          </ac:graphicFrameMkLst>
        </pc:graphicFrame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7" creationId="{D8B45171-6CA8-5789-5CCF-41B486E38B41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8" creationId="{B9FFA39F-AF6A-F1D6-2E7B-FD8F1F9023E6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9" creationId="{36F046F4-527F-102C-03AF-69A45BFD9DCC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10" creationId="{5BC6A67C-B827-1D6A-BE0E-B07D0861D016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11" creationId="{465846BB-D1D6-9EA7-74A0-8357A3D194A2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15" creationId="{44D06A7B-C00D-CD6A-C3ED-551876840E18}"/>
          </ac:cxnSpMkLst>
        </pc:cxn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484476406" sldId="261"/>
        </pc:sldMkLst>
      </pc:sldChg>
      <pc:sldChg chg="modSp add mod ord">
        <pc:chgData name="Tania López" userId="77f58189-e01e-4d35-9d35-b5786e1d02a6" providerId="ADAL" clId="{5AB2B43A-AA81-4958-BDAA-9E6DFA624E5D}" dt="2022-05-13T18:53:47.772" v="51"/>
        <pc:sldMkLst>
          <pc:docMk/>
          <pc:sldMk cId="3691159635" sldId="261"/>
        </pc:sldMkLst>
        <pc:spChg chg="mod">
          <ac:chgData name="Tania López" userId="77f58189-e01e-4d35-9d35-b5786e1d02a6" providerId="ADAL" clId="{5AB2B43A-AA81-4958-BDAA-9E6DFA624E5D}" dt="2022-05-13T18:53:47.772" v="51"/>
          <ac:spMkLst>
            <pc:docMk/>
            <pc:sldMk cId="3691159635" sldId="261"/>
            <ac:spMk id="2" creationId="{50597829-26B1-444B-A28B-7543048696EB}"/>
          </ac:spMkLst>
        </pc:spChg>
        <pc:spChg chg="mod">
          <ac:chgData name="Tania López" userId="77f58189-e01e-4d35-9d35-b5786e1d02a6" providerId="ADAL" clId="{5AB2B43A-AA81-4958-BDAA-9E6DFA624E5D}" dt="2022-05-13T18:53:43.403" v="50" actId="27636"/>
          <ac:spMkLst>
            <pc:docMk/>
            <pc:sldMk cId="3691159635" sldId="261"/>
            <ac:spMk id="3" creationId="{44010FF1-E081-441A-8B9A-FA91AE178CB1}"/>
          </ac:spMkLst>
        </pc:spChg>
      </pc:sldChg>
      <pc:sldChg chg="modSp add mod">
        <pc:chgData name="Tania López" userId="77f58189-e01e-4d35-9d35-b5786e1d02a6" providerId="ADAL" clId="{5AB2B43A-AA81-4958-BDAA-9E6DFA624E5D}" dt="2022-05-13T18:54:06.149" v="71" actId="27636"/>
        <pc:sldMkLst>
          <pc:docMk/>
          <pc:sldMk cId="1685806013" sldId="262"/>
        </pc:sldMkLst>
        <pc:spChg chg="mod">
          <ac:chgData name="Tania López" userId="77f58189-e01e-4d35-9d35-b5786e1d02a6" providerId="ADAL" clId="{5AB2B43A-AA81-4958-BDAA-9E6DFA624E5D}" dt="2022-05-13T18:53:58.609" v="66" actId="20577"/>
          <ac:spMkLst>
            <pc:docMk/>
            <pc:sldMk cId="1685806013" sldId="262"/>
            <ac:spMk id="2" creationId="{50597829-26B1-444B-A28B-7543048696EB}"/>
          </ac:spMkLst>
        </pc:spChg>
        <pc:spChg chg="mod">
          <ac:chgData name="Tania López" userId="77f58189-e01e-4d35-9d35-b5786e1d02a6" providerId="ADAL" clId="{5AB2B43A-AA81-4958-BDAA-9E6DFA624E5D}" dt="2022-05-13T18:54:06.149" v="71" actId="27636"/>
          <ac:spMkLst>
            <pc:docMk/>
            <pc:sldMk cId="1685806013" sldId="262"/>
            <ac:spMk id="3" creationId="{44010FF1-E081-441A-8B9A-FA91AE178CB1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4055621292" sldId="262"/>
        </pc:sldMkLst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2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3" creationId="{00000000-0000-0000-0000-000000000000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4" creationId="{483E149A-F341-1746-78E4-4A7C84A8582B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6" creationId="{9A9CE2B0-5494-222D-ABF2-41577B46CD68}"/>
          </ac:spMkLst>
        </pc:sp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4239880958" sldId="262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96340446" sldId="263"/>
        </pc:sldMkLst>
      </pc:sldChg>
      <pc:sldChg chg="addSp delSp modSp new mod">
        <pc:chgData name="Tania López" userId="77f58189-e01e-4d35-9d35-b5786e1d02a6" providerId="ADAL" clId="{5AB2B43A-AA81-4958-BDAA-9E6DFA624E5D}" dt="2022-05-13T18:55:13.629" v="94" actId="1076"/>
        <pc:sldMkLst>
          <pc:docMk/>
          <pc:sldMk cId="1270993621" sldId="263"/>
        </pc:sldMkLst>
        <pc:spChg chg="mod">
          <ac:chgData name="Tania López" userId="77f58189-e01e-4d35-9d35-b5786e1d02a6" providerId="ADAL" clId="{5AB2B43A-AA81-4958-BDAA-9E6DFA624E5D}" dt="2022-05-13T18:54:59.143" v="90" actId="108"/>
          <ac:spMkLst>
            <pc:docMk/>
            <pc:sldMk cId="1270993621" sldId="263"/>
            <ac:spMk id="2" creationId="{E324AAA6-09AF-86EB-E27A-A9B61FA371E4}"/>
          </ac:spMkLst>
        </pc:spChg>
        <pc:spChg chg="add del mod">
          <ac:chgData name="Tania López" userId="77f58189-e01e-4d35-9d35-b5786e1d02a6" providerId="ADAL" clId="{5AB2B43A-AA81-4958-BDAA-9E6DFA624E5D}" dt="2022-05-13T18:55:08.153" v="92"/>
          <ac:spMkLst>
            <pc:docMk/>
            <pc:sldMk cId="1270993621" sldId="263"/>
            <ac:spMk id="3" creationId="{DD5F35AB-F8C5-437D-C435-6CC1C2A673C4}"/>
          </ac:spMkLst>
        </pc:spChg>
        <pc:spChg chg="add mod">
          <ac:chgData name="Tania López" userId="77f58189-e01e-4d35-9d35-b5786e1d02a6" providerId="ADAL" clId="{5AB2B43A-AA81-4958-BDAA-9E6DFA624E5D}" dt="2022-05-13T18:55:13.629" v="94" actId="1076"/>
          <ac:spMkLst>
            <pc:docMk/>
            <pc:sldMk cId="1270993621" sldId="263"/>
            <ac:spMk id="4" creationId="{0DE93EED-EFA3-5EE3-46EF-F32A1228685F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2044016934" sldId="263"/>
        </pc:sldMkLst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2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3" creationId="{00000000-0000-0000-0000-000000000000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4" creationId="{74B364DB-3A2D-0CCA-B2EC-10C00E328E06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5" creationId="{E8C0CD59-6E5C-F79A-CCE2-1EBFCD05980F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577401520" sldId="264"/>
        </pc:sldMkLst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2" creationId="{951E3C33-F983-453C-534D-BE7B803FC05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3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4" creationId="{31F2D285-2185-423A-B6E9-5C9A76DFCA4E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5" creationId="{44B2D6FD-77F6-045F-F00C-596AF5B1D6F8}"/>
          </ac:spMkLst>
        </pc:sp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179132989" sldId="264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757339713" sldId="265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1690589740" sldId="266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55246729" sldId="267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790225673" sldId="268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212829930" sldId="269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3844026139" sldId="270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973906956" sldId="271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3557048037" sldId="272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183740403" sldId="273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1458364650" sldId="274"/>
        </pc:sldMkLst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510005644" sldId="375"/>
        </pc:sldMkLst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2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3" creationId="{00000000-0000-0000-0000-000000000000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4" creationId="{331252E1-C367-ECEC-EE5F-E219DB4084EC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5" creationId="{8B959CD6-17CC-A47F-4BAD-791CEAF8C3F7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4:48.937" v="82"/>
        <pc:sldMkLst>
          <pc:docMk/>
          <pc:sldMk cId="2690085313" sldId="376"/>
        </pc:sldMkLst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2690085313" sldId="376"/>
            <ac:spMk id="2" creationId="{CAB8A61E-A951-9C26-8A81-6261344DE099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2690085313" sldId="376"/>
            <ac:spMk id="4" creationId="{F041B96D-73CE-49BA-A46F-651D348BA716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1259862758" sldId="377"/>
        </pc:sldMkLst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1259862758" sldId="377"/>
            <ac:spMk id="2" creationId="{AEF0E589-5450-D29B-93DC-18B13EC38FAE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1259862758" sldId="377"/>
            <ac:spMk id="3" creationId="{0C3EF501-C77D-4040-95B4-25491D5595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5A896A4-C05F-46A0-95D6-0757D3E557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D9CECD-0B3B-462F-93BD-0FEC1E9811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F35AB3-1734-4C0D-A1BD-37308AA03AA2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3AD735-73AC-4042-92E5-57358A8ADC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B6FC6B-6C28-41FB-AC91-985F0AA345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9F2E0-1665-4DAE-BCA0-61492737A4B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6734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E3A4F-6401-49FE-B942-F59D9A1CB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216DA9-1DD1-402D-983C-EF485FD58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6012D0-7F60-4F5E-8C28-A8FA4116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 dirty="0"/>
              <a:t>LOGO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B440D0-BB7A-4CC5-BE5F-C6DB7B11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C838CA-D798-4C86-9631-29B558A2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111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7DD1F-2033-4F55-99C4-69D9B776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008232-F7D2-49C9-AD19-969EC8FAF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FEFB01-BF8B-4BF1-93C4-D94730E9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DDB29-ECBF-45CE-A73A-3769E0D9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3A545F-128F-48DC-9518-EF98526C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4849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FDD32-1BCB-4112-BD02-36D0AD7B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B5F1F8-FF72-4473-BCC3-B7075848B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0153BE-F4F4-4C13-BD83-CC4F09B4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65FD5F-4FB7-414E-8C3F-0E6A76B4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7321C5-8E60-419B-BABC-227A19C9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1720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C30B7-C242-4CC3-BE79-34F992A6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3FE3BE-F283-438C-ACC7-CA186504A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2F0F03-0EC8-4632-AE2F-4A1F50AA4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FBFCA6-5E7D-407A-B5DB-C265A441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B6F84B-F7EB-4EBB-A916-D660959D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5B548A-4178-463E-97D7-C61EB7BE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634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179D5-31EB-45A7-88B7-0E183535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1F6232-AA2A-452E-9EC9-940F7890C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2035C1-A5B3-41C6-B627-7324704DB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A768AE-79C5-4E82-AC51-F681E3621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B2DAEE-7836-4D35-8601-A58E976E7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830990-942D-4159-9487-8BF3AEAA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D9E93D-5737-4234-8DD8-CDBEA78D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7CE44FB-2AC9-4939-9180-BB1F0A93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2359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FC1F1-1B48-466D-BE5C-DB504271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7AAE8B-107A-4EEE-8F7C-A4417144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8C4940-9491-44FA-9D63-5334D53C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6EA838-90C3-4F08-9259-76BDC416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1925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75D944-6373-4AB3-AA50-BB655C65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BE8017-9AE6-4B3E-8FB1-344D07F6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6EA30F-38BF-46A8-A393-11BFF4D4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741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83B56-616B-4E80-9C6A-40FC0987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FED5F-9E54-4EB6-8A6D-B1D1614B4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023D46-ED38-4449-B274-DE32592AD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9446FA-391B-4F23-8D0A-6F424F5D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537B13-354E-4506-BB84-8E35B6E5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DAA3E5-BAF1-4E11-B5C6-5B012E74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432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07B60-4169-48C8-AF91-414F7690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73D464-701D-423C-A997-B541A675B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E4D759-1502-4119-89F7-25C60AC27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DE569F-6B5D-4DAA-A4F8-61EC6F65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E70356-7971-4E7C-80DA-CEF65B89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EC3EF7-D019-43CF-AC4A-8D162E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814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F313B-D987-4FAB-8ED9-D8E47AA8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EAA2D9-FB51-4BD5-8588-AB994C060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79D70F-854A-4B4E-8607-2F3D555D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7F102-6085-42A8-A9B4-1616F411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1FD1E1-E075-460F-B17E-67DE79DE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802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B9FE98-0F35-4A63-91B5-248A33E21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C5C090-4BC3-4A78-BFFE-139B5B1BA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1B87C9-B233-471C-A236-32AEBF0E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35727-9CBE-4487-BE2B-B96F6525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9C6B4A-23CD-49F7-825C-1ED4CCA9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898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97DA512-BFBA-4E6D-870D-7BBEE359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96826E-5DD9-4052-B0BC-921C1404A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4D1B6A-665E-490A-8F7E-634D460D8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 dirty="0"/>
              <a:t>LOGO &lt;MODIFICAR EN EL PATRÓN DE DUIAPOSITIVAS&gt;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B23C3-5198-46C7-8E64-3427B8D72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4211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F5DC0-3F93-4029-8C50-251DFC620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Método análisis de </a:t>
            </a:r>
            <a:br>
              <a:rPr lang="es-MX" b="1" dirty="0"/>
            </a:br>
            <a:r>
              <a:rPr lang="es-MX" b="1" dirty="0"/>
              <a:t>5 porqués</a:t>
            </a:r>
          </a:p>
        </p:txBody>
      </p:sp>
    </p:spTree>
    <p:extLst>
      <p:ext uri="{BB962C8B-B14F-4D97-AF65-F5344CB8AC3E}">
        <p14:creationId xmlns:p14="http://schemas.microsoft.com/office/powerpoint/2010/main" val="281085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7829-26B1-444B-A28B-75430486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b="1" dirty="0"/>
              <a:t>¿Qué es?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10FF1-E081-441A-8B9A-FA91AE17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La técnica de los 5 Porqué es un método basado en realizar preguntas para explorar las relaciones de causa-efecto que generan un problema </a:t>
            </a:r>
            <a:r>
              <a:rPr lang="es-MX" dirty="0"/>
              <a:t>en</a:t>
            </a:r>
            <a:r>
              <a:rPr lang="es-ES" dirty="0"/>
              <a:t> </a:t>
            </a:r>
            <a:r>
              <a:rPr lang="es-MX" dirty="0"/>
              <a:t>particular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El objetivo </a:t>
            </a:r>
            <a:r>
              <a:rPr lang="es-MX" dirty="0"/>
              <a:t>final</a:t>
            </a:r>
            <a:r>
              <a:rPr lang="es-ES" dirty="0"/>
              <a:t> de los 5 Porqué es determinar la causa raíz de un defecto o </a:t>
            </a:r>
            <a:r>
              <a:rPr lang="es-MX" dirty="0"/>
              <a:t>problema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Esta técnica se utilizó por primera vez en Toyota durante la evolución de sus metodologías de fabricación, que luego culminarían en el Toyota </a:t>
            </a:r>
            <a:r>
              <a:rPr lang="en-US" dirty="0"/>
              <a:t>Production</a:t>
            </a:r>
            <a:r>
              <a:rPr lang="es-ES" dirty="0"/>
              <a:t> System.</a:t>
            </a:r>
          </a:p>
          <a:p>
            <a:pPr algn="just"/>
            <a:r>
              <a:rPr lang="es-ES" dirty="0"/>
              <a:t>Se puede adaptar de forma rápida para que puedas resolver casi cualquier problema, por lo que debemos hacerla nuestra y aplicarla siempre que sea necesario.</a:t>
            </a:r>
          </a:p>
        </p:txBody>
      </p:sp>
    </p:spTree>
    <p:extLst>
      <p:ext uri="{BB962C8B-B14F-4D97-AF65-F5344CB8AC3E}">
        <p14:creationId xmlns:p14="http://schemas.microsoft.com/office/powerpoint/2010/main" val="94448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3E26-9AB0-8EF6-06EA-C7A324B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/>
              <a:t>Técnica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3D40A-F7A3-35BF-8DA1-B667BFA0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99960" cy="4351338"/>
          </a:xfrm>
        </p:spPr>
        <p:txBody>
          <a:bodyPr/>
          <a:lstStyle/>
          <a:p>
            <a:pPr algn="just"/>
            <a:r>
              <a:rPr lang="es-ES" sz="2800" dirty="0"/>
              <a:t>Se basa en un proceso de trazabilidad, donde se hacen preguntas para analizar las posibles causas del problema, caminando hacia atrás, hasta llegar a la última causa que originó el problema.</a:t>
            </a:r>
          </a:p>
          <a:p>
            <a:pPr algn="just"/>
            <a:r>
              <a:rPr lang="es-ES" sz="2800" dirty="0"/>
              <a:t>No tienen por qué ser exactamente 5 preguntas, sino que esto va a depender de la longitud y complejidad del proceso causal del problema.</a:t>
            </a:r>
          </a:p>
          <a:p>
            <a:pPr algn="just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EED8AD-F80F-2EAD-0C98-657B592CE2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4" t="4477" r="4630" b="5291"/>
          <a:stretch/>
        </p:blipFill>
        <p:spPr>
          <a:xfrm>
            <a:off x="8920298" y="3024071"/>
            <a:ext cx="2433502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7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3E26-9AB0-8EF6-06EA-C7A324B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/>
              <a:t>¿Qué aporta esta técnica?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3D40A-F7A3-35BF-8DA1-B667BFA0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99960" cy="4351338"/>
          </a:xfrm>
        </p:spPr>
        <p:txBody>
          <a:bodyPr/>
          <a:lstStyle/>
          <a:p>
            <a:r>
              <a:rPr lang="es-MX" sz="2800" dirty="0"/>
              <a:t>Permite identificar rápidamente la causa raíz de un problema</a:t>
            </a:r>
          </a:p>
          <a:p>
            <a:r>
              <a:rPr lang="es-MX" sz="2800" dirty="0"/>
              <a:t>Al solucionar la causa raíz, puede afectar positivamente en resolver otros problemas derivados de todo un árbol evolucionado de la causa raíz.</a:t>
            </a:r>
          </a:p>
          <a:p>
            <a:r>
              <a:rPr lang="es-MX" sz="2800" dirty="0"/>
              <a:t>Ayuda a ganar tiempo y ahorrar energía innecesaria o mal canalizada</a:t>
            </a:r>
          </a:p>
          <a:p>
            <a:pPr algn="just"/>
            <a:endParaRPr lang="es-MX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41B0D7EF-722B-FF3C-3204-978200EFE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722142"/>
              </p:ext>
            </p:extLst>
          </p:nvPr>
        </p:nvGraphicFramePr>
        <p:xfrm>
          <a:off x="9404253" y="2636912"/>
          <a:ext cx="2000038" cy="2418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9982080" imgH="12068280" progId="Paint.Picture">
                  <p:embed/>
                </p:oleObj>
              </mc:Choice>
              <mc:Fallback>
                <p:oleObj name="Imagen de mapa de bits" r:id="rId2" imgW="9982080" imgH="12068280" progId="Paint.Picture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41B0D7EF-722B-FF3C-3204-978200EFE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04253" y="2636912"/>
                        <a:ext cx="2000038" cy="2418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998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7829-26B1-444B-A28B-75430486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¿Cómo asegurarse que la técnica esté bien?</a:t>
            </a:r>
            <a:r>
              <a:rPr lang="es-MX" b="1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10FF1-E081-441A-8B9A-FA91AE17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s-MX" sz="2800" dirty="0"/>
              <a:t>Recabe el mayor número de datos posibles sobre el problema a analizar.</a:t>
            </a:r>
          </a:p>
          <a:p>
            <a:r>
              <a:rPr lang="es-MX" sz="2800" dirty="0"/>
              <a:t>Céntrese en las probabilidades más altas, y no en las posibilidades infinitas.</a:t>
            </a:r>
          </a:p>
          <a:p>
            <a:r>
              <a:rPr lang="es-MX" sz="2800" dirty="0"/>
              <a:t>Si no, puede perderse en opciones que no tengan nada que ver y perder mucho tiempo.</a:t>
            </a:r>
          </a:p>
          <a:p>
            <a:r>
              <a:rPr lang="es-MX" sz="2800" dirty="0"/>
              <a:t>Pregúntese sobre cada respuesta que vaya dando a los porqués, para asegurarse de que son las respuestas adecuadas para su objetivo: comprender la causa originaria.</a:t>
            </a:r>
          </a:p>
          <a:p>
            <a:r>
              <a:rPr lang="es-MX" sz="2800" dirty="0"/>
              <a:t>¿Llevaría esta respuesta al efecto anterior?</a:t>
            </a:r>
          </a:p>
          <a:p>
            <a:r>
              <a:rPr lang="es-MX" sz="2800" dirty="0"/>
              <a:t>¿Es la más adecuada teniendo en cuenta todo lo que sabemos sobre el problema?</a:t>
            </a:r>
          </a:p>
          <a:p>
            <a:r>
              <a:rPr lang="es-MX" sz="2800" dirty="0"/>
              <a:t>¿Hay otras posibilidades?</a:t>
            </a:r>
          </a:p>
        </p:txBody>
      </p:sp>
    </p:spTree>
    <p:extLst>
      <p:ext uri="{BB962C8B-B14F-4D97-AF65-F5344CB8AC3E}">
        <p14:creationId xmlns:p14="http://schemas.microsoft.com/office/powerpoint/2010/main" val="369115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7829-26B1-444B-A28B-75430486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Sugerencia</a:t>
            </a:r>
            <a:r>
              <a:rPr lang="es-MX" b="1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10FF1-E081-441A-8B9A-FA91AE17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s-ES" sz="2800" dirty="0"/>
              <a:t>Preferiblemente, practique esta técnica en grupo creando una “tormenta de ideas” para cada pregunta, de tal manera que dé espacio para otras ideas, enfoques y respuestas, hasta llegar a la mejor.</a:t>
            </a:r>
          </a:p>
          <a:p>
            <a:r>
              <a:rPr lang="es-ES" sz="2800" dirty="0"/>
              <a:t>En caso de que tarde mucho en encontrar claridad y en avanzar, es recomendable cambiar a otra técnica diferente, como el diagrama de Ishikawa.</a:t>
            </a:r>
          </a:p>
          <a:p>
            <a:r>
              <a:rPr lang="es-ES" sz="2800" dirty="0"/>
              <a:t>Determine las políticas y procedimientos en que estarán relacionadas con la Administración de Riesgos.</a:t>
            </a:r>
          </a:p>
          <a:p>
            <a:r>
              <a:rPr lang="es-ES" sz="2800" dirty="0"/>
              <a:t>Establezca como se coordinarán los equipos de trabajo participantes en el análisis.</a:t>
            </a:r>
          </a:p>
          <a:p>
            <a:r>
              <a:rPr lang="es-ES" sz="2800" dirty="0"/>
              <a:t>Políticas de comunicación y retroinformación con el Grupo de TI.</a:t>
            </a:r>
          </a:p>
          <a:p>
            <a:r>
              <a:rPr lang="es-ES" sz="2800" dirty="0"/>
              <a:t>Establezca los protocolos de aceptación / rechazo de las propuestas de pregunta y solución.</a:t>
            </a:r>
          </a:p>
        </p:txBody>
      </p:sp>
    </p:spTree>
    <p:extLst>
      <p:ext uri="{BB962C8B-B14F-4D97-AF65-F5344CB8AC3E}">
        <p14:creationId xmlns:p14="http://schemas.microsoft.com/office/powerpoint/2010/main" val="168580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3E26-9AB0-8EF6-06EA-C7A324B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dirty="0"/>
              <a:t>Esquema de trabajo</a:t>
            </a:r>
            <a:endParaRPr lang="es-MX" b="1" dirty="0"/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EFEFF6E1-75EF-9653-AF47-30227310F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74275"/>
              </p:ext>
            </p:extLst>
          </p:nvPr>
        </p:nvGraphicFramePr>
        <p:xfrm>
          <a:off x="2335378" y="2199142"/>
          <a:ext cx="6773334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908018255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968425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¿Por qué?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Respuesta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7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dirty="0"/>
                        <a:t>¿Cuál es el problema?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08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dirty="0"/>
                        <a:t>¿Por qué se presentó el problema?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053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54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0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69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81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341062"/>
                  </a:ext>
                </a:extLst>
              </a:tr>
            </a:tbl>
          </a:graphicData>
        </a:graphic>
      </p:graphicFrame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8B45171-6CA8-5789-5CCF-41B486E38B41}"/>
              </a:ext>
            </a:extLst>
          </p:cNvPr>
          <p:cNvCxnSpPr/>
          <p:nvPr/>
        </p:nvCxnSpPr>
        <p:spPr>
          <a:xfrm flipH="1">
            <a:off x="4927666" y="3207254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9FFA39F-AF6A-F1D6-2E7B-FD8F1F9023E6}"/>
              </a:ext>
            </a:extLst>
          </p:cNvPr>
          <p:cNvCxnSpPr/>
          <p:nvPr/>
        </p:nvCxnSpPr>
        <p:spPr>
          <a:xfrm flipH="1">
            <a:off x="4927666" y="3567558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6F046F4-527F-102C-03AF-69A45BFD9DCC}"/>
              </a:ext>
            </a:extLst>
          </p:cNvPr>
          <p:cNvCxnSpPr/>
          <p:nvPr/>
        </p:nvCxnSpPr>
        <p:spPr>
          <a:xfrm flipH="1">
            <a:off x="4921724" y="3927598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BC6A67C-B827-1D6A-BE0E-B07D0861D016}"/>
              </a:ext>
            </a:extLst>
          </p:cNvPr>
          <p:cNvCxnSpPr/>
          <p:nvPr/>
        </p:nvCxnSpPr>
        <p:spPr>
          <a:xfrm flipH="1">
            <a:off x="4921724" y="4293021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65846BB-D1D6-9EA7-74A0-8357A3D194A2}"/>
              </a:ext>
            </a:extLst>
          </p:cNvPr>
          <p:cNvCxnSpPr/>
          <p:nvPr/>
        </p:nvCxnSpPr>
        <p:spPr>
          <a:xfrm flipH="1">
            <a:off x="4921724" y="4738101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5CB7FD-EBF3-DA36-A511-7F3C8522E181}"/>
              </a:ext>
            </a:extLst>
          </p:cNvPr>
          <p:cNvSpPr txBox="1"/>
          <p:nvPr/>
        </p:nvSpPr>
        <p:spPr>
          <a:xfrm>
            <a:off x="1343732" y="3729848"/>
            <a:ext cx="636072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Efecto</a:t>
            </a:r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B4F7B004-7110-9E0E-5EAA-11658D521F37}"/>
              </a:ext>
            </a:extLst>
          </p:cNvPr>
          <p:cNvSpPr/>
          <p:nvPr/>
        </p:nvSpPr>
        <p:spPr>
          <a:xfrm>
            <a:off x="2047346" y="2991230"/>
            <a:ext cx="282090" cy="1872208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57094D-1BA1-6C90-5A34-7C334F1802EA}"/>
              </a:ext>
            </a:extLst>
          </p:cNvPr>
          <p:cNvSpPr txBox="1"/>
          <p:nvPr/>
        </p:nvSpPr>
        <p:spPr>
          <a:xfrm>
            <a:off x="9494290" y="4921880"/>
            <a:ext cx="916726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Causa raíz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4D06A7B-C00D-CD6A-C3ED-551876840E18}"/>
              </a:ext>
            </a:extLst>
          </p:cNvPr>
          <p:cNvCxnSpPr>
            <a:endCxn id="14" idx="1"/>
          </p:cNvCxnSpPr>
          <p:nvPr/>
        </p:nvCxnSpPr>
        <p:spPr>
          <a:xfrm>
            <a:off x="9108712" y="5076089"/>
            <a:ext cx="38557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417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4AAA6-09AF-86EB-E27A-A9B61FA3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dirty="0"/>
              <a:t>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E93EED-EFA3-5EE3-46EF-F32A1228685F}"/>
              </a:ext>
            </a:extLst>
          </p:cNvPr>
          <p:cNvSpPr txBox="1"/>
          <p:nvPr/>
        </p:nvSpPr>
        <p:spPr>
          <a:xfrm>
            <a:off x="974570" y="1690688"/>
            <a:ext cx="8694881" cy="3765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Descripción del problema: </a:t>
            </a:r>
            <a:r>
              <a:rPr lang="es-MX" b="1" dirty="0"/>
              <a:t>Llegué tarde al trabajo.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1.- ¿Por qué llegué tarde al trabajo?</a:t>
            </a:r>
          </a:p>
          <a:p>
            <a:pPr>
              <a:tabLst>
                <a:tab pos="269875" algn="l"/>
              </a:tabLst>
            </a:pPr>
            <a:r>
              <a:rPr lang="es-MX" dirty="0"/>
              <a:t>	Porque el carro no encendió.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2.- ¿Por qué el carro no encendió?</a:t>
            </a:r>
          </a:p>
          <a:p>
            <a:pPr>
              <a:tabLst>
                <a:tab pos="269875" algn="l"/>
                <a:tab pos="539750" algn="l"/>
              </a:tabLst>
            </a:pPr>
            <a:r>
              <a:rPr lang="es-MX" dirty="0"/>
              <a:t>		Porque la batería no tenía carga.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	3.- ¿Por qué la batería no tenía carga?</a:t>
            </a:r>
          </a:p>
          <a:p>
            <a:pPr>
              <a:tabLst>
                <a:tab pos="989013" algn="l"/>
              </a:tabLst>
            </a:pPr>
            <a:r>
              <a:rPr lang="es-MX" dirty="0"/>
              <a:t>	Porque dejé las luces de cuartos encendidas toda la noche.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		4.- ¿Por qué dejé las luces encendidas toda la noche?</a:t>
            </a:r>
          </a:p>
          <a:p>
            <a:pPr>
              <a:tabLst>
                <a:tab pos="269875" algn="l"/>
                <a:tab pos="1701800" algn="l"/>
              </a:tabLst>
            </a:pPr>
            <a:r>
              <a:rPr lang="es-MX" dirty="0"/>
              <a:t>		No escuche la alarma del carro.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			5.- ¿Por qué no escuché la alarma del carro?</a:t>
            </a:r>
          </a:p>
          <a:p>
            <a:pPr>
              <a:tabLst>
                <a:tab pos="269875" algn="l"/>
                <a:tab pos="2330450" algn="l"/>
                <a:tab pos="2690813" algn="l"/>
              </a:tabLst>
            </a:pPr>
            <a:r>
              <a:rPr lang="es-MX" dirty="0"/>
              <a:t>		Porque venía usando el “manos libres” del teléfono y no presté atención a la alarma.</a:t>
            </a:r>
          </a:p>
        </p:txBody>
      </p:sp>
    </p:spTree>
    <p:extLst>
      <p:ext uri="{BB962C8B-B14F-4D97-AF65-F5344CB8AC3E}">
        <p14:creationId xmlns:p14="http://schemas.microsoft.com/office/powerpoint/2010/main" val="1270993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f1020bcf-9500-4749-8c84-b23cf1385772" xsi:nil="true"/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12dd0f68e6a0e3f5670cf01c756dcf49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d411a79370b44c829afa24eed6c737e9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BF82BD-8258-4AA8-B590-08758BDED466}">
  <ds:schemaRefs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7a0a35da-276e-4c8e-b365-e7c47df80865"/>
    <ds:schemaRef ds:uri="f1020bcf-9500-4749-8c84-b23cf138577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7C77CB1-1778-42D2-A7D9-4C56F4C0A1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6A44FC-7100-46AE-B64C-4820CC1D5EFF}"/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643</Words>
  <Application>Microsoft Office PowerPoint</Application>
  <PresentationFormat>Panorámica</PresentationFormat>
  <Paragraphs>59</Paragraphs>
  <Slides>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Imagen de mapa de bits</vt:lpstr>
      <vt:lpstr>Método análisis de  5 porqués</vt:lpstr>
      <vt:lpstr>¿Qué es? </vt:lpstr>
      <vt:lpstr>Técnica</vt:lpstr>
      <vt:lpstr>¿Qué aporta esta técnica?</vt:lpstr>
      <vt:lpstr>¿Cómo asegurarse que la técnica esté bien? </vt:lpstr>
      <vt:lpstr>Sugerencia </vt:lpstr>
      <vt:lpstr>Esquema de trabajo</vt:lpstr>
      <vt:lpstr>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Pareto</dc:title>
  <dc:creator>Tania López</dc:creator>
  <cp:lastModifiedBy>Documentación Innevo</cp:lastModifiedBy>
  <cp:revision>3</cp:revision>
  <dcterms:created xsi:type="dcterms:W3CDTF">2019-06-21T16:33:56Z</dcterms:created>
  <dcterms:modified xsi:type="dcterms:W3CDTF">2024-01-15T18:34:44Z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
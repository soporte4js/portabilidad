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charts/chart1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869CE7-1A56-4E29-93EA-E9D4A242BDD3}" v="1" dt="2024-07-12T16:04:59.8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dro Alatorre" userId="9d3befdc-a3aa-476f-8ce4-395f998ca365" providerId="ADAL" clId="{318FF29F-FE35-498B-9474-C42DC973F54B}"/>
    <pc:docChg chg="modSld">
      <pc:chgData name="Pedro Alatorre" userId="9d3befdc-a3aa-476f-8ce4-395f998ca365" providerId="ADAL" clId="{318FF29F-FE35-498B-9474-C42DC973F54B}" dt="2024-01-29T19:23:47.770" v="9" actId="255"/>
      <pc:docMkLst>
        <pc:docMk/>
      </pc:docMkLst>
      <pc:sldChg chg="modSp mod">
        <pc:chgData name="Pedro Alatorre" userId="9d3befdc-a3aa-476f-8ce4-395f998ca365" providerId="ADAL" clId="{318FF29F-FE35-498B-9474-C42DC973F54B}" dt="2024-01-29T19:23:47.770" v="9" actId="255"/>
        <pc:sldMkLst>
          <pc:docMk/>
          <pc:sldMk cId="3372323358" sldId="257"/>
        </pc:sldMkLst>
        <pc:spChg chg="mod">
          <ac:chgData name="Pedro Alatorre" userId="9d3befdc-a3aa-476f-8ce4-395f998ca365" providerId="ADAL" clId="{318FF29F-FE35-498B-9474-C42DC973F54B}" dt="2024-01-29T19:23:32.016" v="7" actId="255"/>
          <ac:spMkLst>
            <pc:docMk/>
            <pc:sldMk cId="3372323358" sldId="257"/>
            <ac:spMk id="2" creationId="{2C548132-1D78-D2EF-E969-4B0A4318AEF0}"/>
          </ac:spMkLst>
        </pc:spChg>
        <pc:spChg chg="mod">
          <ac:chgData name="Pedro Alatorre" userId="9d3befdc-a3aa-476f-8ce4-395f998ca365" providerId="ADAL" clId="{318FF29F-FE35-498B-9474-C42DC973F54B}" dt="2024-01-29T19:23:47.770" v="9" actId="255"/>
          <ac:spMkLst>
            <pc:docMk/>
            <pc:sldMk cId="3372323358" sldId="257"/>
            <ac:spMk id="9" creationId="{99FEE270-0197-2B7A-5E77-A201CD6EF98A}"/>
          </ac:spMkLst>
        </pc:spChg>
      </pc:sldChg>
      <pc:sldChg chg="modSp mod">
        <pc:chgData name="Pedro Alatorre" userId="9d3befdc-a3aa-476f-8ce4-395f998ca365" providerId="ADAL" clId="{318FF29F-FE35-498B-9474-C42DC973F54B}" dt="2024-01-29T19:23:24.470" v="6"/>
        <pc:sldMkLst>
          <pc:docMk/>
          <pc:sldMk cId="921106576" sldId="258"/>
        </pc:sldMkLst>
        <pc:spChg chg="mod">
          <ac:chgData name="Pedro Alatorre" userId="9d3befdc-a3aa-476f-8ce4-395f998ca365" providerId="ADAL" clId="{318FF29F-FE35-498B-9474-C42DC973F54B}" dt="2024-01-29T19:22:16.980" v="0" actId="255"/>
          <ac:spMkLst>
            <pc:docMk/>
            <pc:sldMk cId="921106576" sldId="258"/>
            <ac:spMk id="2" creationId="{2C548132-1D78-D2EF-E969-4B0A4318AEF0}"/>
          </ac:spMkLst>
        </pc:spChg>
        <pc:spChg chg="mod">
          <ac:chgData name="Pedro Alatorre" userId="9d3befdc-a3aa-476f-8ce4-395f998ca365" providerId="ADAL" clId="{318FF29F-FE35-498B-9474-C42DC973F54B}" dt="2024-01-29T19:23:06.430" v="5" actId="404"/>
          <ac:spMkLst>
            <pc:docMk/>
            <pc:sldMk cId="921106576" sldId="258"/>
            <ac:spMk id="9" creationId="{99FEE270-0197-2B7A-5E77-A201CD6EF98A}"/>
          </ac:spMkLst>
        </pc:spChg>
        <pc:graphicFrameChg chg="mod">
          <ac:chgData name="Pedro Alatorre" userId="9d3befdc-a3aa-476f-8ce4-395f998ca365" providerId="ADAL" clId="{318FF29F-FE35-498B-9474-C42DC973F54B}" dt="2024-01-29T19:23:24.470" v="6"/>
          <ac:graphicFrameMkLst>
            <pc:docMk/>
            <pc:sldMk cId="921106576" sldId="258"/>
            <ac:graphicFrameMk id="7" creationId="{CD1D187F-4A41-9C02-C904-3B238AFEF52A}"/>
          </ac:graphicFrameMkLst>
        </pc:graphicFrameChg>
      </pc:sldChg>
    </pc:docChg>
  </pc:docChgLst>
  <pc:docChgLst>
    <pc:chgData name="Tania López" userId="77f58189-e01e-4d35-9d35-b5786e1d02a6" providerId="ADAL" clId="{F2F07EF8-3CA0-45C7-894A-05BB010A0299}"/>
    <pc:docChg chg="modSld">
      <pc:chgData name="Tania López" userId="77f58189-e01e-4d35-9d35-b5786e1d02a6" providerId="ADAL" clId="{F2F07EF8-3CA0-45C7-894A-05BB010A0299}" dt="2024-01-24T23:11:52.219" v="1"/>
      <pc:docMkLst>
        <pc:docMk/>
      </pc:docMkLst>
      <pc:sldChg chg="modSp">
        <pc:chgData name="Tania López" userId="77f58189-e01e-4d35-9d35-b5786e1d02a6" providerId="ADAL" clId="{F2F07EF8-3CA0-45C7-894A-05BB010A0299}" dt="2024-01-24T23:11:52.219" v="1"/>
        <pc:sldMkLst>
          <pc:docMk/>
          <pc:sldMk cId="3372323358" sldId="257"/>
        </pc:sldMkLst>
        <pc:graphicFrameChg chg="modGraphic">
          <ac:chgData name="Tania López" userId="77f58189-e01e-4d35-9d35-b5786e1d02a6" providerId="ADAL" clId="{F2F07EF8-3CA0-45C7-894A-05BB010A0299}" dt="2024-01-24T23:11:52.219" v="1"/>
          <ac:graphicFrameMkLst>
            <pc:docMk/>
            <pc:sldMk cId="3372323358" sldId="257"/>
            <ac:graphicFrameMk id="5" creationId="{7E63EB25-BA19-19AE-142F-766F828FFA15}"/>
          </ac:graphicFrameMkLst>
        </pc:graphicFrameChg>
      </pc:sldChg>
    </pc:docChg>
  </pc:docChgLst>
  <pc:docChgLst>
    <pc:chgData name="Luis Lomelí" userId="feff09f5-dce1-494e-96e0-5ad3081d819a" providerId="ADAL" clId="{0CB1E599-CF38-4F4D-B624-0C7881B19F3A}"/>
    <pc:docChg chg="custSel addSld delSld modSld">
      <pc:chgData name="Luis Lomelí" userId="feff09f5-dce1-494e-96e0-5ad3081d819a" providerId="ADAL" clId="{0CB1E599-CF38-4F4D-B624-0C7881B19F3A}" dt="2023-10-06T23:33:05.872" v="702" actId="20577"/>
      <pc:docMkLst>
        <pc:docMk/>
      </pc:docMkLst>
      <pc:sldChg chg="modSp mod">
        <pc:chgData name="Luis Lomelí" userId="feff09f5-dce1-494e-96e0-5ad3081d819a" providerId="ADAL" clId="{0CB1E599-CF38-4F4D-B624-0C7881B19F3A}" dt="2023-10-06T23:23:33.716" v="19" actId="20577"/>
        <pc:sldMkLst>
          <pc:docMk/>
          <pc:sldMk cId="3380017337" sldId="256"/>
        </pc:sldMkLst>
        <pc:spChg chg="mod">
          <ac:chgData name="Luis Lomelí" userId="feff09f5-dce1-494e-96e0-5ad3081d819a" providerId="ADAL" clId="{0CB1E599-CF38-4F4D-B624-0C7881B19F3A}" dt="2023-10-06T23:23:33.716" v="19" actId="20577"/>
          <ac:spMkLst>
            <pc:docMk/>
            <pc:sldMk cId="3380017337" sldId="256"/>
            <ac:spMk id="2" creationId="{474E0ABE-A43A-50C9-5E95-C8FBED9D9667}"/>
          </ac:spMkLst>
        </pc:spChg>
      </pc:sldChg>
      <pc:sldChg chg="addSp delSp modSp mod">
        <pc:chgData name="Luis Lomelí" userId="feff09f5-dce1-494e-96e0-5ad3081d819a" providerId="ADAL" clId="{0CB1E599-CF38-4F4D-B624-0C7881B19F3A}" dt="2023-10-06T23:31:49.005" v="514" actId="20577"/>
        <pc:sldMkLst>
          <pc:docMk/>
          <pc:sldMk cId="3372323358" sldId="257"/>
        </pc:sldMkLst>
        <pc:spChg chg="mod">
          <ac:chgData name="Luis Lomelí" userId="feff09f5-dce1-494e-96e0-5ad3081d819a" providerId="ADAL" clId="{0CB1E599-CF38-4F4D-B624-0C7881B19F3A}" dt="2023-10-06T23:23:51.264" v="41" actId="20577"/>
          <ac:spMkLst>
            <pc:docMk/>
            <pc:sldMk cId="3372323358" sldId="257"/>
            <ac:spMk id="2" creationId="{2C548132-1D78-D2EF-E969-4B0A4318AEF0}"/>
          </ac:spMkLst>
        </pc:spChg>
        <pc:spChg chg="add del mod">
          <ac:chgData name="Luis Lomelí" userId="feff09f5-dce1-494e-96e0-5ad3081d819a" providerId="ADAL" clId="{0CB1E599-CF38-4F4D-B624-0C7881B19F3A}" dt="2023-10-06T23:24:10.318" v="44"/>
          <ac:spMkLst>
            <pc:docMk/>
            <pc:sldMk cId="3372323358" sldId="257"/>
            <ac:spMk id="4" creationId="{65FEC49C-F1AA-49AB-CE02-83D33D0317E5}"/>
          </ac:spMkLst>
        </pc:spChg>
        <pc:spChg chg="mod">
          <ac:chgData name="Luis Lomelí" userId="feff09f5-dce1-494e-96e0-5ad3081d819a" providerId="ADAL" clId="{0CB1E599-CF38-4F4D-B624-0C7881B19F3A}" dt="2023-10-06T23:31:49.005" v="514" actId="20577"/>
          <ac:spMkLst>
            <pc:docMk/>
            <pc:sldMk cId="3372323358" sldId="257"/>
            <ac:spMk id="9" creationId="{99FEE270-0197-2B7A-5E77-A201CD6EF98A}"/>
          </ac:spMkLst>
        </pc:spChg>
        <pc:graphicFrameChg chg="add mod">
          <ac:chgData name="Luis Lomelí" userId="feff09f5-dce1-494e-96e0-5ad3081d819a" providerId="ADAL" clId="{0CB1E599-CF38-4F4D-B624-0C7881B19F3A}" dt="2023-10-06T23:24:10.318" v="44"/>
          <ac:graphicFrameMkLst>
            <pc:docMk/>
            <pc:sldMk cId="3372323358" sldId="257"/>
            <ac:graphicFrameMk id="5" creationId="{7E63EB25-BA19-19AE-142F-766F828FFA15}"/>
          </ac:graphicFrameMkLst>
        </pc:graphicFrameChg>
        <pc:graphicFrameChg chg="del">
          <ac:chgData name="Luis Lomelí" userId="feff09f5-dce1-494e-96e0-5ad3081d819a" providerId="ADAL" clId="{0CB1E599-CF38-4F4D-B624-0C7881B19F3A}" dt="2023-10-06T23:23:53.121" v="42" actId="478"/>
          <ac:graphicFrameMkLst>
            <pc:docMk/>
            <pc:sldMk cId="3372323358" sldId="257"/>
            <ac:graphicFrameMk id="11" creationId="{C8E8C166-9DA1-4EE9-99B6-6E362CC46455}"/>
          </ac:graphicFrameMkLst>
        </pc:graphicFrameChg>
      </pc:sldChg>
      <pc:sldChg chg="addSp delSp modSp add mod">
        <pc:chgData name="Luis Lomelí" userId="feff09f5-dce1-494e-96e0-5ad3081d819a" providerId="ADAL" clId="{0CB1E599-CF38-4F4D-B624-0C7881B19F3A}" dt="2023-10-06T23:33:05.872" v="702" actId="20577"/>
        <pc:sldMkLst>
          <pc:docMk/>
          <pc:sldMk cId="921106576" sldId="258"/>
        </pc:sldMkLst>
        <pc:spChg chg="mod">
          <ac:chgData name="Luis Lomelí" userId="feff09f5-dce1-494e-96e0-5ad3081d819a" providerId="ADAL" clId="{0CB1E599-CF38-4F4D-B624-0C7881B19F3A}" dt="2023-10-06T23:29:28.407" v="293" actId="20577"/>
          <ac:spMkLst>
            <pc:docMk/>
            <pc:sldMk cId="921106576" sldId="258"/>
            <ac:spMk id="2" creationId="{2C548132-1D78-D2EF-E969-4B0A4318AEF0}"/>
          </ac:spMkLst>
        </pc:spChg>
        <pc:spChg chg="add del mod">
          <ac:chgData name="Luis Lomelí" userId="feff09f5-dce1-494e-96e0-5ad3081d819a" providerId="ADAL" clId="{0CB1E599-CF38-4F4D-B624-0C7881B19F3A}" dt="2023-10-06T23:29:14.140" v="215"/>
          <ac:spMkLst>
            <pc:docMk/>
            <pc:sldMk cId="921106576" sldId="258"/>
            <ac:spMk id="6" creationId="{BADB3CDB-40D1-C16F-D1E7-EDEE47ADA211}"/>
          </ac:spMkLst>
        </pc:spChg>
        <pc:spChg chg="mod">
          <ac:chgData name="Luis Lomelí" userId="feff09f5-dce1-494e-96e0-5ad3081d819a" providerId="ADAL" clId="{0CB1E599-CF38-4F4D-B624-0C7881B19F3A}" dt="2023-10-06T23:33:05.872" v="702" actId="20577"/>
          <ac:spMkLst>
            <pc:docMk/>
            <pc:sldMk cId="921106576" sldId="258"/>
            <ac:spMk id="9" creationId="{99FEE270-0197-2B7A-5E77-A201CD6EF98A}"/>
          </ac:spMkLst>
        </pc:spChg>
        <pc:graphicFrameChg chg="add del mod">
          <ac:chgData name="Luis Lomelí" userId="feff09f5-dce1-494e-96e0-5ad3081d819a" providerId="ADAL" clId="{0CB1E599-CF38-4F4D-B624-0C7881B19F3A}" dt="2023-10-06T23:29:13.525" v="213" actId="21"/>
          <ac:graphicFrameMkLst>
            <pc:docMk/>
            <pc:sldMk cId="921106576" sldId="258"/>
            <ac:graphicFrameMk id="3" creationId="{9A04CAFB-284B-92B5-A842-F53A142FF612}"/>
          </ac:graphicFrameMkLst>
        </pc:graphicFrameChg>
        <pc:graphicFrameChg chg="del">
          <ac:chgData name="Luis Lomelí" userId="feff09f5-dce1-494e-96e0-5ad3081d819a" providerId="ADAL" clId="{0CB1E599-CF38-4F4D-B624-0C7881B19F3A}" dt="2023-10-06T23:29:11.422" v="212" actId="478"/>
          <ac:graphicFrameMkLst>
            <pc:docMk/>
            <pc:sldMk cId="921106576" sldId="258"/>
            <ac:graphicFrameMk id="5" creationId="{7E63EB25-BA19-19AE-142F-766F828FFA15}"/>
          </ac:graphicFrameMkLst>
        </pc:graphicFrameChg>
        <pc:graphicFrameChg chg="add mod">
          <ac:chgData name="Luis Lomelí" userId="feff09f5-dce1-494e-96e0-5ad3081d819a" providerId="ADAL" clId="{0CB1E599-CF38-4F4D-B624-0C7881B19F3A}" dt="2023-10-06T23:29:14.140" v="215"/>
          <ac:graphicFrameMkLst>
            <pc:docMk/>
            <pc:sldMk cId="921106576" sldId="258"/>
            <ac:graphicFrameMk id="7" creationId="{CD1D187F-4A41-9C02-C904-3B238AFEF52A}"/>
          </ac:graphicFrameMkLst>
        </pc:graphicFrameChg>
      </pc:sldChg>
      <pc:sldChg chg="del">
        <pc:chgData name="Luis Lomelí" userId="feff09f5-dce1-494e-96e0-5ad3081d819a" providerId="ADAL" clId="{0CB1E599-CF38-4F4D-B624-0C7881B19F3A}" dt="2023-10-06T23:23:54.614" v="43" actId="47"/>
        <pc:sldMkLst>
          <pc:docMk/>
          <pc:sldMk cId="4191197876" sldId="258"/>
        </pc:sldMkLst>
      </pc:sldChg>
    </pc:docChg>
  </pc:docChgLst>
  <pc:docChgLst>
    <pc:chgData name="Pedro Alatorre" userId="9d3befdc-a3aa-476f-8ce4-395f998ca365" providerId="ADAL" clId="{29869CE7-1A56-4E29-93EA-E9D4A242BDD3}"/>
    <pc:docChg chg="modSld">
      <pc:chgData name="Pedro Alatorre" userId="9d3befdc-a3aa-476f-8ce4-395f998ca365" providerId="ADAL" clId="{29869CE7-1A56-4E29-93EA-E9D4A242BDD3}" dt="2024-07-12T16:05:28.079" v="69" actId="1076"/>
      <pc:docMkLst>
        <pc:docMk/>
      </pc:docMkLst>
      <pc:sldChg chg="addSp modSp mod">
        <pc:chgData name="Pedro Alatorre" userId="9d3befdc-a3aa-476f-8ce4-395f998ca365" providerId="ADAL" clId="{29869CE7-1A56-4E29-93EA-E9D4A242BDD3}" dt="2024-07-12T16:05:28.079" v="69" actId="1076"/>
        <pc:sldMkLst>
          <pc:docMk/>
          <pc:sldMk cId="3380017337" sldId="256"/>
        </pc:sldMkLst>
        <pc:spChg chg="add mod">
          <ac:chgData name="Pedro Alatorre" userId="9d3befdc-a3aa-476f-8ce4-395f998ca365" providerId="ADAL" clId="{29869CE7-1A56-4E29-93EA-E9D4A242BDD3}" dt="2024-07-12T16:05:28.079" v="69" actId="1076"/>
          <ac:spMkLst>
            <pc:docMk/>
            <pc:sldMk cId="3380017337" sldId="256"/>
            <ac:spMk id="4" creationId="{1A058BB6-9BDE-D072-4891-2EC482EEC63D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innevocorp-my.sharepoint.com/personal/luis_innevo_com/Documents/Definici&#243;n%20de%20mediciones%20y%20objetivos%20CM-ISO%20f&#225;cil/Defectos%20en%20RXP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https://innevocorp-my.sharepoint.com/personal/luis_innevo_com/Documents/Definici&#243;n%20de%20mediciones%20y%20objetivos%20CM-ISO%20f&#225;cil/Defectos%20en%20RXP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MX"/>
        </a:p>
      </c:txPr>
    </c:title>
    <c:autoTitleDeleted val="0"/>
    <c:plotArea>
      <c:layout>
        <c:manualLayout>
          <c:layoutTarget val="inner"/>
          <c:xMode val="edge"/>
          <c:yMode val="edge"/>
          <c:x val="7.9728269260460075E-2"/>
          <c:y val="0.10825245016590301"/>
          <c:w val="0.90311486799444185"/>
          <c:h val="0.8240400998497473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'Defectos por tipo de RXP'!$B$1</c:f>
              <c:strCache>
                <c:ptCount val="1"/>
                <c:pt idx="0">
                  <c:v>Defectos por tipo de RxP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'Defectos por tipo de RXP'!$A$2:$A$5</c:f>
              <c:strCache>
                <c:ptCount val="4"/>
                <c:pt idx="0">
                  <c:v>RxP Requisitos</c:v>
                </c:pt>
                <c:pt idx="1">
                  <c:v>RxP Arquitectura/Diseño</c:v>
                </c:pt>
                <c:pt idx="2">
                  <c:v>RxP Codificación</c:v>
                </c:pt>
                <c:pt idx="3">
                  <c:v>RxP Pruebas</c:v>
                </c:pt>
              </c:strCache>
            </c:strRef>
          </c:cat>
          <c:val>
            <c:numRef>
              <c:f>'Defectos por tipo de RXP'!$B$2:$B$5</c:f>
              <c:numCache>
                <c:formatCode>General</c:formatCode>
                <c:ptCount val="4"/>
                <c:pt idx="0">
                  <c:v>246</c:v>
                </c:pt>
                <c:pt idx="1">
                  <c:v>100</c:v>
                </c:pt>
                <c:pt idx="2">
                  <c:v>127</c:v>
                </c:pt>
                <c:pt idx="3">
                  <c:v>146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97-49A4-924E-92E03912C8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89232367"/>
        <c:axId val="804797439"/>
      </c:barChart>
      <c:catAx>
        <c:axId val="8892323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804797439"/>
        <c:crosses val="autoZero"/>
        <c:auto val="1"/>
        <c:lblAlgn val="ctr"/>
        <c:lblOffset val="100"/>
        <c:noMultiLvlLbl val="0"/>
      </c:catAx>
      <c:valAx>
        <c:axId val="8047974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88923236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'Defectos por categoría'!$A$2:$A$8</cx:f>
        <cx:lvl ptCount="7">
          <cx:pt idx="0">Capacitación</cx:pt>
          <cx:pt idx="1">Herramientas</cx:pt>
          <cx:pt idx="2">Perfil de puesto</cx:pt>
          <cx:pt idx="3">Habilidades</cx:pt>
          <cx:pt idx="4">Sobrecarga de trabajo</cx:pt>
          <cx:pt idx="5">Bypass de procesos</cx:pt>
          <cx:pt idx="6">Descuido</cx:pt>
        </cx:lvl>
      </cx:strDim>
      <cx:numDim type="val">
        <cx:f>'Defectos por categoría'!$B$2:$B$8</cx:f>
        <cx:lvl ptCount="7" formatCode="Estándar">
          <cx:pt idx="0">177</cx:pt>
          <cx:pt idx="1">165</cx:pt>
          <cx:pt idx="2">52</cx:pt>
          <cx:pt idx="3">60</cx:pt>
          <cx:pt idx="4">45</cx:pt>
          <cx:pt idx="5">60</cx:pt>
          <cx:pt idx="6">60</cx:pt>
        </cx:lvl>
      </cx:numDim>
    </cx:data>
  </cx:chartData>
  <cx:chart>
    <cx:title pos="t" align="ctr" overlay="0">
      <cx:tx>
        <cx:txData>
          <cx:v>Categoría de defectos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r>
            <a:rPr lang="es-ES" sz="1400" b="0" i="0" u="none" strike="noStrike" baseline="0">
              <a:solidFill>
                <a:sysClr val="windowText" lastClr="000000">
                  <a:lumMod val="65000"/>
                  <a:lumOff val="35000"/>
                </a:sysClr>
              </a:solidFill>
              <a:latin typeface="Calibri" panose="020F0502020204030204"/>
            </a:rPr>
            <a:t>Categoría de defectos</a:t>
          </a:r>
        </a:p>
      </cx:txPr>
    </cx:title>
    <cx:plotArea>
      <cx:plotAreaRegion>
        <cx:series layoutId="clusteredColumn" uniqueId="{231B9498-1796-49C6-ACD8-CE5871132B2E}">
          <cx:tx>
            <cx:txData>
              <cx:f>'Defectos por categoría'!$B$1</cx:f>
              <cx:v>Defectos</cx:v>
            </cx:txData>
          </cx:tx>
          <cx:dataId val="0"/>
          <cx:layoutPr>
            <cx:aggregation/>
          </cx:layoutPr>
          <cx:axisId val="1"/>
        </cx:series>
        <cx:series layoutId="paretoLine" ownerIdx="0" uniqueId="{F9D88421-22F6-4997-898B-FA0ECC25426C}">
          <cx:axisId val="2"/>
        </cx:series>
      </cx:plotAreaRegion>
      <cx:axis id="0">
        <cx:catScaling gapWidth="0"/>
        <cx:tickLabels/>
      </cx:axis>
      <cx:axis id="1">
        <cx:valScaling/>
        <cx:majorGridlines/>
        <cx:tickLabels/>
      </cx:axis>
      <cx:axis id="2">
        <cx:valScaling max="1" min="0"/>
        <cx:units unit="percentage"/>
        <cx:tickLabels/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1C1B11-49A5-8FBB-A01D-B180CAF08B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24AB085-E5F3-94CC-CA71-B1A9E1EB4E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B289C5F-74BF-65F5-571F-682AA61D7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17CBB-EF1B-4801-8CF8-0CEEDB88BB2F}" type="datetimeFigureOut">
              <a:rPr lang="es-MX" smtClean="0"/>
              <a:t>12/07/2024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CE336E4-5E38-98E8-A33D-7AB89E178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57A6595-5B14-3CDE-6BEF-1B60AB987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656C1-DA9C-4558-AE64-BF461F44528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69796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148FB2-122C-0129-A488-66FE0806F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C8F2018-BB05-B941-CD19-E1C9E6C6A7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5B2F82-FE72-F4E7-A23F-C76839AB8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17CBB-EF1B-4801-8CF8-0CEEDB88BB2F}" type="datetimeFigureOut">
              <a:rPr lang="es-MX" smtClean="0"/>
              <a:t>12/07/2024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4BFDE5F-AE4A-C825-C9F4-2A1B20730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BE7F167-6099-7B6D-B953-7ECB3AE40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656C1-DA9C-4558-AE64-BF461F44528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03213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90F4F7-2527-BE6D-31D5-F02050196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C6BE1AE-39B2-8EBE-B0BA-A6BC5BCF05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5E4A6C-59F2-1824-6D90-F3338F129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17CBB-EF1B-4801-8CF8-0CEEDB88BB2F}" type="datetimeFigureOut">
              <a:rPr lang="es-MX" smtClean="0"/>
              <a:t>12/07/2024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F843AB-C8D7-0CD3-4CE5-2EE5AFE83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5440FC1-0958-704D-752C-1FFC038D2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656C1-DA9C-4558-AE64-BF461F44528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24999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926EE0-3EE0-8595-18B3-D8296DEF5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0799EA-2848-D6A0-B307-B9BCF96578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E4F955A-1039-D0E9-B3AE-F72DCC10A7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1B3423C-D9BF-6AA3-952D-5CC89EDB5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17CBB-EF1B-4801-8CF8-0CEEDB88BB2F}" type="datetimeFigureOut">
              <a:rPr lang="es-MX" smtClean="0"/>
              <a:t>12/07/2024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E343D82-EB4B-B9E8-BC68-D8B838035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B539AF4-648D-CFC8-4115-677BCC720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656C1-DA9C-4558-AE64-BF461F44528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79902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0AA1D2-73E3-412A-409D-3D149DD19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34F5667-A744-B978-F3C0-1F2779F4C1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B9286A6-7061-6610-F611-2487CD9A5A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C38013E-E61D-90E1-04B9-870D87B70D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E464E27-4296-BDC8-6B15-17E5966A55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67948EB-B81C-4500-72D6-5252B9AC1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17CBB-EF1B-4801-8CF8-0CEEDB88BB2F}" type="datetimeFigureOut">
              <a:rPr lang="es-MX" smtClean="0"/>
              <a:t>12/07/2024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4176CAF-E564-193A-2582-66BF5C54E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6201FD0-AB85-FA1C-7B80-EE144A3D9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656C1-DA9C-4558-AE64-BF461F44528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76946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247743-ABFB-382F-C74C-8C6FECE1F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A5FEBF0-70BB-6F78-85FD-02C832117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17CBB-EF1B-4801-8CF8-0CEEDB88BB2F}" type="datetimeFigureOut">
              <a:rPr lang="es-MX" smtClean="0"/>
              <a:t>12/07/2024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12430D0-A77A-A8B2-080F-C22C5BA0A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B1F396E-E2F0-2C93-2F00-D23E76AC9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656C1-DA9C-4558-AE64-BF461F44528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797521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D7BE939-29F7-53AA-2872-6A2A815B1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17CBB-EF1B-4801-8CF8-0CEEDB88BB2F}" type="datetimeFigureOut">
              <a:rPr lang="es-MX" smtClean="0"/>
              <a:t>12/07/2024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584560A-E4F1-3DBB-727D-D6BE41EE4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EAFBF0D-3C22-DE01-C5BA-063487B20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656C1-DA9C-4558-AE64-BF461F44528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19345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544EF7-9877-66FB-717E-72DB78461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7FD185D-7A23-E1CF-B6F3-574CDCC6A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05A81B0-B53B-A074-77AD-02B86690CB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A9BE440-D481-E6EB-FEFE-8BC49E745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17CBB-EF1B-4801-8CF8-0CEEDB88BB2F}" type="datetimeFigureOut">
              <a:rPr lang="es-MX" smtClean="0"/>
              <a:t>12/07/2024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1603C15-6558-D93C-4F06-EBD990D0C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78A2ED5-DB51-4F67-F7F9-33934CA59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656C1-DA9C-4558-AE64-BF461F44528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22886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DB4E6C-3A79-8E65-13EF-C608B3384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4C924AC-3F2E-A220-551B-E2ACF60B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ED20C44-2940-FEDB-D895-6B80505F61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85D152D-C9FA-98F1-447D-6500C5547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17CBB-EF1B-4801-8CF8-0CEEDB88BB2F}" type="datetimeFigureOut">
              <a:rPr lang="es-MX" smtClean="0"/>
              <a:t>12/07/2024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AD5C33-D20F-3C2F-722E-CF4D4B992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ABBD55-1585-E8CB-0328-28092EC4B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656C1-DA9C-4558-AE64-BF461F44528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16823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D1A256-2732-F4E3-DE29-56AB63433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780C23B-8C25-F480-E445-D313DDFE8A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A2FE10F-8AFA-1AA0-5B24-059A05184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17CBB-EF1B-4801-8CF8-0CEEDB88BB2F}" type="datetimeFigureOut">
              <a:rPr lang="es-MX" smtClean="0"/>
              <a:t>12/07/2024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0105FE-561E-06FF-16AD-72533ABE3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1FE9BF5-3B65-8D73-A17C-47413AE8E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656C1-DA9C-4558-AE64-BF461F44528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37530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9E3562B-324B-5FFC-BD2B-9274AE94C1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2B550AC-1192-94D3-75BB-B17B739818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C178C19-CFD0-37A8-62A8-C869E1FD6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17CBB-EF1B-4801-8CF8-0CEEDB88BB2F}" type="datetimeFigureOut">
              <a:rPr lang="es-MX" smtClean="0"/>
              <a:t>12/07/2024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EF5F398-1D46-E69E-2877-139878A2F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B5A906A-7E0D-1347-C797-B0C84A0AA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656C1-DA9C-4558-AE64-BF461F44528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78556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F76514C-2847-3031-1D15-BB37C9F02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9005B36-DDAA-6644-9CA5-96DAB9F4E2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0C0EEEE-7D7F-DF0D-D91F-512AFA67EE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317CBB-EF1B-4801-8CF8-0CEEDB88BB2F}" type="datetimeFigureOut">
              <a:rPr lang="es-MX" smtClean="0"/>
              <a:t>12/07/2024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D816714-B8C2-A016-384C-A8481CB874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342AD05-2E5D-658D-883A-8F9A159E27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6656C1-DA9C-4558-AE64-BF461F44528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4564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4E0ABE-A43A-50C9-5E95-C8FBED9D96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Informe revisiones por pares proyecto 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62DA72B-F3EE-9E5A-698B-A2D76EF8F8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s-MX" dirty="0"/>
              <a:t>Periodo del informe:</a:t>
            </a:r>
          </a:p>
          <a:p>
            <a:r>
              <a:rPr lang="es-MX" dirty="0"/>
              <a:t>01 al 15 de abril</a:t>
            </a:r>
          </a:p>
          <a:p>
            <a:endParaRPr lang="es-MX" dirty="0"/>
          </a:p>
          <a:p>
            <a:r>
              <a:rPr lang="es-MX" dirty="0"/>
              <a:t>18 de abril de 2023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A058BB6-9BDE-D072-4891-2EC482EEC63D}"/>
              </a:ext>
            </a:extLst>
          </p:cNvPr>
          <p:cNvSpPr txBox="1"/>
          <p:nvPr/>
        </p:nvSpPr>
        <p:spPr>
          <a:xfrm>
            <a:off x="674701" y="6356412"/>
            <a:ext cx="256564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b="1" dirty="0"/>
              <a:t>Nota: los datos presentados son un ejemplo</a:t>
            </a:r>
            <a:endParaRPr lang="es-MX" sz="1000" b="1" dirty="0"/>
          </a:p>
        </p:txBody>
      </p:sp>
    </p:spTree>
    <p:extLst>
      <p:ext uri="{BB962C8B-B14F-4D97-AF65-F5344CB8AC3E}">
        <p14:creationId xmlns:p14="http://schemas.microsoft.com/office/powerpoint/2010/main" val="3380017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548132-1D78-D2EF-E969-4B0A4318A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MX" sz="3200" dirty="0"/>
              <a:t>Categorías de defectos</a:t>
            </a:r>
          </a:p>
        </p:txBody>
      </p:sp>
      <p:sp>
        <p:nvSpPr>
          <p:cNvPr id="9" name="Marcador de contenido 8">
            <a:extLst>
              <a:ext uri="{FF2B5EF4-FFF2-40B4-BE49-F238E27FC236}">
                <a16:creationId xmlns:a16="http://schemas.microsoft.com/office/drawing/2014/main" id="{99FEE270-0197-2B7A-5E77-A201CD6EF98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s-MX" sz="2000" dirty="0"/>
              <a:t>Acciones remediales: </a:t>
            </a:r>
          </a:p>
          <a:p>
            <a:pPr lvl="1"/>
            <a:r>
              <a:rPr lang="es-MX" sz="1800" dirty="0"/>
              <a:t>Se solicitó a RRHH una actualización de la detección de necesidades de capacitación con el equipo.</a:t>
            </a:r>
          </a:p>
          <a:p>
            <a:pPr lvl="1"/>
            <a:r>
              <a:rPr lang="es-MX" sz="1800" dirty="0"/>
              <a:t>Ya se habían reportado las carencias en las herramientas de control de versiones y para el diseño de pruebas. Se escalará la petición con la dirección de operaciones.</a:t>
            </a:r>
          </a:p>
          <a:p>
            <a:endParaRPr lang="es-MX" dirty="0"/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5" name="Marcador de contenido 4">
                <a:extLst>
                  <a:ext uri="{FF2B5EF4-FFF2-40B4-BE49-F238E27FC236}">
                    <a16:creationId xmlns:a16="http://schemas.microsoft.com/office/drawing/2014/main" id="{7E63EB25-BA19-19AE-142F-766F828FFA15}"/>
                  </a:ext>
                </a:extLst>
              </p:cNvPr>
              <p:cNvGraphicFramePr>
                <a:graphicFrameLocks noGrp="1"/>
              </p:cNvGraphicFramePr>
              <p:nvPr>
                <p:ph sz="half" idx="1"/>
                <p:extLst>
                  <p:ext uri="{D42A27DB-BD31-4B8C-83A1-F6EECF244321}">
                    <p14:modId xmlns:p14="http://schemas.microsoft.com/office/powerpoint/2010/main" val="2884839760"/>
                  </p:ext>
                </p:extLst>
              </p:nvPr>
            </p:nvGraphicFramePr>
            <p:xfrm>
              <a:off x="838200" y="1825625"/>
              <a:ext cx="5181600" cy="4351338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5" name="Marcador de contenido 4">
                <a:extLst>
                  <a:ext uri="{FF2B5EF4-FFF2-40B4-BE49-F238E27FC236}">
                    <a16:creationId xmlns:a16="http://schemas.microsoft.com/office/drawing/2014/main" id="{7E63EB25-BA19-19AE-142F-766F828FFA1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38200" y="1825625"/>
                <a:ext cx="5181600" cy="435133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72323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548132-1D78-D2EF-E969-4B0A4318A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MX" sz="3200" dirty="0"/>
              <a:t>Cantidad de defectos por tipo de </a:t>
            </a:r>
            <a:r>
              <a:rPr lang="es-MX" sz="3200" dirty="0" err="1"/>
              <a:t>RxP</a:t>
            </a:r>
            <a:endParaRPr lang="es-MX" sz="3200" dirty="0"/>
          </a:p>
        </p:txBody>
      </p:sp>
      <p:sp>
        <p:nvSpPr>
          <p:cNvPr id="9" name="Marcador de contenido 8">
            <a:extLst>
              <a:ext uri="{FF2B5EF4-FFF2-40B4-BE49-F238E27FC236}">
                <a16:creationId xmlns:a16="http://schemas.microsoft.com/office/drawing/2014/main" id="{99FEE270-0197-2B7A-5E77-A201CD6EF98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s-MX" sz="2000" dirty="0"/>
              <a:t>Acciones remediales: </a:t>
            </a:r>
          </a:p>
          <a:p>
            <a:pPr lvl="1"/>
            <a:r>
              <a:rPr lang="es-MX" sz="1800" dirty="0"/>
              <a:t>Se reforzarán las capacitaciones en requisitos para evitar reincidencias en los mismos defectos.</a:t>
            </a:r>
          </a:p>
          <a:p>
            <a:endParaRPr lang="es-MX" dirty="0"/>
          </a:p>
        </p:txBody>
      </p:sp>
      <p:graphicFrame>
        <p:nvGraphicFramePr>
          <p:cNvPr id="7" name="Marcador de contenido 6">
            <a:extLst>
              <a:ext uri="{FF2B5EF4-FFF2-40B4-BE49-F238E27FC236}">
                <a16:creationId xmlns:a16="http://schemas.microsoft.com/office/drawing/2014/main" id="{CD1D187F-4A41-9C02-C904-3B238AFEF52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245242873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92110657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Estado xmlns="f1020bcf-9500-4749-8c84-b23cf1385772" xsi:nil="true"/>
    <Descripci_x00f3_n xmlns="f1020bcf-9500-4749-8c84-b23cf1385772" xsi:nil="true"/>
    <TaxCatchAll xmlns="7a0a35da-276e-4c8e-b365-e7c47df80865" xsi:nil="true"/>
    <lcf76f155ced4ddcb4097134ff3c332f xmlns="f1020bcf-9500-4749-8c84-b23cf1385772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F79CA91C779E94BAF39074ADA180F65" ma:contentTypeVersion="14" ma:contentTypeDescription="Crear nuevo documento." ma:contentTypeScope="" ma:versionID="d6205b0d1c25ed055490250e5b851106">
  <xsd:schema xmlns:xsd="http://www.w3.org/2001/XMLSchema" xmlns:xs="http://www.w3.org/2001/XMLSchema" xmlns:p="http://schemas.microsoft.com/office/2006/metadata/properties" xmlns:ns2="f1020bcf-9500-4749-8c84-b23cf1385772" xmlns:ns3="7a0a35da-276e-4c8e-b365-e7c47df80865" targetNamespace="http://schemas.microsoft.com/office/2006/metadata/properties" ma:root="true" ma:fieldsID="30a4542a350e85cf4441d679f58bc062" ns2:_="" ns3:_="">
    <xsd:import namespace="f1020bcf-9500-4749-8c84-b23cf1385772"/>
    <xsd:import namespace="7a0a35da-276e-4c8e-b365-e7c47df8086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Descripci_x00f3_n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Estado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020bcf-9500-4749-8c84-b23cf138577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escripci_x00f3_n" ma:index="10" nillable="true" ma:displayName="Descripción" ma:format="Dropdown" ma:internalName="Descripci_x00f3_n">
      <xsd:simpleType>
        <xsd:restriction base="dms:Note">
          <xsd:maxLength value="255"/>
        </xsd:restriction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Etiquetas de imagen" ma:readOnly="false" ma:fieldId="{5cf76f15-5ced-4ddc-b409-7134ff3c332f}" ma:taxonomyMulti="true" ma:sspId="7fe8c325-51f2-41db-97de-ec0d1fae0df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Estado" ma:index="20" nillable="true" ma:displayName="Estado" ma:description="Fase en el flujo de trabajo de la elaboración de documentos para la PA.&#10;&#10;PA = Practice Area&#10;LA = Lead Appraiser&#10;RI = Revisión interna (miembros del grupo de desarrollo)" ma:format="Dropdown" ma:internalName="Estado">
      <xsd:simpleType>
        <xsd:restriction base="dms:Choice">
          <xsd:enumeration value="Enviado a LA"/>
          <xsd:enumeration value="Aprobada por LA"/>
          <xsd:enumeration value="Con observaciones de LA"/>
          <xsd:enumeration value="INTERNO - En proceso"/>
          <xsd:enumeration value="INTERNO - Aprobado"/>
        </xsd:restriction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0a35da-276e-4c8e-b365-e7c47df80865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79373c78-d39d-4c83-b4a7-15850042ac80}" ma:internalName="TaxCatchAll" ma:showField="CatchAllData" ma:web="7a0a35da-276e-4c8e-b365-e7c47df8086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E9FFD30-47A9-4611-8C85-ADCD4398877E}">
  <ds:schemaRefs>
    <ds:schemaRef ds:uri="http://schemas.microsoft.com/office/2006/metadata/properties"/>
    <ds:schemaRef ds:uri="http://schemas.openxmlformats.org/package/2006/metadata/core-properties"/>
    <ds:schemaRef ds:uri="http://purl.org/dc/terms/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f1020bcf-9500-4749-8c84-b23cf1385772"/>
    <ds:schemaRef ds:uri="http://www.w3.org/XML/1998/namespace"/>
    <ds:schemaRef ds:uri="7a0a35da-276e-4c8e-b365-e7c47df80865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36C3C455-4DF4-4CD4-8A3E-A367CA8AEA0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BEEFC68-AFDD-4C9D-A83C-E82A413A627A}"/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113</Words>
  <Application>Microsoft Office PowerPoint</Application>
  <PresentationFormat>Panorámica</PresentationFormat>
  <Paragraphs>15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Tema de Office</vt:lpstr>
      <vt:lpstr>Informe revisiones por pares proyecto A</vt:lpstr>
      <vt:lpstr>Categorías de defectos</vt:lpstr>
      <vt:lpstr>Cantidad de defectos por tipo de RxP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Informe objetivos 2023</dc:title>
  <dc:creator>Luis Lomelí</dc:creator>
  <cp:lastModifiedBy>Documentación Innevo</cp:lastModifiedBy>
  <cp:revision>3</cp:revision>
  <dcterms:created xsi:type="dcterms:W3CDTF">2023-10-05T22:02:39Z</dcterms:created>
  <dcterms:modified xsi:type="dcterms:W3CDTF">2024-07-12T16:05:37Z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0x0101005F79CA91C779E94BAF39074ADA180F65</vt:lpwstr>
  </property>
  <property fmtid="{D5CDD505-2E9C-101B-9397-08002B2CF9AE}" pid="3" name="MediaServiceImageTags">
    <vt:lpwstr/>
  </property>
</Properties>
</file>
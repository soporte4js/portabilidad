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69CE7-1A56-4E29-93EA-E9D4A242BDD3}" v="1" dt="2024-07-12T16:04:59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318FF29F-FE35-498B-9474-C42DC973F54B}"/>
    <pc:docChg chg="modSld">
      <pc:chgData name="Pedro Alatorre" userId="9d3befdc-a3aa-476f-8ce4-395f998ca365" providerId="ADAL" clId="{318FF29F-FE35-498B-9474-C42DC973F54B}" dt="2024-01-29T19:23:47.770" v="9" actId="255"/>
      <pc:docMkLst>
        <pc:docMk/>
      </pc:docMkLst>
      <pc:sldChg chg="modSp mod">
        <pc:chgData name="Pedro Alatorre" userId="9d3befdc-a3aa-476f-8ce4-395f998ca365" providerId="ADAL" clId="{318FF29F-FE35-498B-9474-C42DC973F54B}" dt="2024-01-29T19:23:47.770" v="9" actId="255"/>
        <pc:sldMkLst>
          <pc:docMk/>
          <pc:sldMk cId="3372323358" sldId="257"/>
        </pc:sldMkLst>
        <pc:spChg chg="mod">
          <ac:chgData name="Pedro Alatorre" userId="9d3befdc-a3aa-476f-8ce4-395f998ca365" providerId="ADAL" clId="{318FF29F-FE35-498B-9474-C42DC973F54B}" dt="2024-01-29T19:23:32.016" v="7" actId="255"/>
          <ac:spMkLst>
            <pc:docMk/>
            <pc:sldMk cId="3372323358" sldId="257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47.770" v="9" actId="255"/>
          <ac:spMkLst>
            <pc:docMk/>
            <pc:sldMk cId="3372323358" sldId="257"/>
            <ac:spMk id="9" creationId="{99FEE270-0197-2B7A-5E77-A201CD6EF98A}"/>
          </ac:spMkLst>
        </pc:spChg>
      </pc:sldChg>
      <pc:sldChg chg="modSp mod">
        <pc:chgData name="Pedro Alatorre" userId="9d3befdc-a3aa-476f-8ce4-395f998ca365" providerId="ADAL" clId="{318FF29F-FE35-498B-9474-C42DC973F54B}" dt="2024-01-29T19:23:24.470" v="6"/>
        <pc:sldMkLst>
          <pc:docMk/>
          <pc:sldMk cId="921106576" sldId="258"/>
        </pc:sldMkLst>
        <pc:spChg chg="mod">
          <ac:chgData name="Pedro Alatorre" userId="9d3befdc-a3aa-476f-8ce4-395f998ca365" providerId="ADAL" clId="{318FF29F-FE35-498B-9474-C42DC973F54B}" dt="2024-01-29T19:22:16.980" v="0" actId="255"/>
          <ac:spMkLst>
            <pc:docMk/>
            <pc:sldMk cId="921106576" sldId="258"/>
            <ac:spMk id="2" creationId="{2C548132-1D78-D2EF-E969-4B0A4318AEF0}"/>
          </ac:spMkLst>
        </pc:spChg>
        <pc:spChg chg="mod">
          <ac:chgData name="Pedro Alatorre" userId="9d3befdc-a3aa-476f-8ce4-395f998ca365" providerId="ADAL" clId="{318FF29F-FE35-498B-9474-C42DC973F54B}" dt="2024-01-29T19:23:06.430" v="5" actId="404"/>
          <ac:spMkLst>
            <pc:docMk/>
            <pc:sldMk cId="921106576" sldId="258"/>
            <ac:spMk id="9" creationId="{99FEE270-0197-2B7A-5E77-A201CD6EF98A}"/>
          </ac:spMkLst>
        </pc:spChg>
        <pc:graphicFrameChg chg="mod">
          <ac:chgData name="Pedro Alatorre" userId="9d3befdc-a3aa-476f-8ce4-395f998ca365" providerId="ADAL" clId="{318FF29F-FE35-498B-9474-C42DC973F54B}" dt="2024-01-29T19:23:24.470" v="6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</pc:docChg>
  </pc:docChgLst>
  <pc:docChgLst>
    <pc:chgData name="Tania López" userId="77f58189-e01e-4d35-9d35-b5786e1d02a6" providerId="ADAL" clId="{F2F07EF8-3CA0-45C7-894A-05BB010A0299}"/>
    <pc:docChg chg="modSld">
      <pc:chgData name="Tania López" userId="77f58189-e01e-4d35-9d35-b5786e1d02a6" providerId="ADAL" clId="{F2F07EF8-3CA0-45C7-894A-05BB010A0299}" dt="2024-01-24T23:11:52.219" v="1"/>
      <pc:docMkLst>
        <pc:docMk/>
      </pc:docMkLst>
      <pc:sldChg chg="modSp">
        <pc:chgData name="Tania López" userId="77f58189-e01e-4d35-9d35-b5786e1d02a6" providerId="ADAL" clId="{F2F07EF8-3CA0-45C7-894A-05BB010A0299}" dt="2024-01-24T23:11:52.219" v="1"/>
        <pc:sldMkLst>
          <pc:docMk/>
          <pc:sldMk cId="3372323358" sldId="257"/>
        </pc:sldMkLst>
        <pc:graphicFrameChg chg="modGraphic">
          <ac:chgData name="Tania López" userId="77f58189-e01e-4d35-9d35-b5786e1d02a6" providerId="ADAL" clId="{F2F07EF8-3CA0-45C7-894A-05BB010A0299}" dt="2024-01-24T23:11:52.219" v="1"/>
          <ac:graphicFrameMkLst>
            <pc:docMk/>
            <pc:sldMk cId="3372323358" sldId="257"/>
            <ac:graphicFrameMk id="5" creationId="{7E63EB25-BA19-19AE-142F-766F828FFA15}"/>
          </ac:graphicFrameMkLst>
        </pc:graphicFrameChg>
      </pc:sldChg>
    </pc:docChg>
  </pc:docChgLst>
  <pc:docChgLst>
    <pc:chgData name="Luis Lomelí" userId="feff09f5-dce1-494e-96e0-5ad3081d819a" providerId="ADAL" clId="{0CB1E599-CF38-4F4D-B624-0C7881B19F3A}"/>
    <pc:docChg chg="custSel addSld delSld modSld">
      <pc:chgData name="Luis Lomelí" userId="feff09f5-dce1-494e-96e0-5ad3081d819a" providerId="ADAL" clId="{0CB1E599-CF38-4F4D-B624-0C7881B19F3A}" dt="2023-10-06T23:33:05.872" v="702" actId="20577"/>
      <pc:docMkLst>
        <pc:docMk/>
      </pc:docMkLst>
      <pc:sldChg chg="modSp mod">
        <pc:chgData name="Luis Lomelí" userId="feff09f5-dce1-494e-96e0-5ad3081d819a" providerId="ADAL" clId="{0CB1E599-CF38-4F4D-B624-0C7881B19F3A}" dt="2023-10-06T23:23:33.716" v="19" actId="20577"/>
        <pc:sldMkLst>
          <pc:docMk/>
          <pc:sldMk cId="3380017337" sldId="256"/>
        </pc:sldMkLst>
        <pc:spChg chg="mod">
          <ac:chgData name="Luis Lomelí" userId="feff09f5-dce1-494e-96e0-5ad3081d819a" providerId="ADAL" clId="{0CB1E599-CF38-4F4D-B624-0C7881B19F3A}" dt="2023-10-06T23:23:33.716" v="19" actId="20577"/>
          <ac:spMkLst>
            <pc:docMk/>
            <pc:sldMk cId="3380017337" sldId="256"/>
            <ac:spMk id="2" creationId="{474E0ABE-A43A-50C9-5E95-C8FBED9D9667}"/>
          </ac:spMkLst>
        </pc:spChg>
      </pc:sldChg>
      <pc:sldChg chg="addSp delSp modSp mod">
        <pc:chgData name="Luis Lomelí" userId="feff09f5-dce1-494e-96e0-5ad3081d819a" providerId="ADAL" clId="{0CB1E599-CF38-4F4D-B624-0C7881B19F3A}" dt="2023-10-06T23:31:49.005" v="514" actId="20577"/>
        <pc:sldMkLst>
          <pc:docMk/>
          <pc:sldMk cId="3372323358" sldId="257"/>
        </pc:sldMkLst>
        <pc:spChg chg="mod">
          <ac:chgData name="Luis Lomelí" userId="feff09f5-dce1-494e-96e0-5ad3081d819a" providerId="ADAL" clId="{0CB1E599-CF38-4F4D-B624-0C7881B19F3A}" dt="2023-10-06T23:23:51.264" v="41" actId="20577"/>
          <ac:spMkLst>
            <pc:docMk/>
            <pc:sldMk cId="3372323358" sldId="257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4:10.318" v="44"/>
          <ac:spMkLst>
            <pc:docMk/>
            <pc:sldMk cId="3372323358" sldId="257"/>
            <ac:spMk id="4" creationId="{65FEC49C-F1AA-49AB-CE02-83D33D0317E5}"/>
          </ac:spMkLst>
        </pc:spChg>
        <pc:spChg chg="mod">
          <ac:chgData name="Luis Lomelí" userId="feff09f5-dce1-494e-96e0-5ad3081d819a" providerId="ADAL" clId="{0CB1E599-CF38-4F4D-B624-0C7881B19F3A}" dt="2023-10-06T23:31:49.005" v="514" actId="20577"/>
          <ac:spMkLst>
            <pc:docMk/>
            <pc:sldMk cId="3372323358" sldId="257"/>
            <ac:spMk id="9" creationId="{99FEE270-0197-2B7A-5E77-A201CD6EF98A}"/>
          </ac:spMkLst>
        </pc:spChg>
        <pc:graphicFrameChg chg="add mod">
          <ac:chgData name="Luis Lomelí" userId="feff09f5-dce1-494e-96e0-5ad3081d819a" providerId="ADAL" clId="{0CB1E599-CF38-4F4D-B624-0C7881B19F3A}" dt="2023-10-06T23:24:10.318" v="44"/>
          <ac:graphicFrameMkLst>
            <pc:docMk/>
            <pc:sldMk cId="3372323358" sldId="257"/>
            <ac:graphicFrameMk id="5" creationId="{7E63EB25-BA19-19AE-142F-766F828FFA15}"/>
          </ac:graphicFrameMkLst>
        </pc:graphicFrameChg>
        <pc:graphicFrameChg chg="del">
          <ac:chgData name="Luis Lomelí" userId="feff09f5-dce1-494e-96e0-5ad3081d819a" providerId="ADAL" clId="{0CB1E599-CF38-4F4D-B624-0C7881B19F3A}" dt="2023-10-06T23:23:53.121" v="42" actId="478"/>
          <ac:graphicFrameMkLst>
            <pc:docMk/>
            <pc:sldMk cId="3372323358" sldId="257"/>
            <ac:graphicFrameMk id="11" creationId="{C8E8C166-9DA1-4EE9-99B6-6E362CC46455}"/>
          </ac:graphicFrameMkLst>
        </pc:graphicFrameChg>
      </pc:sldChg>
      <pc:sldChg chg="addSp delSp modSp add mod">
        <pc:chgData name="Luis Lomelí" userId="feff09f5-dce1-494e-96e0-5ad3081d819a" providerId="ADAL" clId="{0CB1E599-CF38-4F4D-B624-0C7881B19F3A}" dt="2023-10-06T23:33:05.872" v="702" actId="20577"/>
        <pc:sldMkLst>
          <pc:docMk/>
          <pc:sldMk cId="921106576" sldId="258"/>
        </pc:sldMkLst>
        <pc:spChg chg="mod">
          <ac:chgData name="Luis Lomelí" userId="feff09f5-dce1-494e-96e0-5ad3081d819a" providerId="ADAL" clId="{0CB1E599-CF38-4F4D-B624-0C7881B19F3A}" dt="2023-10-06T23:29:28.407" v="293" actId="20577"/>
          <ac:spMkLst>
            <pc:docMk/>
            <pc:sldMk cId="921106576" sldId="258"/>
            <ac:spMk id="2" creationId="{2C548132-1D78-D2EF-E969-4B0A4318AEF0}"/>
          </ac:spMkLst>
        </pc:spChg>
        <pc:spChg chg="add del mod">
          <ac:chgData name="Luis Lomelí" userId="feff09f5-dce1-494e-96e0-5ad3081d819a" providerId="ADAL" clId="{0CB1E599-CF38-4F4D-B624-0C7881B19F3A}" dt="2023-10-06T23:29:14.140" v="215"/>
          <ac:spMkLst>
            <pc:docMk/>
            <pc:sldMk cId="921106576" sldId="258"/>
            <ac:spMk id="6" creationId="{BADB3CDB-40D1-C16F-D1E7-EDEE47ADA211}"/>
          </ac:spMkLst>
        </pc:spChg>
        <pc:spChg chg="mod">
          <ac:chgData name="Luis Lomelí" userId="feff09f5-dce1-494e-96e0-5ad3081d819a" providerId="ADAL" clId="{0CB1E599-CF38-4F4D-B624-0C7881B19F3A}" dt="2023-10-06T23:33:05.872" v="702" actId="20577"/>
          <ac:spMkLst>
            <pc:docMk/>
            <pc:sldMk cId="921106576" sldId="258"/>
            <ac:spMk id="9" creationId="{99FEE270-0197-2B7A-5E77-A201CD6EF98A}"/>
          </ac:spMkLst>
        </pc:spChg>
        <pc:graphicFrameChg chg="add del mod">
          <ac:chgData name="Luis Lomelí" userId="feff09f5-dce1-494e-96e0-5ad3081d819a" providerId="ADAL" clId="{0CB1E599-CF38-4F4D-B624-0C7881B19F3A}" dt="2023-10-06T23:29:13.525" v="213" actId="21"/>
          <ac:graphicFrameMkLst>
            <pc:docMk/>
            <pc:sldMk cId="921106576" sldId="258"/>
            <ac:graphicFrameMk id="3" creationId="{9A04CAFB-284B-92B5-A842-F53A142FF612}"/>
          </ac:graphicFrameMkLst>
        </pc:graphicFrameChg>
        <pc:graphicFrameChg chg="del">
          <ac:chgData name="Luis Lomelí" userId="feff09f5-dce1-494e-96e0-5ad3081d819a" providerId="ADAL" clId="{0CB1E599-CF38-4F4D-B624-0C7881B19F3A}" dt="2023-10-06T23:29:11.422" v="212" actId="478"/>
          <ac:graphicFrameMkLst>
            <pc:docMk/>
            <pc:sldMk cId="921106576" sldId="258"/>
            <ac:graphicFrameMk id="5" creationId="{7E63EB25-BA19-19AE-142F-766F828FFA15}"/>
          </ac:graphicFrameMkLst>
        </pc:graphicFrameChg>
        <pc:graphicFrameChg chg="add mod">
          <ac:chgData name="Luis Lomelí" userId="feff09f5-dce1-494e-96e0-5ad3081d819a" providerId="ADAL" clId="{0CB1E599-CF38-4F4D-B624-0C7881B19F3A}" dt="2023-10-06T23:29:14.140" v="215"/>
          <ac:graphicFrameMkLst>
            <pc:docMk/>
            <pc:sldMk cId="921106576" sldId="258"/>
            <ac:graphicFrameMk id="7" creationId="{CD1D187F-4A41-9C02-C904-3B238AFEF52A}"/>
          </ac:graphicFrameMkLst>
        </pc:graphicFrameChg>
      </pc:sldChg>
      <pc:sldChg chg="del">
        <pc:chgData name="Luis Lomelí" userId="feff09f5-dce1-494e-96e0-5ad3081d819a" providerId="ADAL" clId="{0CB1E599-CF38-4F4D-B624-0C7881B19F3A}" dt="2023-10-06T23:23:54.614" v="43" actId="47"/>
        <pc:sldMkLst>
          <pc:docMk/>
          <pc:sldMk cId="4191197876" sldId="258"/>
        </pc:sldMkLst>
      </pc:sldChg>
    </pc:docChg>
  </pc:docChgLst>
  <pc:docChgLst>
    <pc:chgData name="Pedro Alatorre" userId="9d3befdc-a3aa-476f-8ce4-395f998ca365" providerId="ADAL" clId="{29869CE7-1A56-4E29-93EA-E9D4A242BDD3}"/>
    <pc:docChg chg="modSld">
      <pc:chgData name="Pedro Alatorre" userId="9d3befdc-a3aa-476f-8ce4-395f998ca365" providerId="ADAL" clId="{29869CE7-1A56-4E29-93EA-E9D4A242BDD3}" dt="2024-07-12T16:05:28.079" v="69" actId="1076"/>
      <pc:docMkLst>
        <pc:docMk/>
      </pc:docMkLst>
      <pc:sldChg chg="addSp modSp mod">
        <pc:chgData name="Pedro Alatorre" userId="9d3befdc-a3aa-476f-8ce4-395f998ca365" providerId="ADAL" clId="{29869CE7-1A56-4E29-93EA-E9D4A242BDD3}" dt="2024-07-12T16:05:28.079" v="69" actId="1076"/>
        <pc:sldMkLst>
          <pc:docMk/>
          <pc:sldMk cId="3380017337" sldId="256"/>
        </pc:sldMkLst>
        <pc:spChg chg="add mod">
          <ac:chgData name="Pedro Alatorre" userId="9d3befdc-a3aa-476f-8ce4-395f998ca365" providerId="ADAL" clId="{29869CE7-1A56-4E29-93EA-E9D4A242BDD3}" dt="2024-07-12T16:05:28.079" v="69" actId="1076"/>
          <ac:spMkLst>
            <pc:docMk/>
            <pc:sldMk cId="3380017337" sldId="256"/>
            <ac:spMk id="4" creationId="{1A058BB6-9BDE-D072-4891-2EC482EEC6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innevocorp-my.sharepoint.com/personal/luis_innevo_com/Documents/Definici&#243;n%20de%20mediciones%20y%20objetivos%20CM-ISO%20f&#225;cil/Defectos%20en%20RX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7.9728269260460075E-2"/>
          <c:y val="0.10825245016590301"/>
          <c:w val="0.90311486799444185"/>
          <c:h val="0.82404009984974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'Defectos por tipo de RXP'!$B$1</c:f>
              <c:strCache>
                <c:ptCount val="1"/>
                <c:pt idx="0">
                  <c:v>Defectos por tipo de RxP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'Defectos por tipo de RXP'!$A$2:$A$5</c:f>
              <c:strCache>
                <c:ptCount val="4"/>
                <c:pt idx="0">
                  <c:v>RxP Requisitos</c:v>
                </c:pt>
                <c:pt idx="1">
                  <c:v>RxP Arquitectura/Diseño</c:v>
                </c:pt>
                <c:pt idx="2">
                  <c:v>RxP Codificación</c:v>
                </c:pt>
                <c:pt idx="3">
                  <c:v>RxP Pruebas</c:v>
                </c:pt>
              </c:strCache>
            </c:strRef>
          </c:cat>
          <c:val>
            <c:numRef>
              <c:f>'Defectos por tipo de RXP'!$B$2:$B$5</c:f>
              <c:numCache>
                <c:formatCode>General</c:formatCode>
                <c:ptCount val="4"/>
                <c:pt idx="0">
                  <c:v>246</c:v>
                </c:pt>
                <c:pt idx="1">
                  <c:v>100</c:v>
                </c:pt>
                <c:pt idx="2">
                  <c:v>127</c:v>
                </c:pt>
                <c:pt idx="3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7-49A4-924E-92E03912C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9232367"/>
        <c:axId val="804797439"/>
      </c:barChart>
      <c:catAx>
        <c:axId val="88923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04797439"/>
        <c:crosses val="autoZero"/>
        <c:auto val="1"/>
        <c:lblAlgn val="ctr"/>
        <c:lblOffset val="100"/>
        <c:noMultiLvlLbl val="0"/>
      </c:catAx>
      <c:valAx>
        <c:axId val="804797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889232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'Defectos por categoría'!$A$2:$A$8</cx:f>
        <cx:lvl ptCount="7">
          <cx:pt idx="0">Capacitación</cx:pt>
          <cx:pt idx="1">Herramientas</cx:pt>
          <cx:pt idx="2">Perfil de puesto</cx:pt>
          <cx:pt idx="3">Habilidades</cx:pt>
          <cx:pt idx="4">Sobrecarga de trabajo</cx:pt>
          <cx:pt idx="5">Bypass de procesos</cx:pt>
          <cx:pt idx="6">Descuido</cx:pt>
        </cx:lvl>
      </cx:strDim>
      <cx:numDim type="val">
        <cx:f>'Defectos por categoría'!$B$2:$B$8</cx:f>
        <cx:lvl ptCount="7" formatCode="Estándar">
          <cx:pt idx="0">177</cx:pt>
          <cx:pt idx="1">165</cx:pt>
          <cx:pt idx="2">52</cx:pt>
          <cx:pt idx="3">60</cx:pt>
          <cx:pt idx="4">45</cx:pt>
          <cx:pt idx="5">60</cx:pt>
          <cx:pt idx="6">60</cx:pt>
        </cx:lvl>
      </cx:numDim>
    </cx:data>
  </cx:chartData>
  <cx:chart>
    <cx:title pos="t" align="ctr" overlay="0">
      <cx:tx>
        <cx:txData>
          <cx:v>Categoría de defectos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Categoría de defectos</a:t>
          </a:r>
        </a:p>
      </cx:txPr>
    </cx:title>
    <cx:plotArea>
      <cx:plotAreaRegion>
        <cx:series layoutId="clusteredColumn" uniqueId="{231B9498-1796-49C6-ACD8-CE5871132B2E}">
          <cx:tx>
            <cx:txData>
              <cx:f>'Defectos por categoría'!$B$1</cx:f>
              <cx:v>Defectos</cx:v>
            </cx:txData>
          </cx:tx>
          <cx:dataId val="0"/>
          <cx:layoutPr>
            <cx:aggregation/>
          </cx:layoutPr>
          <cx:axisId val="1"/>
        </cx:series>
        <cx:series layoutId="paretoLine" ownerIdx="0" uniqueId="{F9D88421-22F6-4997-898B-FA0ECC25426C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1B11-49A5-8FBB-A01D-B180CAF0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4AB085-E5F3-94CC-CA71-B1A9E1EB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289C5F-74BF-65F5-571F-682AA61D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336E4-5E38-98E8-A33D-7AB89E178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7A6595-5B14-3CDE-6BEF-1B60AB98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979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48FB2-122C-0129-A488-66FE0806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F2018-BB05-B941-CD19-E1C9E6C6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B2F82-FE72-F4E7-A23F-C76839AB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FDE5F-AE4A-C825-C9F4-2A1B2073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E7F167-6099-7B6D-B953-7ECB3AE4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21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F4F7-2527-BE6D-31D5-F020501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BE1AE-39B2-8EBE-B0BA-A6BC5BCF0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E4A6C-59F2-1824-6D90-F3338F12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F843AB-C8D7-0CD3-4CE5-2EE5AFE8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40FC1-0958-704D-752C-1FFC038D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499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26EE0-3EE0-8595-18B3-D8296DEF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799EA-2848-D6A0-B307-B9BCF9657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F955A-1039-D0E9-B3AE-F72DCC10A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B3423C-D9BF-6AA3-952D-5CC89EDB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343D82-EB4B-B9E8-BC68-D8B83803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539AF4-648D-CFC8-4115-677BCC72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9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AA1D2-73E3-412A-409D-3D149DD1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5667-A744-B978-F3C0-1F2779F4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9286A6-7061-6610-F611-2487CD9A5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38013E-E61D-90E1-04B9-870D87B70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464E27-4296-BDC8-6B15-17E5966A5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7948EB-B81C-4500-72D6-5252B9AC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76CAF-E564-193A-2582-66BF5C54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201FD0-AB85-FA1C-7B80-EE144A3D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94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47743-ABFB-382F-C74C-8C6FECE1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5FEBF0-70BB-6F78-85FD-02C83211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2430D0-A77A-A8B2-080F-C22C5BA0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1F396E-E2F0-2C93-2F00-D23E76AC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975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7BE939-29F7-53AA-2872-6A2A815B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84560A-E4F1-3DBB-727D-D6BE41EE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AFBF0D-3C22-DE01-C5BA-063487B2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3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44EF7-9877-66FB-717E-72DB7846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D185D-7A23-E1CF-B6F3-574CDCC6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5A81B0-B53B-A074-77AD-02B86690C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9BE440-D481-E6EB-FEFE-8BC49E74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603C15-6558-D93C-4F06-EBD990D0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8A2ED5-DB51-4F67-F7F9-33934CA5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288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B4E6C-3A79-8E65-13EF-C608B338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C924AC-3F2E-A220-551B-E2ACF60B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D20C44-2940-FEDB-D895-6B80505F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5D152D-C9FA-98F1-447D-6500C554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AD5C33-D20F-3C2F-722E-CF4D4B99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ABBD55-1585-E8CB-0328-28092EC4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682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1A256-2732-F4E3-DE29-56AB6343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80C23B-8C25-F480-E445-D313DDFE8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2FE10F-8AFA-1AA0-5B24-059A0518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105FE-561E-06FF-16AD-72533ABE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FE9BF5-3B65-8D73-A17C-47413AE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53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E3562B-324B-5FFC-BD2B-9274AE94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B550AC-1192-94D3-75BB-B17B73981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178C19-CFD0-37A8-62A8-C869E1FD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F5F398-1D46-E69E-2877-139878A2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A906A-7E0D-1347-C797-B0C84A0A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855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76514C-2847-3031-1D15-BB37C9F0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005B36-DDAA-6644-9CA5-96DAB9F4E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0EEEE-7D7F-DF0D-D91F-512AFA67E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17CBB-EF1B-4801-8CF8-0CEEDB88BB2F}" type="datetimeFigureOut">
              <a:rPr lang="es-MX" smtClean="0"/>
              <a:t>12/07/2024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816714-B8C2-A016-384C-A8481CB87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2AD05-2E5D-658D-883A-8F9A159E2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656C1-DA9C-4558-AE64-BF461F4452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56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E0ABE-A43A-50C9-5E95-C8FBED9D9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3200" dirty="0"/>
              <a:t>Informe revisiones por pares — Portabilidad ISSSTE-IMSS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DA72B-F3EE-9E5A-698B-A2D76EF8F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Periodo del informe:</a:t>
            </a:r>
          </a:p>
          <a:p>
            <a:r>
              <a:rPr lang="es-MX" dirty="0"/>
              <a:t>21 al 27 de julio de 2026</a:t>
            </a:r>
          </a:p>
          <a:p>
            <a:endParaRPr lang="es-MX" dirty="0"/>
          </a:p>
          <a:p>
            <a:r>
              <a:rPr lang="es-MX" dirty="0"/>
              <a:t>27 de julio de 2026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058BB6-9BDE-D072-4891-2EC482EEC63D}"/>
              </a:ext>
            </a:extLst>
          </p:cNvPr>
          <p:cNvSpPr txBox="1"/>
          <p:nvPr/>
        </p:nvSpPr>
        <p:spPr>
          <a:xfrm>
            <a:off x="674701" y="6356412"/>
            <a:ext cx="2565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Nota: los datos presentados son un ejemplo</a:t>
            </a:r>
            <a:endParaRPr lang="es-MX" sz="1000" b="1" dirty="0"/>
          </a:p>
        </p:txBody>
      </p:sp>
    </p:spTree>
    <p:extLst>
      <p:ext uri="{BB962C8B-B14F-4D97-AF65-F5344CB8AC3E}">
        <p14:creationId xmlns:p14="http://schemas.microsoft.com/office/powerpoint/2010/main" val="338001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Categorías de defectos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Se solicitó a RRHH una actualización de la detección de necesidades de capacitación con el equipo.</a:t>
            </a:r>
          </a:p>
          <a:p>
            <a:pPr lvl="1"/>
            <a:r>
              <a:rPr lang="es-MX" sz="1800" dirty="0"/>
              <a:t>Ya se habían reportado las carencias en las herramientas de control de versiones y para el diseño de pruebas. Se escalará la petición con la dirección de operaciones.</a:t>
            </a:r>
          </a:p>
          <a:p>
            <a:endParaRPr lang="es-MX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884839760"/>
                  </p:ext>
                </p:extLst>
              </p:nvPr>
            </p:nvGraphicFramePr>
            <p:xfrm>
              <a:off x="838200" y="1825625"/>
              <a:ext cx="5181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Marcador de contenido 4">
                <a:extLst>
                  <a:ext uri="{FF2B5EF4-FFF2-40B4-BE49-F238E27FC236}">
                    <a16:creationId xmlns:a16="http://schemas.microsoft.com/office/drawing/2014/main" id="{7E63EB25-BA19-19AE-142F-766F828FFA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232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8132-1D78-D2EF-E969-4B0A431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Cantidad de defectos por tipo de </a:t>
            </a:r>
            <a:r>
              <a:rPr lang="es-MX" sz="3200" dirty="0" err="1"/>
              <a:t>RxP</a:t>
            </a:r>
            <a:endParaRPr lang="es-MX" sz="3200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99FEE270-0197-2B7A-5E77-A201CD6EF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2000" dirty="0"/>
              <a:t>Acciones remediales: </a:t>
            </a:r>
          </a:p>
          <a:p>
            <a:pPr lvl="1"/>
            <a:r>
              <a:rPr lang="es-MX" sz="1800" dirty="0"/>
              <a:t>Se reforzarán las capacitaciones en requisitos para evitar reincidencias en los mismos defectos.</a:t>
            </a:r>
          </a:p>
          <a:p>
            <a:endParaRPr lang="es-MX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D1D187F-4A41-9C02-C904-3B238AFEF5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4524287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1106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f1020bcf-9500-4749-8c84-b23cf1385772" xsi:nil="true"/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b8c81b995d4ba8c1d72e6e66b781faae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f53811fa579c635c88adb8d24199f6dd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FFD30-47A9-4611-8C85-ADCD4398877E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f1020bcf-9500-4749-8c84-b23cf1385772"/>
    <ds:schemaRef ds:uri="http://www.w3.org/XML/1998/namespace"/>
    <ds:schemaRef ds:uri="7a0a35da-276e-4c8e-b365-e7c47df8086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6C3C455-4DF4-4CD4-8A3E-A367CA8AEA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386E2-2DC8-463B-A54C-3609CE1EEABB}"/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113</Words>
  <Application>Microsoft Office PowerPoint</Application>
  <PresentationFormat>Panorámica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Informe revisiones por pares proyecto A</vt:lpstr>
      <vt:lpstr>Categorías de defectos</vt:lpstr>
      <vt:lpstr>Cantidad de defectos por tipo de RxP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objetivos 2023</dc:title>
  <dc:creator xmlns:dc="http://purl.org/dc/elements/1.1/">Carlos Quintero N.</dc:creator>
  <cp:lastModifiedBy>Carlos Quintero N.</cp:lastModifiedBy>
  <cp:revision>3</cp:revision>
  <dcterms:created xsi:type="dcterms:W3CDTF">2023-10-05T22:02:39Z</dcterms:created>
  <dcterms:modified xmlns:dcterms="http://purl.org/dc/terms/" xmlns:xsi="http://www.w3.org/2001/XMLSchema-instance" xsi:type="dcterms:W3CDTF">2026-09-24T05:11:04Z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
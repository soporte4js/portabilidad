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handoutMasterIdLst>
    <p:handoutMasterId r:id="rId13"/>
  </p:handoutMasterIdLst>
  <p:sldIdLst>
    <p:sldId id="256" r:id="rId5"/>
    <p:sldId id="257" r:id="rId6"/>
    <p:sldId id="258" r:id="rId7"/>
    <p:sldId id="259" r:id="rId8"/>
    <p:sldId id="261" r:id="rId9"/>
    <p:sldId id="262" r:id="rId10"/>
    <p:sldId id="260" r:id="rId11"/>
    <p:sldId id="263" r:id="rId1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4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dro Alatorre" userId="9d3befdc-a3aa-476f-8ce4-395f998ca365" providerId="ADAL" clId="{88B9421A-3DB1-44DE-B9F8-B4C159F14241}"/>
    <pc:docChg chg="modSld">
      <pc:chgData name="Pedro Alatorre" userId="9d3befdc-a3aa-476f-8ce4-395f998ca365" providerId="ADAL" clId="{88B9421A-3DB1-44DE-B9F8-B4C159F14241}" dt="2024-01-15T18:34:39.287" v="2" actId="12385"/>
      <pc:docMkLst>
        <pc:docMk/>
      </pc:docMkLst>
      <pc:sldChg chg="modSp mod">
        <pc:chgData name="Pedro Alatorre" userId="9d3befdc-a3aa-476f-8ce4-395f998ca365" providerId="ADAL" clId="{88B9421A-3DB1-44DE-B9F8-B4C159F14241}" dt="2024-01-15T18:34:39.287" v="2" actId="12385"/>
        <pc:sldMkLst>
          <pc:docMk/>
          <pc:sldMk cId="3829417438" sldId="260"/>
        </pc:sldMkLst>
        <pc:spChg chg="mod">
          <ac:chgData name="Pedro Alatorre" userId="9d3befdc-a3aa-476f-8ce4-395f998ca365" providerId="ADAL" clId="{88B9421A-3DB1-44DE-B9F8-B4C159F14241}" dt="2024-01-15T18:33:52.107" v="1" actId="1076"/>
          <ac:spMkLst>
            <pc:docMk/>
            <pc:sldMk cId="3829417438" sldId="260"/>
            <ac:spMk id="12" creationId="{3A5CB7FD-EBF3-DA36-A511-7F3C8522E181}"/>
          </ac:spMkLst>
        </pc:spChg>
        <pc:graphicFrameChg chg="modGraphic">
          <ac:chgData name="Pedro Alatorre" userId="9d3befdc-a3aa-476f-8ce4-395f998ca365" providerId="ADAL" clId="{88B9421A-3DB1-44DE-B9F8-B4C159F14241}" dt="2024-01-15T18:34:39.287" v="2" actId="12385"/>
          <ac:graphicFrameMkLst>
            <pc:docMk/>
            <pc:sldMk cId="3829417438" sldId="260"/>
            <ac:graphicFrameMk id="6" creationId="{EFEFF6E1-75EF-9653-AF47-30227310F81D}"/>
          </ac:graphicFrameMkLst>
        </pc:graphicFrameChg>
      </pc:sldChg>
    </pc:docChg>
  </pc:docChgLst>
  <pc:docChgLst>
    <pc:chgData name="Tania López" userId="77f58189-e01e-4d35-9d35-b5786e1d02a6" providerId="ADAL" clId="{5AB2B43A-AA81-4958-BDAA-9E6DFA624E5D}"/>
    <pc:docChg chg="undo redo custSel addSld delSld modSld sldOrd">
      <pc:chgData name="Tania López" userId="77f58189-e01e-4d35-9d35-b5786e1d02a6" providerId="ADAL" clId="{5AB2B43A-AA81-4958-BDAA-9E6DFA624E5D}" dt="2022-05-13T19:47:00.698" v="112" actId="790"/>
      <pc:docMkLst>
        <pc:docMk/>
      </pc:docMkLst>
      <pc:sldChg chg="modSp mod">
        <pc:chgData name="Tania López" userId="77f58189-e01e-4d35-9d35-b5786e1d02a6" providerId="ADAL" clId="{5AB2B43A-AA81-4958-BDAA-9E6DFA624E5D}" dt="2022-05-13T18:51:24.716" v="8" actId="20577"/>
        <pc:sldMkLst>
          <pc:docMk/>
          <pc:sldMk cId="2810855674" sldId="256"/>
        </pc:sldMkLst>
        <pc:spChg chg="mod">
          <ac:chgData name="Tania López" userId="77f58189-e01e-4d35-9d35-b5786e1d02a6" providerId="ADAL" clId="{5AB2B43A-AA81-4958-BDAA-9E6DFA624E5D}" dt="2022-05-13T18:51:24.716" v="8" actId="20577"/>
          <ac:spMkLst>
            <pc:docMk/>
            <pc:sldMk cId="2810855674" sldId="256"/>
            <ac:spMk id="2" creationId="{462F5DC0-3F93-4029-8C50-251DFC620358}"/>
          </ac:spMkLst>
        </pc:spChg>
      </pc:sldChg>
      <pc:sldChg chg="addSp delSp modSp mod">
        <pc:chgData name="Tania López" userId="77f58189-e01e-4d35-9d35-b5786e1d02a6" providerId="ADAL" clId="{5AB2B43A-AA81-4958-BDAA-9E6DFA624E5D}" dt="2022-05-13T19:47:00.698" v="112" actId="790"/>
        <pc:sldMkLst>
          <pc:docMk/>
          <pc:sldMk cId="944487942" sldId="257"/>
        </pc:sldMkLst>
        <pc:spChg chg="mod">
          <ac:chgData name="Tania López" userId="77f58189-e01e-4d35-9d35-b5786e1d02a6" providerId="ADAL" clId="{5AB2B43A-AA81-4958-BDAA-9E6DFA624E5D}" dt="2022-05-13T19:47:00.698" v="112" actId="790"/>
          <ac:spMkLst>
            <pc:docMk/>
            <pc:sldMk cId="944487942" sldId="257"/>
            <ac:spMk id="3" creationId="{44010FF1-E081-441A-8B9A-FA91AE178CB1}"/>
          </ac:spMkLst>
        </pc:spChg>
        <pc:spChg chg="add del mod">
          <ac:chgData name="Tania López" userId="77f58189-e01e-4d35-9d35-b5786e1d02a6" providerId="ADAL" clId="{5AB2B43A-AA81-4958-BDAA-9E6DFA624E5D}" dt="2022-05-13T18:52:00.417" v="23" actId="22"/>
          <ac:spMkLst>
            <pc:docMk/>
            <pc:sldMk cId="944487942" sldId="257"/>
            <ac:spMk id="6" creationId="{B2A1FA88-DA8D-BC2A-11A1-039FE9C2C6E5}"/>
          </ac:spMkLst>
        </pc:spChg>
        <pc:spChg chg="add del">
          <ac:chgData name="Tania López" userId="77f58189-e01e-4d35-9d35-b5786e1d02a6" providerId="ADAL" clId="{5AB2B43A-AA81-4958-BDAA-9E6DFA624E5D}" dt="2022-05-13T18:51:59.481" v="21" actId="22"/>
          <ac:spMkLst>
            <pc:docMk/>
            <pc:sldMk cId="944487942" sldId="257"/>
            <ac:spMk id="8" creationId="{C278A74A-6C9A-BCC8-9C55-2F9CD8C282F3}"/>
          </ac:spMkLst>
        </pc:spChg>
        <pc:picChg chg="del">
          <ac:chgData name="Tania López" userId="77f58189-e01e-4d35-9d35-b5786e1d02a6" providerId="ADAL" clId="{5AB2B43A-AA81-4958-BDAA-9E6DFA624E5D}" dt="2022-05-13T18:51:31.859" v="9" actId="478"/>
          <ac:picMkLst>
            <pc:docMk/>
            <pc:sldMk cId="944487942" sldId="257"/>
            <ac:picMk id="4" creationId="{064CF347-AD9B-4444-A99A-6FE0CA2CD15E}"/>
          </ac:picMkLst>
        </pc:picChg>
      </pc:sldChg>
      <pc:sldChg chg="addSp modSp new mod">
        <pc:chgData name="Tania López" userId="77f58189-e01e-4d35-9d35-b5786e1d02a6" providerId="ADAL" clId="{5AB2B43A-AA81-4958-BDAA-9E6DFA624E5D}" dt="2022-05-13T18:53:00.747" v="35" actId="108"/>
        <pc:sldMkLst>
          <pc:docMk/>
          <pc:sldMk cId="1471978993" sldId="258"/>
        </pc:sldMkLst>
        <pc:spChg chg="mod">
          <ac:chgData name="Tania López" userId="77f58189-e01e-4d35-9d35-b5786e1d02a6" providerId="ADAL" clId="{5AB2B43A-AA81-4958-BDAA-9E6DFA624E5D}" dt="2022-05-13T18:53:00.747" v="35" actId="108"/>
          <ac:spMkLst>
            <pc:docMk/>
            <pc:sldMk cId="1471978993" sldId="258"/>
            <ac:spMk id="2" creationId="{8FE33E26-9AB0-8EF6-06EA-C7A324BD3037}"/>
          </ac:spMkLst>
        </pc:spChg>
        <pc:spChg chg="mod">
          <ac:chgData name="Tania López" userId="77f58189-e01e-4d35-9d35-b5786e1d02a6" providerId="ADAL" clId="{5AB2B43A-AA81-4958-BDAA-9E6DFA624E5D}" dt="2022-05-13T18:52:49.719" v="33" actId="123"/>
          <ac:spMkLst>
            <pc:docMk/>
            <pc:sldMk cId="1471978993" sldId="258"/>
            <ac:spMk id="3" creationId="{72F3D40A-F7A3-35BF-8DA1-B667BFA05D73}"/>
          </ac:spMkLst>
        </pc:spChg>
        <pc:picChg chg="add mod">
          <ac:chgData name="Tania López" userId="77f58189-e01e-4d35-9d35-b5786e1d02a6" providerId="ADAL" clId="{5AB2B43A-AA81-4958-BDAA-9E6DFA624E5D}" dt="2022-05-13T18:52:43.567" v="32" actId="1076"/>
          <ac:picMkLst>
            <pc:docMk/>
            <pc:sldMk cId="1471978993" sldId="258"/>
            <ac:picMk id="4" creationId="{A1EED8AD-F80F-2EAD-0C98-657B592CE217}"/>
          </ac:picMkLst>
        </pc:picChg>
      </pc:sldChg>
      <pc:sldChg chg="addSp delSp modSp add mod">
        <pc:chgData name="Tania López" userId="77f58189-e01e-4d35-9d35-b5786e1d02a6" providerId="ADAL" clId="{5AB2B43A-AA81-4958-BDAA-9E6DFA624E5D}" dt="2022-05-13T18:53:26.206" v="44"/>
        <pc:sldMkLst>
          <pc:docMk/>
          <pc:sldMk cId="3739989066" sldId="259"/>
        </pc:sldMkLst>
        <pc:spChg chg="mod">
          <ac:chgData name="Tania López" userId="77f58189-e01e-4d35-9d35-b5786e1d02a6" providerId="ADAL" clId="{5AB2B43A-AA81-4958-BDAA-9E6DFA624E5D}" dt="2022-05-13T18:53:26.206" v="44"/>
          <ac:spMkLst>
            <pc:docMk/>
            <pc:sldMk cId="3739989066" sldId="259"/>
            <ac:spMk id="2" creationId="{8FE33E26-9AB0-8EF6-06EA-C7A324BD3037}"/>
          </ac:spMkLst>
        </pc:spChg>
        <pc:spChg chg="mod">
          <ac:chgData name="Tania López" userId="77f58189-e01e-4d35-9d35-b5786e1d02a6" providerId="ADAL" clId="{5AB2B43A-AA81-4958-BDAA-9E6DFA624E5D}" dt="2022-05-13T18:53:09.592" v="37"/>
          <ac:spMkLst>
            <pc:docMk/>
            <pc:sldMk cId="3739989066" sldId="259"/>
            <ac:spMk id="3" creationId="{72F3D40A-F7A3-35BF-8DA1-B667BFA05D73}"/>
          </ac:spMkLst>
        </pc:spChg>
        <pc:graphicFrameChg chg="add mod">
          <ac:chgData name="Tania López" userId="77f58189-e01e-4d35-9d35-b5786e1d02a6" providerId="ADAL" clId="{5AB2B43A-AA81-4958-BDAA-9E6DFA624E5D}" dt="2022-05-13T18:53:16.202" v="41" actId="14100"/>
          <ac:graphicFrameMkLst>
            <pc:docMk/>
            <pc:sldMk cId="3739989066" sldId="259"/>
            <ac:graphicFrameMk id="5" creationId="{41B0D7EF-722B-FF3C-3204-978200EFEB2D}"/>
          </ac:graphicFrameMkLst>
        </pc:graphicFrameChg>
        <pc:picChg chg="del">
          <ac:chgData name="Tania López" userId="77f58189-e01e-4d35-9d35-b5786e1d02a6" providerId="ADAL" clId="{5AB2B43A-AA81-4958-BDAA-9E6DFA624E5D}" dt="2022-05-13T18:53:12.570" v="38" actId="478"/>
          <ac:picMkLst>
            <pc:docMk/>
            <pc:sldMk cId="3739989066" sldId="259"/>
            <ac:picMk id="4" creationId="{A1EED8AD-F80F-2EAD-0C98-657B592CE217}"/>
          </ac:picMkLst>
        </pc:picChg>
      </pc:sldChg>
      <pc:sldChg chg="del">
        <pc:chgData name="Tania López" userId="77f58189-e01e-4d35-9d35-b5786e1d02a6" providerId="ADAL" clId="{5AB2B43A-AA81-4958-BDAA-9E6DFA624E5D}" dt="2022-05-13T18:51:46.367" v="15" actId="47"/>
        <pc:sldMkLst>
          <pc:docMk/>
          <pc:sldMk cId="833015975" sldId="260"/>
        </pc:sldMkLst>
      </pc:sldChg>
      <pc:sldChg chg="addSp delSp modSp add mod modClrScheme chgLayout">
        <pc:chgData name="Tania López" userId="77f58189-e01e-4d35-9d35-b5786e1d02a6" providerId="ADAL" clId="{5AB2B43A-AA81-4958-BDAA-9E6DFA624E5D}" dt="2022-05-13T18:54:37.043" v="79"/>
        <pc:sldMkLst>
          <pc:docMk/>
          <pc:sldMk cId="3829417438" sldId="260"/>
        </pc:sldMkLst>
        <pc:spChg chg="mod ord">
          <ac:chgData name="Tania López" userId="77f58189-e01e-4d35-9d35-b5786e1d02a6" providerId="ADAL" clId="{5AB2B43A-AA81-4958-BDAA-9E6DFA624E5D}" dt="2022-05-13T18:54:37.043" v="79"/>
          <ac:spMkLst>
            <pc:docMk/>
            <pc:sldMk cId="3829417438" sldId="260"/>
            <ac:spMk id="2" creationId="{8FE33E26-9AB0-8EF6-06EA-C7A324BD3037}"/>
          </ac:spMkLst>
        </pc:spChg>
        <pc:spChg chg="del mod ord">
          <ac:chgData name="Tania López" userId="77f58189-e01e-4d35-9d35-b5786e1d02a6" providerId="ADAL" clId="{5AB2B43A-AA81-4958-BDAA-9E6DFA624E5D}" dt="2022-05-13T18:54:22.396" v="74" actId="478"/>
          <ac:spMkLst>
            <pc:docMk/>
            <pc:sldMk cId="3829417438" sldId="260"/>
            <ac:spMk id="3" creationId="{72F3D40A-F7A3-35BF-8DA1-B667BFA05D73}"/>
          </ac:spMkLst>
        </pc:spChg>
        <pc:spChg chg="add mod">
          <ac:chgData name="Tania López" userId="77f58189-e01e-4d35-9d35-b5786e1d02a6" providerId="ADAL" clId="{5AB2B43A-AA81-4958-BDAA-9E6DFA624E5D}" dt="2022-05-13T18:54:32.790" v="78" actId="1076"/>
          <ac:spMkLst>
            <pc:docMk/>
            <pc:sldMk cId="3829417438" sldId="260"/>
            <ac:spMk id="12" creationId="{3A5CB7FD-EBF3-DA36-A511-7F3C8522E181}"/>
          </ac:spMkLst>
        </pc:spChg>
        <pc:spChg chg="add mod">
          <ac:chgData name="Tania López" userId="77f58189-e01e-4d35-9d35-b5786e1d02a6" providerId="ADAL" clId="{5AB2B43A-AA81-4958-BDAA-9E6DFA624E5D}" dt="2022-05-13T18:54:32.790" v="78" actId="1076"/>
          <ac:spMkLst>
            <pc:docMk/>
            <pc:sldMk cId="3829417438" sldId="260"/>
            <ac:spMk id="13" creationId="{B4F7B004-7110-9E0E-5EAA-11658D521F37}"/>
          </ac:spMkLst>
        </pc:spChg>
        <pc:spChg chg="add mod">
          <ac:chgData name="Tania López" userId="77f58189-e01e-4d35-9d35-b5786e1d02a6" providerId="ADAL" clId="{5AB2B43A-AA81-4958-BDAA-9E6DFA624E5D}" dt="2022-05-13T18:54:32.790" v="78" actId="1076"/>
          <ac:spMkLst>
            <pc:docMk/>
            <pc:sldMk cId="3829417438" sldId="260"/>
            <ac:spMk id="14" creationId="{EA57094D-1BA1-6C90-5A34-7C334F1802EA}"/>
          </ac:spMkLst>
        </pc:spChg>
        <pc:graphicFrameChg chg="del">
          <ac:chgData name="Tania López" userId="77f58189-e01e-4d35-9d35-b5786e1d02a6" providerId="ADAL" clId="{5AB2B43A-AA81-4958-BDAA-9E6DFA624E5D}" dt="2022-05-13T18:54:20.809" v="73" actId="478"/>
          <ac:graphicFrameMkLst>
            <pc:docMk/>
            <pc:sldMk cId="3829417438" sldId="260"/>
            <ac:graphicFrameMk id="5" creationId="{41B0D7EF-722B-FF3C-3204-978200EFEB2D}"/>
          </ac:graphicFrameMkLst>
        </pc:graphicFrameChg>
        <pc:graphicFrameChg chg="add mod">
          <ac:chgData name="Tania López" userId="77f58189-e01e-4d35-9d35-b5786e1d02a6" providerId="ADAL" clId="{5AB2B43A-AA81-4958-BDAA-9E6DFA624E5D}" dt="2022-05-13T18:54:32.790" v="78" actId="1076"/>
          <ac:graphicFrameMkLst>
            <pc:docMk/>
            <pc:sldMk cId="3829417438" sldId="260"/>
            <ac:graphicFrameMk id="6" creationId="{EFEFF6E1-75EF-9653-AF47-30227310F81D}"/>
          </ac:graphicFrameMkLst>
        </pc:graphicFrameChg>
        <pc:cxnChg chg="add mod">
          <ac:chgData name="Tania López" userId="77f58189-e01e-4d35-9d35-b5786e1d02a6" providerId="ADAL" clId="{5AB2B43A-AA81-4958-BDAA-9E6DFA624E5D}" dt="2022-05-13T18:54:32.790" v="78" actId="1076"/>
          <ac:cxnSpMkLst>
            <pc:docMk/>
            <pc:sldMk cId="3829417438" sldId="260"/>
            <ac:cxnSpMk id="7" creationId="{D8B45171-6CA8-5789-5CCF-41B486E38B41}"/>
          </ac:cxnSpMkLst>
        </pc:cxnChg>
        <pc:cxnChg chg="add mod">
          <ac:chgData name="Tania López" userId="77f58189-e01e-4d35-9d35-b5786e1d02a6" providerId="ADAL" clId="{5AB2B43A-AA81-4958-BDAA-9E6DFA624E5D}" dt="2022-05-13T18:54:32.790" v="78" actId="1076"/>
          <ac:cxnSpMkLst>
            <pc:docMk/>
            <pc:sldMk cId="3829417438" sldId="260"/>
            <ac:cxnSpMk id="8" creationId="{B9FFA39F-AF6A-F1D6-2E7B-FD8F1F9023E6}"/>
          </ac:cxnSpMkLst>
        </pc:cxnChg>
        <pc:cxnChg chg="add mod">
          <ac:chgData name="Tania López" userId="77f58189-e01e-4d35-9d35-b5786e1d02a6" providerId="ADAL" clId="{5AB2B43A-AA81-4958-BDAA-9E6DFA624E5D}" dt="2022-05-13T18:54:32.790" v="78" actId="1076"/>
          <ac:cxnSpMkLst>
            <pc:docMk/>
            <pc:sldMk cId="3829417438" sldId="260"/>
            <ac:cxnSpMk id="9" creationId="{36F046F4-527F-102C-03AF-69A45BFD9DCC}"/>
          </ac:cxnSpMkLst>
        </pc:cxnChg>
        <pc:cxnChg chg="add mod">
          <ac:chgData name="Tania López" userId="77f58189-e01e-4d35-9d35-b5786e1d02a6" providerId="ADAL" clId="{5AB2B43A-AA81-4958-BDAA-9E6DFA624E5D}" dt="2022-05-13T18:54:32.790" v="78" actId="1076"/>
          <ac:cxnSpMkLst>
            <pc:docMk/>
            <pc:sldMk cId="3829417438" sldId="260"/>
            <ac:cxnSpMk id="10" creationId="{5BC6A67C-B827-1D6A-BE0E-B07D0861D016}"/>
          </ac:cxnSpMkLst>
        </pc:cxnChg>
        <pc:cxnChg chg="add mod">
          <ac:chgData name="Tania López" userId="77f58189-e01e-4d35-9d35-b5786e1d02a6" providerId="ADAL" clId="{5AB2B43A-AA81-4958-BDAA-9E6DFA624E5D}" dt="2022-05-13T18:54:32.790" v="78" actId="1076"/>
          <ac:cxnSpMkLst>
            <pc:docMk/>
            <pc:sldMk cId="3829417438" sldId="260"/>
            <ac:cxnSpMk id="11" creationId="{465846BB-D1D6-9EA7-74A0-8357A3D194A2}"/>
          </ac:cxnSpMkLst>
        </pc:cxnChg>
        <pc:cxnChg chg="add mod">
          <ac:chgData name="Tania López" userId="77f58189-e01e-4d35-9d35-b5786e1d02a6" providerId="ADAL" clId="{5AB2B43A-AA81-4958-BDAA-9E6DFA624E5D}" dt="2022-05-13T18:54:32.790" v="78" actId="1076"/>
          <ac:cxnSpMkLst>
            <pc:docMk/>
            <pc:sldMk cId="3829417438" sldId="260"/>
            <ac:cxnSpMk id="15" creationId="{44D06A7B-C00D-CD6A-C3ED-551876840E18}"/>
          </ac:cxnSpMkLst>
        </pc:cxnChg>
      </pc:sldChg>
      <pc:sldChg chg="del">
        <pc:chgData name="Tania López" userId="77f58189-e01e-4d35-9d35-b5786e1d02a6" providerId="ADAL" clId="{5AB2B43A-AA81-4958-BDAA-9E6DFA624E5D}" dt="2022-05-13T18:51:46.367" v="15" actId="47"/>
        <pc:sldMkLst>
          <pc:docMk/>
          <pc:sldMk cId="2484476406" sldId="261"/>
        </pc:sldMkLst>
      </pc:sldChg>
      <pc:sldChg chg="modSp add mod ord">
        <pc:chgData name="Tania López" userId="77f58189-e01e-4d35-9d35-b5786e1d02a6" providerId="ADAL" clId="{5AB2B43A-AA81-4958-BDAA-9E6DFA624E5D}" dt="2022-05-13T18:53:47.772" v="51"/>
        <pc:sldMkLst>
          <pc:docMk/>
          <pc:sldMk cId="3691159635" sldId="261"/>
        </pc:sldMkLst>
        <pc:spChg chg="mod">
          <ac:chgData name="Tania López" userId="77f58189-e01e-4d35-9d35-b5786e1d02a6" providerId="ADAL" clId="{5AB2B43A-AA81-4958-BDAA-9E6DFA624E5D}" dt="2022-05-13T18:53:47.772" v="51"/>
          <ac:spMkLst>
            <pc:docMk/>
            <pc:sldMk cId="3691159635" sldId="261"/>
            <ac:spMk id="2" creationId="{50597829-26B1-444B-A28B-7543048696EB}"/>
          </ac:spMkLst>
        </pc:spChg>
        <pc:spChg chg="mod">
          <ac:chgData name="Tania López" userId="77f58189-e01e-4d35-9d35-b5786e1d02a6" providerId="ADAL" clId="{5AB2B43A-AA81-4958-BDAA-9E6DFA624E5D}" dt="2022-05-13T18:53:43.403" v="50" actId="27636"/>
          <ac:spMkLst>
            <pc:docMk/>
            <pc:sldMk cId="3691159635" sldId="261"/>
            <ac:spMk id="3" creationId="{44010FF1-E081-441A-8B9A-FA91AE178CB1}"/>
          </ac:spMkLst>
        </pc:spChg>
      </pc:sldChg>
      <pc:sldChg chg="modSp add mod">
        <pc:chgData name="Tania López" userId="77f58189-e01e-4d35-9d35-b5786e1d02a6" providerId="ADAL" clId="{5AB2B43A-AA81-4958-BDAA-9E6DFA624E5D}" dt="2022-05-13T18:54:06.149" v="71" actId="27636"/>
        <pc:sldMkLst>
          <pc:docMk/>
          <pc:sldMk cId="1685806013" sldId="262"/>
        </pc:sldMkLst>
        <pc:spChg chg="mod">
          <ac:chgData name="Tania López" userId="77f58189-e01e-4d35-9d35-b5786e1d02a6" providerId="ADAL" clId="{5AB2B43A-AA81-4958-BDAA-9E6DFA624E5D}" dt="2022-05-13T18:53:58.609" v="66" actId="20577"/>
          <ac:spMkLst>
            <pc:docMk/>
            <pc:sldMk cId="1685806013" sldId="262"/>
            <ac:spMk id="2" creationId="{50597829-26B1-444B-A28B-7543048696EB}"/>
          </ac:spMkLst>
        </pc:spChg>
        <pc:spChg chg="mod">
          <ac:chgData name="Tania López" userId="77f58189-e01e-4d35-9d35-b5786e1d02a6" providerId="ADAL" clId="{5AB2B43A-AA81-4958-BDAA-9E6DFA624E5D}" dt="2022-05-13T18:54:06.149" v="71" actId="27636"/>
          <ac:spMkLst>
            <pc:docMk/>
            <pc:sldMk cId="1685806013" sldId="262"/>
            <ac:spMk id="3" creationId="{44010FF1-E081-441A-8B9A-FA91AE178CB1}"/>
          </ac:spMkLst>
        </pc:spChg>
      </pc:sldChg>
      <pc:sldChg chg="addSp delSp modSp add del">
        <pc:chgData name="Tania López" userId="77f58189-e01e-4d35-9d35-b5786e1d02a6" providerId="ADAL" clId="{5AB2B43A-AA81-4958-BDAA-9E6DFA624E5D}" dt="2022-05-13T18:52:21.820" v="27"/>
        <pc:sldMkLst>
          <pc:docMk/>
          <pc:sldMk cId="4055621292" sldId="262"/>
        </pc:sldMkLst>
        <pc:spChg chg="mod">
          <ac:chgData name="Tania López" userId="77f58189-e01e-4d35-9d35-b5786e1d02a6" providerId="ADAL" clId="{5AB2B43A-AA81-4958-BDAA-9E6DFA624E5D}" dt="2022-05-13T18:52:21.275" v="26"/>
          <ac:spMkLst>
            <pc:docMk/>
            <pc:sldMk cId="4055621292" sldId="262"/>
            <ac:spMk id="2" creationId="{00000000-0000-0000-0000-000000000000}"/>
          </ac:spMkLst>
        </pc:spChg>
        <pc:spChg chg="mod">
          <ac:chgData name="Tania López" userId="77f58189-e01e-4d35-9d35-b5786e1d02a6" providerId="ADAL" clId="{5AB2B43A-AA81-4958-BDAA-9E6DFA624E5D}" dt="2022-05-13T18:52:21.275" v="26"/>
          <ac:spMkLst>
            <pc:docMk/>
            <pc:sldMk cId="4055621292" sldId="262"/>
            <ac:spMk id="3" creationId="{00000000-0000-0000-0000-000000000000}"/>
          </ac:spMkLst>
        </pc:spChg>
        <pc:spChg chg="add del mod">
          <ac:chgData name="Tania López" userId="77f58189-e01e-4d35-9d35-b5786e1d02a6" providerId="ADAL" clId="{5AB2B43A-AA81-4958-BDAA-9E6DFA624E5D}" dt="2022-05-13T18:52:21.275" v="26"/>
          <ac:spMkLst>
            <pc:docMk/>
            <pc:sldMk cId="4055621292" sldId="262"/>
            <ac:spMk id="4" creationId="{483E149A-F341-1746-78E4-4A7C84A8582B}"/>
          </ac:spMkLst>
        </pc:spChg>
        <pc:spChg chg="add del mod">
          <ac:chgData name="Tania López" userId="77f58189-e01e-4d35-9d35-b5786e1d02a6" providerId="ADAL" clId="{5AB2B43A-AA81-4958-BDAA-9E6DFA624E5D}" dt="2022-05-13T18:52:21.275" v="26"/>
          <ac:spMkLst>
            <pc:docMk/>
            <pc:sldMk cId="4055621292" sldId="262"/>
            <ac:spMk id="6" creationId="{9A9CE2B0-5494-222D-ABF2-41577B46CD68}"/>
          </ac:spMkLst>
        </pc:spChg>
      </pc:sldChg>
      <pc:sldChg chg="del">
        <pc:chgData name="Tania López" userId="77f58189-e01e-4d35-9d35-b5786e1d02a6" providerId="ADAL" clId="{5AB2B43A-AA81-4958-BDAA-9E6DFA624E5D}" dt="2022-05-13T18:51:46.367" v="15" actId="47"/>
        <pc:sldMkLst>
          <pc:docMk/>
          <pc:sldMk cId="4239880958" sldId="262"/>
        </pc:sldMkLst>
      </pc:sldChg>
      <pc:sldChg chg="del">
        <pc:chgData name="Tania López" userId="77f58189-e01e-4d35-9d35-b5786e1d02a6" providerId="ADAL" clId="{5AB2B43A-AA81-4958-BDAA-9E6DFA624E5D}" dt="2022-05-13T18:51:46.367" v="15" actId="47"/>
        <pc:sldMkLst>
          <pc:docMk/>
          <pc:sldMk cId="96340446" sldId="263"/>
        </pc:sldMkLst>
      </pc:sldChg>
      <pc:sldChg chg="addSp delSp modSp new mod">
        <pc:chgData name="Tania López" userId="77f58189-e01e-4d35-9d35-b5786e1d02a6" providerId="ADAL" clId="{5AB2B43A-AA81-4958-BDAA-9E6DFA624E5D}" dt="2022-05-13T18:55:13.629" v="94" actId="1076"/>
        <pc:sldMkLst>
          <pc:docMk/>
          <pc:sldMk cId="1270993621" sldId="263"/>
        </pc:sldMkLst>
        <pc:spChg chg="mod">
          <ac:chgData name="Tania López" userId="77f58189-e01e-4d35-9d35-b5786e1d02a6" providerId="ADAL" clId="{5AB2B43A-AA81-4958-BDAA-9E6DFA624E5D}" dt="2022-05-13T18:54:59.143" v="90" actId="108"/>
          <ac:spMkLst>
            <pc:docMk/>
            <pc:sldMk cId="1270993621" sldId="263"/>
            <ac:spMk id="2" creationId="{E324AAA6-09AF-86EB-E27A-A9B61FA371E4}"/>
          </ac:spMkLst>
        </pc:spChg>
        <pc:spChg chg="add del mod">
          <ac:chgData name="Tania López" userId="77f58189-e01e-4d35-9d35-b5786e1d02a6" providerId="ADAL" clId="{5AB2B43A-AA81-4958-BDAA-9E6DFA624E5D}" dt="2022-05-13T18:55:08.153" v="92"/>
          <ac:spMkLst>
            <pc:docMk/>
            <pc:sldMk cId="1270993621" sldId="263"/>
            <ac:spMk id="3" creationId="{DD5F35AB-F8C5-437D-C435-6CC1C2A673C4}"/>
          </ac:spMkLst>
        </pc:spChg>
        <pc:spChg chg="add mod">
          <ac:chgData name="Tania López" userId="77f58189-e01e-4d35-9d35-b5786e1d02a6" providerId="ADAL" clId="{5AB2B43A-AA81-4958-BDAA-9E6DFA624E5D}" dt="2022-05-13T18:55:13.629" v="94" actId="1076"/>
          <ac:spMkLst>
            <pc:docMk/>
            <pc:sldMk cId="1270993621" sldId="263"/>
            <ac:spMk id="4" creationId="{0DE93EED-EFA3-5EE3-46EF-F32A1228685F}"/>
          </ac:spMkLst>
        </pc:spChg>
      </pc:sldChg>
      <pc:sldChg chg="addSp delSp modSp add del">
        <pc:chgData name="Tania López" userId="77f58189-e01e-4d35-9d35-b5786e1d02a6" providerId="ADAL" clId="{5AB2B43A-AA81-4958-BDAA-9E6DFA624E5D}" dt="2022-05-13T18:52:21.820" v="27"/>
        <pc:sldMkLst>
          <pc:docMk/>
          <pc:sldMk cId="2044016934" sldId="263"/>
        </pc:sldMkLst>
        <pc:spChg chg="mod">
          <ac:chgData name="Tania López" userId="77f58189-e01e-4d35-9d35-b5786e1d02a6" providerId="ADAL" clId="{5AB2B43A-AA81-4958-BDAA-9E6DFA624E5D}" dt="2022-05-13T18:52:21.275" v="26"/>
          <ac:spMkLst>
            <pc:docMk/>
            <pc:sldMk cId="2044016934" sldId="263"/>
            <ac:spMk id="2" creationId="{00000000-0000-0000-0000-000000000000}"/>
          </ac:spMkLst>
        </pc:spChg>
        <pc:spChg chg="mod">
          <ac:chgData name="Tania López" userId="77f58189-e01e-4d35-9d35-b5786e1d02a6" providerId="ADAL" clId="{5AB2B43A-AA81-4958-BDAA-9E6DFA624E5D}" dt="2022-05-13T18:52:21.275" v="26"/>
          <ac:spMkLst>
            <pc:docMk/>
            <pc:sldMk cId="2044016934" sldId="263"/>
            <ac:spMk id="3" creationId="{00000000-0000-0000-0000-000000000000}"/>
          </ac:spMkLst>
        </pc:spChg>
        <pc:spChg chg="add del mod">
          <ac:chgData name="Tania López" userId="77f58189-e01e-4d35-9d35-b5786e1d02a6" providerId="ADAL" clId="{5AB2B43A-AA81-4958-BDAA-9E6DFA624E5D}" dt="2022-05-13T18:52:21.275" v="26"/>
          <ac:spMkLst>
            <pc:docMk/>
            <pc:sldMk cId="2044016934" sldId="263"/>
            <ac:spMk id="4" creationId="{74B364DB-3A2D-0CCA-B2EC-10C00E328E06}"/>
          </ac:spMkLst>
        </pc:spChg>
        <pc:spChg chg="add del mod">
          <ac:chgData name="Tania López" userId="77f58189-e01e-4d35-9d35-b5786e1d02a6" providerId="ADAL" clId="{5AB2B43A-AA81-4958-BDAA-9E6DFA624E5D}" dt="2022-05-13T18:52:21.275" v="26"/>
          <ac:spMkLst>
            <pc:docMk/>
            <pc:sldMk cId="2044016934" sldId="263"/>
            <ac:spMk id="5" creationId="{E8C0CD59-6E5C-F79A-CCE2-1EBFCD05980F}"/>
          </ac:spMkLst>
        </pc:spChg>
      </pc:sldChg>
      <pc:sldChg chg="addSp delSp modSp add del">
        <pc:chgData name="Tania López" userId="77f58189-e01e-4d35-9d35-b5786e1d02a6" providerId="ADAL" clId="{5AB2B43A-AA81-4958-BDAA-9E6DFA624E5D}" dt="2022-05-13T18:52:21.820" v="27"/>
        <pc:sldMkLst>
          <pc:docMk/>
          <pc:sldMk cId="577401520" sldId="264"/>
        </pc:sldMkLst>
        <pc:spChg chg="add del mod">
          <ac:chgData name="Tania López" userId="77f58189-e01e-4d35-9d35-b5786e1d02a6" providerId="ADAL" clId="{5AB2B43A-AA81-4958-BDAA-9E6DFA624E5D}" dt="2022-05-13T18:52:21.275" v="26"/>
          <ac:spMkLst>
            <pc:docMk/>
            <pc:sldMk cId="577401520" sldId="264"/>
            <ac:spMk id="2" creationId="{951E3C33-F983-453C-534D-BE7B803FC050}"/>
          </ac:spMkLst>
        </pc:spChg>
        <pc:spChg chg="mod">
          <ac:chgData name="Tania López" userId="77f58189-e01e-4d35-9d35-b5786e1d02a6" providerId="ADAL" clId="{5AB2B43A-AA81-4958-BDAA-9E6DFA624E5D}" dt="2022-05-13T18:52:21.275" v="26"/>
          <ac:spMkLst>
            <pc:docMk/>
            <pc:sldMk cId="577401520" sldId="264"/>
            <ac:spMk id="3" creationId="{00000000-0000-0000-0000-000000000000}"/>
          </ac:spMkLst>
        </pc:spChg>
        <pc:spChg chg="mod">
          <ac:chgData name="Tania López" userId="77f58189-e01e-4d35-9d35-b5786e1d02a6" providerId="ADAL" clId="{5AB2B43A-AA81-4958-BDAA-9E6DFA624E5D}" dt="2022-05-13T18:52:21.275" v="26"/>
          <ac:spMkLst>
            <pc:docMk/>
            <pc:sldMk cId="577401520" sldId="264"/>
            <ac:spMk id="4" creationId="{31F2D285-2185-423A-B6E9-5C9A76DFCA4E}"/>
          </ac:spMkLst>
        </pc:spChg>
        <pc:spChg chg="add del mod">
          <ac:chgData name="Tania López" userId="77f58189-e01e-4d35-9d35-b5786e1d02a6" providerId="ADAL" clId="{5AB2B43A-AA81-4958-BDAA-9E6DFA624E5D}" dt="2022-05-13T18:52:21.275" v="26"/>
          <ac:spMkLst>
            <pc:docMk/>
            <pc:sldMk cId="577401520" sldId="264"/>
            <ac:spMk id="5" creationId="{44B2D6FD-77F6-045F-F00C-596AF5B1D6F8}"/>
          </ac:spMkLst>
        </pc:spChg>
      </pc:sldChg>
      <pc:sldChg chg="del">
        <pc:chgData name="Tania López" userId="77f58189-e01e-4d35-9d35-b5786e1d02a6" providerId="ADAL" clId="{5AB2B43A-AA81-4958-BDAA-9E6DFA624E5D}" dt="2022-05-13T18:51:46.367" v="15" actId="47"/>
        <pc:sldMkLst>
          <pc:docMk/>
          <pc:sldMk cId="2179132989" sldId="264"/>
        </pc:sldMkLst>
      </pc:sldChg>
      <pc:sldChg chg="del">
        <pc:chgData name="Tania López" userId="77f58189-e01e-4d35-9d35-b5786e1d02a6" providerId="ADAL" clId="{5AB2B43A-AA81-4958-BDAA-9E6DFA624E5D}" dt="2022-05-13T18:51:46.367" v="15" actId="47"/>
        <pc:sldMkLst>
          <pc:docMk/>
          <pc:sldMk cId="757339713" sldId="265"/>
        </pc:sldMkLst>
      </pc:sldChg>
      <pc:sldChg chg="del">
        <pc:chgData name="Tania López" userId="77f58189-e01e-4d35-9d35-b5786e1d02a6" providerId="ADAL" clId="{5AB2B43A-AA81-4958-BDAA-9E6DFA624E5D}" dt="2022-05-13T18:51:46.367" v="15" actId="47"/>
        <pc:sldMkLst>
          <pc:docMk/>
          <pc:sldMk cId="1690589740" sldId="266"/>
        </pc:sldMkLst>
      </pc:sldChg>
      <pc:sldChg chg="del">
        <pc:chgData name="Tania López" userId="77f58189-e01e-4d35-9d35-b5786e1d02a6" providerId="ADAL" clId="{5AB2B43A-AA81-4958-BDAA-9E6DFA624E5D}" dt="2022-05-13T18:51:46.367" v="15" actId="47"/>
        <pc:sldMkLst>
          <pc:docMk/>
          <pc:sldMk cId="255246729" sldId="267"/>
        </pc:sldMkLst>
      </pc:sldChg>
      <pc:sldChg chg="del">
        <pc:chgData name="Tania López" userId="77f58189-e01e-4d35-9d35-b5786e1d02a6" providerId="ADAL" clId="{5AB2B43A-AA81-4958-BDAA-9E6DFA624E5D}" dt="2022-05-13T18:51:46.367" v="15" actId="47"/>
        <pc:sldMkLst>
          <pc:docMk/>
          <pc:sldMk cId="2790225673" sldId="268"/>
        </pc:sldMkLst>
      </pc:sldChg>
      <pc:sldChg chg="del">
        <pc:chgData name="Tania López" userId="77f58189-e01e-4d35-9d35-b5786e1d02a6" providerId="ADAL" clId="{5AB2B43A-AA81-4958-BDAA-9E6DFA624E5D}" dt="2022-05-13T18:51:46.367" v="15" actId="47"/>
        <pc:sldMkLst>
          <pc:docMk/>
          <pc:sldMk cId="2212829930" sldId="269"/>
        </pc:sldMkLst>
      </pc:sldChg>
      <pc:sldChg chg="del">
        <pc:chgData name="Tania López" userId="77f58189-e01e-4d35-9d35-b5786e1d02a6" providerId="ADAL" clId="{5AB2B43A-AA81-4958-BDAA-9E6DFA624E5D}" dt="2022-05-13T18:51:46.367" v="15" actId="47"/>
        <pc:sldMkLst>
          <pc:docMk/>
          <pc:sldMk cId="3844026139" sldId="270"/>
        </pc:sldMkLst>
      </pc:sldChg>
      <pc:sldChg chg="del">
        <pc:chgData name="Tania López" userId="77f58189-e01e-4d35-9d35-b5786e1d02a6" providerId="ADAL" clId="{5AB2B43A-AA81-4958-BDAA-9E6DFA624E5D}" dt="2022-05-13T18:51:46.367" v="15" actId="47"/>
        <pc:sldMkLst>
          <pc:docMk/>
          <pc:sldMk cId="973906956" sldId="271"/>
        </pc:sldMkLst>
      </pc:sldChg>
      <pc:sldChg chg="del">
        <pc:chgData name="Tania López" userId="77f58189-e01e-4d35-9d35-b5786e1d02a6" providerId="ADAL" clId="{5AB2B43A-AA81-4958-BDAA-9E6DFA624E5D}" dt="2022-05-13T18:51:46.367" v="15" actId="47"/>
        <pc:sldMkLst>
          <pc:docMk/>
          <pc:sldMk cId="3557048037" sldId="272"/>
        </pc:sldMkLst>
      </pc:sldChg>
      <pc:sldChg chg="del">
        <pc:chgData name="Tania López" userId="77f58189-e01e-4d35-9d35-b5786e1d02a6" providerId="ADAL" clId="{5AB2B43A-AA81-4958-BDAA-9E6DFA624E5D}" dt="2022-05-13T18:51:46.367" v="15" actId="47"/>
        <pc:sldMkLst>
          <pc:docMk/>
          <pc:sldMk cId="183740403" sldId="273"/>
        </pc:sldMkLst>
      </pc:sldChg>
      <pc:sldChg chg="del">
        <pc:chgData name="Tania López" userId="77f58189-e01e-4d35-9d35-b5786e1d02a6" providerId="ADAL" clId="{5AB2B43A-AA81-4958-BDAA-9E6DFA624E5D}" dt="2022-05-13T18:51:46.367" v="15" actId="47"/>
        <pc:sldMkLst>
          <pc:docMk/>
          <pc:sldMk cId="1458364650" sldId="274"/>
        </pc:sldMkLst>
      </pc:sldChg>
      <pc:sldChg chg="addSp delSp modSp add del">
        <pc:chgData name="Tania López" userId="77f58189-e01e-4d35-9d35-b5786e1d02a6" providerId="ADAL" clId="{5AB2B43A-AA81-4958-BDAA-9E6DFA624E5D}" dt="2022-05-13T18:52:21.820" v="27"/>
        <pc:sldMkLst>
          <pc:docMk/>
          <pc:sldMk cId="510005644" sldId="375"/>
        </pc:sldMkLst>
        <pc:spChg chg="mod">
          <ac:chgData name="Tania López" userId="77f58189-e01e-4d35-9d35-b5786e1d02a6" providerId="ADAL" clId="{5AB2B43A-AA81-4958-BDAA-9E6DFA624E5D}" dt="2022-05-13T18:52:21.275" v="26"/>
          <ac:spMkLst>
            <pc:docMk/>
            <pc:sldMk cId="510005644" sldId="375"/>
            <ac:spMk id="2" creationId="{00000000-0000-0000-0000-000000000000}"/>
          </ac:spMkLst>
        </pc:spChg>
        <pc:spChg chg="mod">
          <ac:chgData name="Tania López" userId="77f58189-e01e-4d35-9d35-b5786e1d02a6" providerId="ADAL" clId="{5AB2B43A-AA81-4958-BDAA-9E6DFA624E5D}" dt="2022-05-13T18:52:21.275" v="26"/>
          <ac:spMkLst>
            <pc:docMk/>
            <pc:sldMk cId="510005644" sldId="375"/>
            <ac:spMk id="3" creationId="{00000000-0000-0000-0000-000000000000}"/>
          </ac:spMkLst>
        </pc:spChg>
        <pc:spChg chg="add del mod">
          <ac:chgData name="Tania López" userId="77f58189-e01e-4d35-9d35-b5786e1d02a6" providerId="ADAL" clId="{5AB2B43A-AA81-4958-BDAA-9E6DFA624E5D}" dt="2022-05-13T18:52:21.275" v="26"/>
          <ac:spMkLst>
            <pc:docMk/>
            <pc:sldMk cId="510005644" sldId="375"/>
            <ac:spMk id="4" creationId="{331252E1-C367-ECEC-EE5F-E219DB4084EC}"/>
          </ac:spMkLst>
        </pc:spChg>
        <pc:spChg chg="add del mod">
          <ac:chgData name="Tania López" userId="77f58189-e01e-4d35-9d35-b5786e1d02a6" providerId="ADAL" clId="{5AB2B43A-AA81-4958-BDAA-9E6DFA624E5D}" dt="2022-05-13T18:52:21.275" v="26"/>
          <ac:spMkLst>
            <pc:docMk/>
            <pc:sldMk cId="510005644" sldId="375"/>
            <ac:spMk id="5" creationId="{8B959CD6-17CC-A47F-4BAD-791CEAF8C3F7}"/>
          </ac:spMkLst>
        </pc:spChg>
      </pc:sldChg>
      <pc:sldChg chg="addSp delSp modSp add del">
        <pc:chgData name="Tania López" userId="77f58189-e01e-4d35-9d35-b5786e1d02a6" providerId="ADAL" clId="{5AB2B43A-AA81-4958-BDAA-9E6DFA624E5D}" dt="2022-05-13T18:54:48.937" v="82"/>
        <pc:sldMkLst>
          <pc:docMk/>
          <pc:sldMk cId="2690085313" sldId="376"/>
        </pc:sldMkLst>
        <pc:spChg chg="add del mod">
          <ac:chgData name="Tania López" userId="77f58189-e01e-4d35-9d35-b5786e1d02a6" providerId="ADAL" clId="{5AB2B43A-AA81-4958-BDAA-9E6DFA624E5D}" dt="2022-05-13T18:52:21.275" v="26"/>
          <ac:spMkLst>
            <pc:docMk/>
            <pc:sldMk cId="2690085313" sldId="376"/>
            <ac:spMk id="2" creationId="{CAB8A61E-A951-9C26-8A81-6261344DE099}"/>
          </ac:spMkLst>
        </pc:spChg>
        <pc:spChg chg="mod">
          <ac:chgData name="Tania López" userId="77f58189-e01e-4d35-9d35-b5786e1d02a6" providerId="ADAL" clId="{5AB2B43A-AA81-4958-BDAA-9E6DFA624E5D}" dt="2022-05-13T18:52:21.275" v="26"/>
          <ac:spMkLst>
            <pc:docMk/>
            <pc:sldMk cId="2690085313" sldId="376"/>
            <ac:spMk id="4" creationId="{F041B96D-73CE-49BA-A46F-651D348BA716}"/>
          </ac:spMkLst>
        </pc:spChg>
      </pc:sldChg>
      <pc:sldChg chg="addSp delSp modSp add del">
        <pc:chgData name="Tania López" userId="77f58189-e01e-4d35-9d35-b5786e1d02a6" providerId="ADAL" clId="{5AB2B43A-AA81-4958-BDAA-9E6DFA624E5D}" dt="2022-05-13T18:52:21.820" v="27"/>
        <pc:sldMkLst>
          <pc:docMk/>
          <pc:sldMk cId="1259862758" sldId="377"/>
        </pc:sldMkLst>
        <pc:spChg chg="add del mod">
          <ac:chgData name="Tania López" userId="77f58189-e01e-4d35-9d35-b5786e1d02a6" providerId="ADAL" clId="{5AB2B43A-AA81-4958-BDAA-9E6DFA624E5D}" dt="2022-05-13T18:52:21.275" v="26"/>
          <ac:spMkLst>
            <pc:docMk/>
            <pc:sldMk cId="1259862758" sldId="377"/>
            <ac:spMk id="2" creationId="{AEF0E589-5450-D29B-93DC-18B13EC38FAE}"/>
          </ac:spMkLst>
        </pc:spChg>
        <pc:spChg chg="mod">
          <ac:chgData name="Tania López" userId="77f58189-e01e-4d35-9d35-b5786e1d02a6" providerId="ADAL" clId="{5AB2B43A-AA81-4958-BDAA-9E6DFA624E5D}" dt="2022-05-13T18:52:21.275" v="26"/>
          <ac:spMkLst>
            <pc:docMk/>
            <pc:sldMk cId="1259862758" sldId="377"/>
            <ac:spMk id="3" creationId="{0C3EF501-C77D-4040-95B4-25491D5595B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45A896A4-C05F-46A0-95D6-0757D3E5577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8D9CECD-0B3B-462F-93BD-0FEC1E9811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F35AB3-1734-4C0D-A1BD-37308AA03AA2}" type="datetimeFigureOut">
              <a:rPr lang="es-MX" smtClean="0"/>
              <a:t>15/01/2024</a:t>
            </a:fld>
            <a:endParaRPr lang="es-MX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83AD735-73AC-4042-92E5-57358A8ADC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CB6FC6B-6C28-41FB-AC91-985F0AA345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19F2E0-1665-4DAE-BCA0-61492737A4B4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867348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E3A4F-6401-49FE-B942-F59D9A1CB3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216DA9-1DD1-402D-983C-EF485FD584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6012D0-7F60-4F5E-8C28-A8FA4116E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 dirty="0"/>
              <a:t>LOGO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B440D0-BB7A-4CC5-BE5F-C6DB7B119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C838CA-D798-4C86-9631-29B558A27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40AA1-A4D1-4BE0-A74C-82E37549B449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51114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07DD1F-2033-4F55-99C4-69D9B7763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008232-F7D2-49C9-AD19-969EC8FAF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FEFB01-BF8B-4BF1-93C4-D94730E90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7851B-FDFB-46E9-8888-CA8B38993889}" type="datetimeFigureOut">
              <a:rPr lang="es-MX" smtClean="0"/>
              <a:t>15/01/2024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9DDB29-ECBF-45CE-A73A-3769E0D97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3A545F-128F-48DC-9518-EF98526CC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40AA1-A4D1-4BE0-A74C-82E37549B449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48496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7FDD32-1BCB-4112-BD02-36D0AD7BC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B5F1F8-FF72-4473-BCC3-B7075848B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0153BE-F4F4-4C13-BD83-CC4F09B40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7851B-FDFB-46E9-8888-CA8B38993889}" type="datetimeFigureOut">
              <a:rPr lang="es-MX" smtClean="0"/>
              <a:t>15/01/2024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65FD5F-4FB7-414E-8C3F-0E6A76B41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7321C5-8E60-419B-BABC-227A19C9A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40AA1-A4D1-4BE0-A74C-82E37549B449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17206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DC30B7-C242-4CC3-BE79-34F992A6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3FE3BE-F283-438C-ACC7-CA186504A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C2F0F03-0EC8-4632-AE2F-4A1F50AA4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BFBFCA6-5E7D-407A-B5DB-C265A441B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7851B-FDFB-46E9-8888-CA8B38993889}" type="datetimeFigureOut">
              <a:rPr lang="es-MX" smtClean="0"/>
              <a:t>15/01/2024</a:t>
            </a:fld>
            <a:endParaRPr lang="es-MX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9B6F84B-F7EB-4EBB-A916-D660959DF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5B548A-4178-463E-97D7-C61EB7BE8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40AA1-A4D1-4BE0-A74C-82E37549B449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56348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A179D5-31EB-45A7-88B7-0E183535B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11F6232-AA2A-452E-9EC9-940F7890C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72035C1-A5B3-41C6-B627-7324704DB7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0A768AE-79C5-4E82-AC51-F681E36212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2B2DAEE-7836-4D35-8601-A58E976E7B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E830990-942D-4159-9487-8BF3AEAA6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7851B-FDFB-46E9-8888-CA8B38993889}" type="datetimeFigureOut">
              <a:rPr lang="es-MX" smtClean="0"/>
              <a:t>15/01/2024</a:t>
            </a:fld>
            <a:endParaRPr lang="es-MX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CD9E93D-5737-4234-8DD8-CDBEA78D3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7CE44FB-2AC9-4939-9180-BB1F0A93C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40AA1-A4D1-4BE0-A74C-82E37549B449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23590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2FC1F1-1B48-466D-BE5C-DB5042717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57AAE8B-107A-4EEE-8F7C-A44171446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7851B-FDFB-46E9-8888-CA8B38993889}" type="datetimeFigureOut">
              <a:rPr lang="es-MX" smtClean="0"/>
              <a:t>15/01/2024</a:t>
            </a:fld>
            <a:endParaRPr lang="es-MX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48C4940-9491-44FA-9D63-5334D53C5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86EA838-90C3-4F08-9259-76BDC416A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40AA1-A4D1-4BE0-A74C-82E37549B449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19250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675D944-6373-4AB3-AA50-BB655C65E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7851B-FDFB-46E9-8888-CA8B38993889}" type="datetimeFigureOut">
              <a:rPr lang="es-MX" smtClean="0"/>
              <a:t>15/01/2024</a:t>
            </a:fld>
            <a:endParaRPr lang="es-MX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7BE8017-9AE6-4B3E-8FB1-344D07F66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46EA30F-38BF-46A8-A393-11BFF4D4A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40AA1-A4D1-4BE0-A74C-82E37549B449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6741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E83B56-616B-4E80-9C6A-40FC09878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7FED5F-9E54-4EB6-8A6D-B1D1614B4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B023D46-ED38-4449-B274-DE32592AD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9446FA-391B-4F23-8D0A-6F424F5D1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7851B-FDFB-46E9-8888-CA8B38993889}" type="datetimeFigureOut">
              <a:rPr lang="es-MX" smtClean="0"/>
              <a:t>15/01/2024</a:t>
            </a:fld>
            <a:endParaRPr lang="es-MX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E537B13-354E-4506-BB84-8E35B6E58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6DAA3E5-BAF1-4E11-B5C6-5B012E74C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40AA1-A4D1-4BE0-A74C-82E37549B449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24326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D07B60-4169-48C8-AF91-414F7690E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673D464-701D-423C-A997-B541A675BC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BE4D759-1502-4119-89F7-25C60AC27F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0DE569F-6B5D-4DAA-A4F8-61EC6F65A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7851B-FDFB-46E9-8888-CA8B38993889}" type="datetimeFigureOut">
              <a:rPr lang="es-MX" smtClean="0"/>
              <a:t>15/01/2024</a:t>
            </a:fld>
            <a:endParaRPr lang="es-MX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E70356-7971-4E7C-80DA-CEF65B891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7EC3EF7-D019-43CF-AC4A-8D162E1C0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40AA1-A4D1-4BE0-A74C-82E37549B449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18144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FF313B-D987-4FAB-8ED9-D8E47AA81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CEAA2D9-FB51-4BD5-8588-AB994C0607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79D70F-854A-4B4E-8607-2F3D555D9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7851B-FDFB-46E9-8888-CA8B38993889}" type="datetimeFigureOut">
              <a:rPr lang="es-MX" smtClean="0"/>
              <a:t>15/01/2024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27F102-6085-42A8-A9B4-1616F4118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1FD1E1-E075-460F-B17E-67DE79DE8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40AA1-A4D1-4BE0-A74C-82E37549B449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08020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5B9FE98-0F35-4A63-91B5-248A33E219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EC5C090-4BC3-4A78-BFFE-139B5B1BAF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1B87C9-B233-471C-A236-32AEBF0E5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7851B-FDFB-46E9-8888-CA8B38993889}" type="datetimeFigureOut">
              <a:rPr lang="es-MX" smtClean="0"/>
              <a:t>15/01/2024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435727-9CBE-4487-BE2B-B96F65258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9C6B4A-23CD-49F7-825C-1ED4CCA9D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40AA1-A4D1-4BE0-A74C-82E37549B449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48981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97DA512-BFBA-4E6D-870D-7BBEE3590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96826E-5DD9-4052-B0BC-921C1404A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4D1B6A-665E-490A-8F7E-634D460D8B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MX" dirty="0"/>
              <a:t>LOGO &lt;MODIFICAR EN EL PATRÓN DE DUIAPOSITIVAS&gt;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2B23C3-5198-46C7-8E64-3427B8D72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A40AA1-A4D1-4BE0-A74C-82E37549B449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42117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2F5DC0-3F93-4029-8C50-251DFC6203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b="1" dirty="0"/>
              <a:t>Método análisis de </a:t>
            </a:r>
            <a:br>
              <a:rPr lang="es-MX" b="1" dirty="0"/>
            </a:br>
            <a:r>
              <a:rPr lang="es-MX" b="1" dirty="0"/>
              <a:t>5 porqués</a:t>
            </a:r>
          </a:p>
        </p:txBody>
      </p:sp>
    </p:spTree>
    <p:extLst>
      <p:ext uri="{BB962C8B-B14F-4D97-AF65-F5344CB8AC3E}">
        <p14:creationId xmlns:p14="http://schemas.microsoft.com/office/powerpoint/2010/main" val="2810855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97829-26B1-444B-A28B-75430486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s-MX" b="1" dirty="0"/>
              <a:t>¿Qué es?	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010FF1-E081-441A-8B9A-FA91AE178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algn="just"/>
            <a:r>
              <a:rPr lang="es-ES" dirty="0"/>
              <a:t>La técnica de los 5 Porqué es un método basado en realizar preguntas para explorar las relaciones de causa-efecto que generan un problema </a:t>
            </a:r>
            <a:r>
              <a:rPr lang="es-MX" dirty="0"/>
              <a:t>en</a:t>
            </a:r>
            <a:r>
              <a:rPr lang="es-ES" dirty="0"/>
              <a:t> </a:t>
            </a:r>
            <a:r>
              <a:rPr lang="es-MX" dirty="0"/>
              <a:t>particular</a:t>
            </a:r>
            <a:r>
              <a:rPr lang="es-ES" dirty="0"/>
              <a:t>.</a:t>
            </a:r>
          </a:p>
          <a:p>
            <a:pPr algn="just"/>
            <a:r>
              <a:rPr lang="es-ES" dirty="0"/>
              <a:t>El objetivo </a:t>
            </a:r>
            <a:r>
              <a:rPr lang="es-MX" dirty="0"/>
              <a:t>final</a:t>
            </a:r>
            <a:r>
              <a:rPr lang="es-ES" dirty="0"/>
              <a:t> de los 5 Porqué es determinar la causa raíz de un defecto o </a:t>
            </a:r>
            <a:r>
              <a:rPr lang="es-MX" dirty="0"/>
              <a:t>problema</a:t>
            </a:r>
            <a:r>
              <a:rPr lang="es-ES" dirty="0"/>
              <a:t>.</a:t>
            </a:r>
          </a:p>
          <a:p>
            <a:pPr algn="just"/>
            <a:r>
              <a:rPr lang="es-ES" dirty="0"/>
              <a:t>Esta técnica se utilizó por primera vez en Toyota durante la evolución de sus metodologías de fabricación, que luego culminarían en el Toyota </a:t>
            </a:r>
            <a:r>
              <a:rPr lang="en-US" dirty="0"/>
              <a:t>Production</a:t>
            </a:r>
            <a:r>
              <a:rPr lang="es-ES" dirty="0"/>
              <a:t> System.</a:t>
            </a:r>
          </a:p>
          <a:p>
            <a:pPr algn="just"/>
            <a:r>
              <a:rPr lang="es-ES" dirty="0"/>
              <a:t>Se puede adaptar de forma rápida para que puedas resolver casi cualquier problema, por lo que debemos hacerla nuestra y aplicarla siempre que sea necesario.</a:t>
            </a:r>
          </a:p>
        </p:txBody>
      </p:sp>
    </p:spTree>
    <p:extLst>
      <p:ext uri="{BB962C8B-B14F-4D97-AF65-F5344CB8AC3E}">
        <p14:creationId xmlns:p14="http://schemas.microsoft.com/office/powerpoint/2010/main" val="944487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E33E26-9AB0-8EF6-06EA-C7A324BD3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MX" b="1" dirty="0"/>
              <a:t>Técnica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F3D40A-F7A3-35BF-8DA1-B667BFA05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99960" cy="4351338"/>
          </a:xfrm>
        </p:spPr>
        <p:txBody>
          <a:bodyPr/>
          <a:lstStyle/>
          <a:p>
            <a:pPr algn="just"/>
            <a:r>
              <a:rPr lang="es-ES" sz="2800" dirty="0"/>
              <a:t>Se basa en un proceso de trazabilidad, donde se hacen preguntas para analizar las posibles causas del problema, caminando hacia atrás, hasta llegar a la última causa que originó el problema.</a:t>
            </a:r>
          </a:p>
          <a:p>
            <a:pPr algn="just"/>
            <a:r>
              <a:rPr lang="es-ES" sz="2800" dirty="0"/>
              <a:t>No tienen por qué ser exactamente 5 preguntas, sino que esto va a depender de la longitud y complejidad del proceso causal del problema.</a:t>
            </a:r>
          </a:p>
          <a:p>
            <a:pPr algn="just"/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1EED8AD-F80F-2EAD-0C98-657B592CE2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14" t="4477" r="4630" b="5291"/>
          <a:stretch/>
        </p:blipFill>
        <p:spPr>
          <a:xfrm>
            <a:off x="8920298" y="3024071"/>
            <a:ext cx="2433502" cy="247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978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E33E26-9AB0-8EF6-06EA-C7A324BD3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MX" b="1" dirty="0"/>
              <a:t>¿Qué aporta esta técnica?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F3D40A-F7A3-35BF-8DA1-B667BFA05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99960" cy="4351338"/>
          </a:xfrm>
        </p:spPr>
        <p:txBody>
          <a:bodyPr/>
          <a:lstStyle/>
          <a:p>
            <a:r>
              <a:rPr lang="es-MX" sz="2800" dirty="0"/>
              <a:t>Permite identificar rápidamente la causa raíz de un problema</a:t>
            </a:r>
          </a:p>
          <a:p>
            <a:r>
              <a:rPr lang="es-MX" sz="2800" dirty="0"/>
              <a:t>Al solucionar la causa raíz, puede afectar positivamente en resolver otros problemas derivados de todo un árbol evolucionado de la causa raíz.</a:t>
            </a:r>
          </a:p>
          <a:p>
            <a:r>
              <a:rPr lang="es-MX" sz="2800" dirty="0"/>
              <a:t>Ayuda a ganar tiempo y ahorrar energía innecesaria o mal canalizada</a:t>
            </a:r>
          </a:p>
          <a:p>
            <a:pPr algn="just"/>
            <a:endParaRPr lang="es-MX" dirty="0"/>
          </a:p>
        </p:txBody>
      </p:sp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id="{41B0D7EF-722B-FF3C-3204-978200EFEB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6722142"/>
              </p:ext>
            </p:extLst>
          </p:nvPr>
        </p:nvGraphicFramePr>
        <p:xfrm>
          <a:off x="9404253" y="2636912"/>
          <a:ext cx="2000038" cy="24184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 de mapa de bits" r:id="rId2" imgW="9982080" imgH="12068280" progId="Paint.Picture">
                  <p:embed/>
                </p:oleObj>
              </mc:Choice>
              <mc:Fallback>
                <p:oleObj name="Imagen de mapa de bits" r:id="rId2" imgW="9982080" imgH="12068280" progId="Paint.Picture">
                  <p:embed/>
                  <p:pic>
                    <p:nvPicPr>
                      <p:cNvPr id="5" name="Objeto 4">
                        <a:extLst>
                          <a:ext uri="{FF2B5EF4-FFF2-40B4-BE49-F238E27FC236}">
                            <a16:creationId xmlns:a16="http://schemas.microsoft.com/office/drawing/2014/main" id="{41B0D7EF-722B-FF3C-3204-978200EFEB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404253" y="2636912"/>
                        <a:ext cx="2000038" cy="24184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39989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97829-26B1-444B-A28B-75430486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s-MX" dirty="0"/>
              <a:t>¿Cómo asegurarse que la técnica esté bien?</a:t>
            </a:r>
            <a:r>
              <a:rPr lang="es-MX" b="1" dirty="0"/>
              <a:t>	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010FF1-E081-441A-8B9A-FA91AE178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s-MX" sz="2800" dirty="0"/>
              <a:t>Recabe el mayor número de datos posibles sobre el problema a analizar.</a:t>
            </a:r>
          </a:p>
          <a:p>
            <a:r>
              <a:rPr lang="es-MX" sz="2800" dirty="0"/>
              <a:t>Céntrese en las probabilidades más altas, y no en las posibilidades infinitas.</a:t>
            </a:r>
          </a:p>
          <a:p>
            <a:r>
              <a:rPr lang="es-MX" sz="2800" dirty="0"/>
              <a:t>Si no, puede perderse en opciones que no tengan nada que ver y perder mucho tiempo.</a:t>
            </a:r>
          </a:p>
          <a:p>
            <a:r>
              <a:rPr lang="es-MX" sz="2800" dirty="0"/>
              <a:t>Pregúntese sobre cada respuesta que vaya dando a los porqués, para asegurarse de que son las respuestas adecuadas para su objetivo: comprender la causa originaria.</a:t>
            </a:r>
          </a:p>
          <a:p>
            <a:r>
              <a:rPr lang="es-MX" sz="2800" dirty="0"/>
              <a:t>¿Llevaría esta respuesta al efecto anterior?</a:t>
            </a:r>
          </a:p>
          <a:p>
            <a:r>
              <a:rPr lang="es-MX" sz="2800" dirty="0"/>
              <a:t>¿Es la más adecuada teniendo en cuenta todo lo que sabemos sobre el problema?</a:t>
            </a:r>
          </a:p>
          <a:p>
            <a:r>
              <a:rPr lang="es-MX" sz="2800" dirty="0"/>
              <a:t>¿Hay otras posibilidades?</a:t>
            </a:r>
          </a:p>
        </p:txBody>
      </p:sp>
    </p:spTree>
    <p:extLst>
      <p:ext uri="{BB962C8B-B14F-4D97-AF65-F5344CB8AC3E}">
        <p14:creationId xmlns:p14="http://schemas.microsoft.com/office/powerpoint/2010/main" val="3691159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97829-26B1-444B-A28B-75430486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s-MX" dirty="0"/>
              <a:t>Sugerencia</a:t>
            </a:r>
            <a:r>
              <a:rPr lang="es-MX" b="1" dirty="0"/>
              <a:t>	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010FF1-E081-441A-8B9A-FA91AE178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s-ES" sz="2800" dirty="0"/>
              <a:t>Preferiblemente, practique esta técnica en grupo creando una “tormenta de ideas” para cada pregunta, de tal manera que dé espacio para otras ideas, enfoques y respuestas, hasta llegar a la mejor.</a:t>
            </a:r>
          </a:p>
          <a:p>
            <a:r>
              <a:rPr lang="es-ES" sz="2800" dirty="0"/>
              <a:t>En caso de que tarde mucho en encontrar claridad y en avanzar, es recomendable cambiar a otra técnica diferente, como el diagrama de Ishikawa.</a:t>
            </a:r>
          </a:p>
          <a:p>
            <a:r>
              <a:rPr lang="es-ES" sz="2800" dirty="0"/>
              <a:t>Determine las políticas y procedimientos en que estarán relacionadas con la Administración de Riesgos.</a:t>
            </a:r>
          </a:p>
          <a:p>
            <a:r>
              <a:rPr lang="es-ES" sz="2800" dirty="0"/>
              <a:t>Establezca como se coordinarán los equipos de trabajo participantes en el análisis.</a:t>
            </a:r>
          </a:p>
          <a:p>
            <a:r>
              <a:rPr lang="es-ES" sz="2800" dirty="0"/>
              <a:t>Políticas de comunicación y retroinformación con el Grupo de TI.</a:t>
            </a:r>
          </a:p>
          <a:p>
            <a:r>
              <a:rPr lang="es-ES" sz="2800" dirty="0"/>
              <a:t>Establezca los protocolos de aceptación / rechazo de las propuestas de pregunta y solución.</a:t>
            </a:r>
          </a:p>
        </p:txBody>
      </p:sp>
    </p:spTree>
    <p:extLst>
      <p:ext uri="{BB962C8B-B14F-4D97-AF65-F5344CB8AC3E}">
        <p14:creationId xmlns:p14="http://schemas.microsoft.com/office/powerpoint/2010/main" val="1685806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E33E26-9AB0-8EF6-06EA-C7A324BD3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MX" dirty="0"/>
              <a:t>Esquema de trabajo</a:t>
            </a:r>
            <a:endParaRPr lang="es-MX" b="1" dirty="0"/>
          </a:p>
        </p:txBody>
      </p:sp>
      <p:graphicFrame>
        <p:nvGraphicFramePr>
          <p:cNvPr id="6" name="Tabla 4">
            <a:extLst>
              <a:ext uri="{FF2B5EF4-FFF2-40B4-BE49-F238E27FC236}">
                <a16:creationId xmlns:a16="http://schemas.microsoft.com/office/drawing/2014/main" id="{EFEFF6E1-75EF-9653-AF47-30227310F8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774275"/>
              </p:ext>
            </p:extLst>
          </p:nvPr>
        </p:nvGraphicFramePr>
        <p:xfrm>
          <a:off x="2335378" y="2199142"/>
          <a:ext cx="6773334" cy="2966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86667">
                  <a:extLst>
                    <a:ext uri="{9D8B030D-6E8A-4147-A177-3AD203B41FA5}">
                      <a16:colId xmlns:a16="http://schemas.microsoft.com/office/drawing/2014/main" val="2908018255"/>
                    </a:ext>
                  </a:extLst>
                </a:gridCol>
                <a:gridCol w="3386667">
                  <a:extLst>
                    <a:ext uri="{9D8B030D-6E8A-4147-A177-3AD203B41FA5}">
                      <a16:colId xmlns:a16="http://schemas.microsoft.com/office/drawing/2014/main" val="29684256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¿Por qué?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Respuesta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6276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dirty="0"/>
                        <a:t>¿Cuál es el problema?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600" dirty="0"/>
                        <a:t>Descripción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083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dirty="0"/>
                        <a:t>¿Por qué se presentó el problema?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053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dirty="0"/>
                        <a:t>¿Por qué sucedió eso?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548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121918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dirty="0"/>
                        <a:t>¿Por qué sucedió eso?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208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121918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dirty="0"/>
                        <a:t>¿Por qué sucedió eso?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696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121918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dirty="0"/>
                        <a:t>¿Por qué sucedió eso?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681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121918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dirty="0"/>
                        <a:t>¿Por qué sucedió eso?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341062"/>
                  </a:ext>
                </a:extLst>
              </a:tr>
            </a:tbl>
          </a:graphicData>
        </a:graphic>
      </p:graphicFrame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D8B45171-6CA8-5789-5CCF-41B486E38B41}"/>
              </a:ext>
            </a:extLst>
          </p:cNvPr>
          <p:cNvCxnSpPr/>
          <p:nvPr/>
        </p:nvCxnSpPr>
        <p:spPr>
          <a:xfrm flipH="1">
            <a:off x="4927666" y="3207254"/>
            <a:ext cx="2304256" cy="3600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B9FFA39F-AF6A-F1D6-2E7B-FD8F1F9023E6}"/>
              </a:ext>
            </a:extLst>
          </p:cNvPr>
          <p:cNvCxnSpPr/>
          <p:nvPr/>
        </p:nvCxnSpPr>
        <p:spPr>
          <a:xfrm flipH="1">
            <a:off x="4927666" y="3567558"/>
            <a:ext cx="2304256" cy="3600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36F046F4-527F-102C-03AF-69A45BFD9DCC}"/>
              </a:ext>
            </a:extLst>
          </p:cNvPr>
          <p:cNvCxnSpPr/>
          <p:nvPr/>
        </p:nvCxnSpPr>
        <p:spPr>
          <a:xfrm flipH="1">
            <a:off x="4921724" y="3927598"/>
            <a:ext cx="2304256" cy="3600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5BC6A67C-B827-1D6A-BE0E-B07D0861D016}"/>
              </a:ext>
            </a:extLst>
          </p:cNvPr>
          <p:cNvCxnSpPr/>
          <p:nvPr/>
        </p:nvCxnSpPr>
        <p:spPr>
          <a:xfrm flipH="1">
            <a:off x="4921724" y="4293021"/>
            <a:ext cx="2304256" cy="3600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465846BB-D1D6-9EA7-74A0-8357A3D194A2}"/>
              </a:ext>
            </a:extLst>
          </p:cNvPr>
          <p:cNvCxnSpPr/>
          <p:nvPr/>
        </p:nvCxnSpPr>
        <p:spPr>
          <a:xfrm flipH="1">
            <a:off x="4921724" y="4738101"/>
            <a:ext cx="2304256" cy="3600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A5CB7FD-EBF3-DA36-A511-7F3C8522E181}"/>
              </a:ext>
            </a:extLst>
          </p:cNvPr>
          <p:cNvSpPr txBox="1"/>
          <p:nvPr/>
        </p:nvSpPr>
        <p:spPr>
          <a:xfrm>
            <a:off x="1343732" y="3729848"/>
            <a:ext cx="636072" cy="3084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Efecto</a:t>
            </a:r>
          </a:p>
        </p:txBody>
      </p:sp>
      <p:sp>
        <p:nvSpPr>
          <p:cNvPr id="13" name="Abrir llave 12">
            <a:extLst>
              <a:ext uri="{FF2B5EF4-FFF2-40B4-BE49-F238E27FC236}">
                <a16:creationId xmlns:a16="http://schemas.microsoft.com/office/drawing/2014/main" id="{B4F7B004-7110-9E0E-5EAA-11658D521F37}"/>
              </a:ext>
            </a:extLst>
          </p:cNvPr>
          <p:cNvSpPr/>
          <p:nvPr/>
        </p:nvSpPr>
        <p:spPr>
          <a:xfrm>
            <a:off x="2047346" y="2991230"/>
            <a:ext cx="282090" cy="1872208"/>
          </a:xfrm>
          <a:prstGeom prst="leftBrac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A57094D-1BA1-6C90-5A34-7C334F1802EA}"/>
              </a:ext>
            </a:extLst>
          </p:cNvPr>
          <p:cNvSpPr txBox="1"/>
          <p:nvPr/>
        </p:nvSpPr>
        <p:spPr>
          <a:xfrm>
            <a:off x="9494290" y="4921880"/>
            <a:ext cx="916726" cy="3084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Causa raíz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44D06A7B-C00D-CD6A-C3ED-551876840E18}"/>
              </a:ext>
            </a:extLst>
          </p:cNvPr>
          <p:cNvCxnSpPr>
            <a:endCxn id="14" idx="1"/>
          </p:cNvCxnSpPr>
          <p:nvPr/>
        </p:nvCxnSpPr>
        <p:spPr>
          <a:xfrm>
            <a:off x="9108712" y="5076089"/>
            <a:ext cx="385578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9417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4AAA6-09AF-86EB-E27A-A9B61FA37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MX" dirty="0"/>
              <a:t>Ejemplo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DE93EED-EFA3-5EE3-46EF-F32A1228685F}"/>
              </a:ext>
            </a:extLst>
          </p:cNvPr>
          <p:cNvSpPr txBox="1"/>
          <p:nvPr/>
        </p:nvSpPr>
        <p:spPr>
          <a:xfrm>
            <a:off x="974570" y="1690688"/>
            <a:ext cx="8694881" cy="3765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Descripción del problema: </a:t>
            </a:r>
            <a:r>
              <a:rPr lang="es-MX" b="1" dirty="0"/>
              <a:t>El sistema bloqueó la re-portabilidad (DEF-01).</a:t>
            </a:r>
          </a:p>
          <a:p>
            <a:endParaRPr lang="es-MX" dirty="0"/>
          </a:p>
          <a:p>
            <a:endParaRPr lang="es-MX" dirty="0"/>
          </a:p>
          <a:p>
            <a:r>
              <a:rPr lang="es-MX" dirty="0"/>
              <a:t>1.- ¿Por qué se bloqueó la re-portabilidad?</a:t>
            </a:r>
          </a:p>
          <a:p>
            <a:pPr>
              <a:tabLst>
                <a:tab pos="269875" algn="l"/>
              </a:tabLst>
            </a:pPr>
            <a:r>
              <a:rPr lang="es-MX" dirty="0"/>
              <a:t>	Porque un módulo interpretó la marca 410 como bloqueo.</a:t>
            </a:r>
          </a:p>
          <a:p>
            <a:pPr>
              <a:tabLst>
                <a:tab pos="269875" algn="l"/>
              </a:tabLst>
            </a:pPr>
            <a:endParaRPr lang="es-MX" dirty="0"/>
          </a:p>
          <a:p>
            <a:pPr>
              <a:tabLst>
                <a:tab pos="269875" algn="l"/>
              </a:tabLst>
            </a:pPr>
            <a:r>
              <a:rPr lang="es-MX" dirty="0"/>
              <a:t>	2.- ¿Por qué la interpretó así?</a:t>
            </a:r>
          </a:p>
          <a:p>
            <a:pPr>
              <a:tabLst>
                <a:tab pos="269875" algn="l"/>
                <a:tab pos="539750" algn="l"/>
              </a:tabLst>
            </a:pPr>
            <a:r>
              <a:rPr lang="es-MX" dirty="0"/>
              <a:t>		Porque el diseño asumía un solo trámite válido.</a:t>
            </a:r>
          </a:p>
          <a:p>
            <a:pPr>
              <a:tabLst>
                <a:tab pos="269875" algn="l"/>
              </a:tabLst>
            </a:pPr>
            <a:endParaRPr lang="es-MX" dirty="0"/>
          </a:p>
          <a:p>
            <a:pPr>
              <a:tabLst>
                <a:tab pos="269875" algn="l"/>
              </a:tabLst>
            </a:pPr>
            <a:r>
              <a:rPr lang="es-MX" dirty="0"/>
              <a:t>		3.- ¿Por qué asumía un solo trámite válido?</a:t>
            </a:r>
          </a:p>
          <a:p>
            <a:pPr>
              <a:tabLst>
                <a:tab pos="989013" algn="l"/>
              </a:tabLst>
            </a:pPr>
            <a:r>
              <a:rPr lang="es-MX" dirty="0"/>
              <a:t>	Porque se diseñó antes de aprobarse CR-01.</a:t>
            </a:r>
          </a:p>
          <a:p>
            <a:pPr>
              <a:tabLst>
                <a:tab pos="269875" algn="l"/>
              </a:tabLst>
            </a:pPr>
            <a:endParaRPr lang="es-MX" dirty="0"/>
          </a:p>
          <a:p>
            <a:pPr>
              <a:tabLst>
                <a:tab pos="269875" algn="l"/>
              </a:tabLst>
            </a:pPr>
            <a:r>
              <a:rPr lang="es-MX" dirty="0"/>
              <a:t>			4.- ¿Por qué no se actualizó al aprobar CR-01?</a:t>
            </a:r>
          </a:p>
          <a:p>
            <a:pPr>
              <a:tabLst>
                <a:tab pos="269875" algn="l"/>
                <a:tab pos="1701800" algn="l"/>
              </a:tabLst>
            </a:pPr>
            <a:r>
              <a:rPr lang="es-MX" dirty="0"/>
              <a:t>		Porque el análisis de impacto no lo identificó.</a:t>
            </a:r>
          </a:p>
          <a:p>
            <a:pPr>
              <a:tabLst>
                <a:tab pos="269875" algn="l"/>
              </a:tabLst>
            </a:pPr>
            <a:endParaRPr lang="es-MX" dirty="0"/>
          </a:p>
          <a:p>
            <a:pPr>
              <a:tabLst>
                <a:tab pos="269875" algn="l"/>
              </a:tabLst>
            </a:pPr>
            <a:r>
              <a:rPr lang="es-MX" dirty="0"/>
              <a:t>				5.- ¿Por qué el análisis no lo identificó?</a:t>
            </a:r>
          </a:p>
          <a:p>
            <a:pPr>
              <a:tabLst>
                <a:tab pos="269875" algn="l"/>
                <a:tab pos="2330450" algn="l"/>
                <a:tab pos="2690813" algn="l"/>
              </a:tabLst>
            </a:pPr>
            <a:r>
              <a:rPr lang="es-MX" dirty="0"/>
              <a:t>		Porque no buscó todos los módulos con esa marca (causa raíz).</a:t>
            </a:r>
          </a:p>
        </p:txBody>
      </p:sp>
    </p:spTree>
    <p:extLst>
      <p:ext uri="{BB962C8B-B14F-4D97-AF65-F5344CB8AC3E}">
        <p14:creationId xmlns:p14="http://schemas.microsoft.com/office/powerpoint/2010/main" val="12709936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Estado xmlns="f1020bcf-9500-4749-8c84-b23cf1385772" xsi:nil="true"/>
    <Descripci_x00f3_n xmlns="f1020bcf-9500-4749-8c84-b23cf1385772" xsi:nil="true"/>
    <TaxCatchAll xmlns="7a0a35da-276e-4c8e-b365-e7c47df80865" xsi:nil="true"/>
    <lcf76f155ced4ddcb4097134ff3c332f xmlns="f1020bcf-9500-4749-8c84-b23cf138577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79CA91C779E94BAF39074ADA180F65" ma:contentTypeVersion="14" ma:contentTypeDescription="Create a new document." ma:contentTypeScope="" ma:versionID="12dd0f68e6a0e3f5670cf01c756dcf49">
  <xsd:schema xmlns:xsd="http://www.w3.org/2001/XMLSchema" xmlns:xs="http://www.w3.org/2001/XMLSchema" xmlns:p="http://schemas.microsoft.com/office/2006/metadata/properties" xmlns:ns2="f1020bcf-9500-4749-8c84-b23cf1385772" xmlns:ns3="7a0a35da-276e-4c8e-b365-e7c47df80865" targetNamespace="http://schemas.microsoft.com/office/2006/metadata/properties" ma:root="true" ma:fieldsID="d411a79370b44c829afa24eed6c737e9" ns2:_="" ns3:_="">
    <xsd:import namespace="f1020bcf-9500-4749-8c84-b23cf1385772"/>
    <xsd:import namespace="7a0a35da-276e-4c8e-b365-e7c47df808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Descripci_x00f3_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Estado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020bcf-9500-4749-8c84-b23cf13857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escripci_x00f3_n" ma:index="10" nillable="true" ma:displayName="Descripción" ma:format="Dropdown" ma:internalName="Descripci_x00f3_n">
      <xsd:simpleType>
        <xsd:restriction base="dms:Note">
          <xsd:maxLength value="255"/>
        </xsd:restriction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7fe8c325-51f2-41db-97de-ec0d1fae0d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Estado" ma:index="20" nillable="true" ma:displayName="Estado" ma:description="Fase en el flujo de trabajo de la elaboración de documentos para la PA.&#10;&#10;PA = Practice Area&#10;LA = Lead Appraiser&#10;RI = Revisión interna (miembros del grupo de desarrollo)" ma:format="Dropdown" ma:internalName="Estado">
      <xsd:simpleType>
        <xsd:restriction base="dms:Choice">
          <xsd:enumeration value="Enviado a LA"/>
          <xsd:enumeration value="Aprobada por LA"/>
          <xsd:enumeration value="Con observaciones de LA"/>
          <xsd:enumeration value="INTERNO - En proceso"/>
          <xsd:enumeration value="INTERNO - Aprobado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0a35da-276e-4c8e-b365-e7c47df8086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79373c78-d39d-4c83-b4a7-15850042ac80}" ma:internalName="TaxCatchAll" ma:showField="CatchAllData" ma:web="7a0a35da-276e-4c8e-b365-e7c47df808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1BF82BD-8258-4AA8-B590-08758BDED466}">
  <ds:schemaRefs>
    <ds:schemaRef ds:uri="http://purl.org/dc/terms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7a0a35da-276e-4c8e-b365-e7c47df80865"/>
    <ds:schemaRef ds:uri="f1020bcf-9500-4749-8c84-b23cf1385772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7C77CB1-1778-42D2-A7D9-4C56F4C0A1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6A44FC-7100-46AE-B64C-4820CC1D5EFF}"/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643</Words>
  <Application>Microsoft Office PowerPoint</Application>
  <PresentationFormat>Panorámica</PresentationFormat>
  <Paragraphs>59</Paragraphs>
  <Slides>8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Tema de Office</vt:lpstr>
      <vt:lpstr>Imagen de mapa de bits</vt:lpstr>
      <vt:lpstr>Método análisis de  5 porqués</vt:lpstr>
      <vt:lpstr>¿Qué es? </vt:lpstr>
      <vt:lpstr>Técnica</vt:lpstr>
      <vt:lpstr>¿Qué aporta esta técnica?</vt:lpstr>
      <vt:lpstr>¿Cómo asegurarse que la técnica esté bien? </vt:lpstr>
      <vt:lpstr>Sugerencia </vt:lpstr>
      <vt:lpstr>Esquema de trabajo</vt:lpstr>
      <vt:lpstr>Ejemplo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Pareto</dc:title>
  <dc:creator xmlns:dc="http://purl.org/dc/elements/1.1/">Carlos Quintero N.</dc:creator>
  <cp:lastModifiedBy>Carlos Quintero N.</cp:lastModifiedBy>
  <cp:revision>3</cp:revision>
  <dcterms:created xsi:type="dcterms:W3CDTF">2019-06-21T16:33:56Z</dcterms:created>
  <dcterms:modified xmlns:dcterms="http://purl.org/dc/terms/" xmlns:xsi="http://www.w3.org/2001/XMLSchema-instance" xsi:type="dcterms:W3CDTF">2026-09-29T22:31:23Z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0x0101005F79CA91C779E94BAF39074ADA180F65</vt:lpwstr>
  </property>
  <property fmtid="{D5CDD505-2E9C-101B-9397-08002B2CF9AE}" pid="3" name="MediaServiceImageTags">
    <vt:lpwstr/>
  </property>
</Properties>
</file>